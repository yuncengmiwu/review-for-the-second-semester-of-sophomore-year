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qingxiong@cqu.edu.cn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00200" y="-9523"/>
            <a:ext cx="4460032" cy="1350291"/>
          </a:xfrm>
        </p:spPr>
        <p:txBody>
          <a:bodyPr>
            <a:normAutofit/>
          </a:bodyPr>
          <a:lstStyle/>
          <a:p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电磁场原理</a:t>
            </a:r>
            <a:endParaRPr lang="en-US" sz="5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23528" y="1556792"/>
            <a:ext cx="7992888" cy="2567136"/>
          </a:xfrm>
        </p:spPr>
        <p:txBody>
          <a:bodyPr>
            <a:normAutofit/>
          </a:bodyPr>
          <a:lstStyle/>
          <a:p>
            <a:pPr marL="1798638" algn="l">
              <a:spcAft>
                <a:spcPts val="1200"/>
              </a:spcAft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任课教师：熊 青（教授）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98638" algn="l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qingxiong@cqu.edu.cn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449FC84-4AED-472D-AAC0-824955A9F42E}"/>
              </a:ext>
            </a:extLst>
          </p:cNvPr>
          <p:cNvSpPr txBox="1">
            <a:spLocks/>
          </p:cNvSpPr>
          <p:nvPr/>
        </p:nvSpPr>
        <p:spPr>
          <a:xfrm>
            <a:off x="2123728" y="2539752"/>
            <a:ext cx="684076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研究方向：气体放电及应用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C20D000-7AB5-4FD4-B45B-407778ECBC97}"/>
              </a:ext>
            </a:extLst>
          </p:cNvPr>
          <p:cNvGrpSpPr/>
          <p:nvPr/>
        </p:nvGrpSpPr>
        <p:grpSpPr>
          <a:xfrm>
            <a:off x="23471" y="3490455"/>
            <a:ext cx="9117855" cy="3292687"/>
            <a:chOff x="23471" y="3490455"/>
            <a:chExt cx="9117855" cy="3292687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BD35DDD-9A88-4C66-8023-ACC0A818E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71" y="3490455"/>
              <a:ext cx="3161905" cy="2809524"/>
            </a:xfrm>
            <a:prstGeom prst="rect">
              <a:avLst/>
            </a:prstGeom>
          </p:spPr>
        </p:pic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535203F9-812C-474D-B772-3C32C965CB63}"/>
                </a:ext>
              </a:extLst>
            </p:cNvPr>
            <p:cNvSpPr txBox="1">
              <a:spLocks/>
            </p:cNvSpPr>
            <p:nvPr/>
          </p:nvSpPr>
          <p:spPr>
            <a:xfrm>
              <a:off x="475211" y="6314578"/>
              <a:ext cx="2258423" cy="46856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半导体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CCP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刻蚀源</a:t>
              </a:r>
              <a:endParaRPr 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EBA3B699-D72B-40DC-8F55-5F25C3EBC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22320" y="3490455"/>
              <a:ext cx="4762271" cy="2808657"/>
            </a:xfrm>
            <a:prstGeom prst="rect">
              <a:avLst/>
            </a:prstGeom>
          </p:spPr>
        </p:pic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62C65E2E-AD46-4147-8C99-DD178AD9E52B}"/>
                </a:ext>
              </a:extLst>
            </p:cNvPr>
            <p:cNvSpPr txBox="1">
              <a:spLocks/>
            </p:cNvSpPr>
            <p:nvPr/>
          </p:nvSpPr>
          <p:spPr>
            <a:xfrm>
              <a:off x="4360503" y="6314578"/>
              <a:ext cx="2258423" cy="46856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半导体光刻及刻蚀</a:t>
              </a:r>
              <a:endParaRPr 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9382CD5-DA9E-4CFC-8F33-55CA1A31E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32911" y="3490455"/>
              <a:ext cx="1087618" cy="2808000"/>
            </a:xfrm>
            <a:prstGeom prst="rect">
              <a:avLst/>
            </a:prstGeom>
          </p:spPr>
        </p:pic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0B120284-94A2-45B2-B2C6-C17A7CB070DF}"/>
                </a:ext>
              </a:extLst>
            </p:cNvPr>
            <p:cNvCxnSpPr/>
            <p:nvPr/>
          </p:nvCxnSpPr>
          <p:spPr>
            <a:xfrm>
              <a:off x="8316416" y="4653136"/>
              <a:ext cx="504000" cy="0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标题 1">
              <a:extLst>
                <a:ext uri="{FF2B5EF4-FFF2-40B4-BE49-F238E27FC236}">
                  <a16:creationId xmlns:a16="http://schemas.microsoft.com/office/drawing/2014/main" id="{1D6BB04D-23EF-4365-9671-5156B49CEF0B}"/>
                </a:ext>
              </a:extLst>
            </p:cNvPr>
            <p:cNvSpPr txBox="1">
              <a:spLocks/>
            </p:cNvSpPr>
            <p:nvPr/>
          </p:nvSpPr>
          <p:spPr>
            <a:xfrm>
              <a:off x="8012114" y="4679501"/>
              <a:ext cx="1129212" cy="46856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10nm</a:t>
              </a:r>
              <a:endParaRPr 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5011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TM04033925[[fn=水滴]]</Template>
  <TotalTime>319</TotalTime>
  <Words>34</Words>
  <Application>Microsoft Office PowerPoint</Application>
  <PresentationFormat>全屏显示(4:3)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Office 主题</vt:lpstr>
      <vt:lpstr>电磁场原理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电磁场原理</dc:title>
  <dc:creator>QingXiong</dc:creator>
  <cp:lastModifiedBy>Administrator</cp:lastModifiedBy>
  <cp:revision>72</cp:revision>
  <dcterms:created xsi:type="dcterms:W3CDTF">2016-02-23T01:39:52Z</dcterms:created>
  <dcterms:modified xsi:type="dcterms:W3CDTF">2025-09-18T15:10:14Z</dcterms:modified>
</cp:coreProperties>
</file>