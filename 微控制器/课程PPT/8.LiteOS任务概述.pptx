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446" r:id="rId2"/>
    <p:sldId id="524" r:id="rId3"/>
    <p:sldId id="525" r:id="rId4"/>
    <p:sldId id="526" r:id="rId5"/>
    <p:sldId id="527" r:id="rId6"/>
    <p:sldId id="528" r:id="rId7"/>
    <p:sldId id="530" r:id="rId8"/>
    <p:sldId id="545" r:id="rId9"/>
    <p:sldId id="531" r:id="rId10"/>
    <p:sldId id="532" r:id="rId11"/>
    <p:sldId id="533" r:id="rId12"/>
    <p:sldId id="534" r:id="rId13"/>
    <p:sldId id="535" r:id="rId14"/>
    <p:sldId id="536" r:id="rId15"/>
    <p:sldId id="537" r:id="rId16"/>
    <p:sldId id="538" r:id="rId17"/>
    <p:sldId id="522"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0D5B"/>
    <a:srgbClr val="5666D7"/>
    <a:srgbClr val="36A6B8"/>
    <a:srgbClr val="42E6E0"/>
    <a:srgbClr val="566BD8"/>
    <a:srgbClr val="42E8E0"/>
    <a:srgbClr val="255184"/>
    <a:srgbClr val="2B6C95"/>
    <a:srgbClr val="40DCD9"/>
    <a:srgbClr val="265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84" autoAdjust="0"/>
    <p:restoredTop sz="96182" autoAdjust="0"/>
  </p:normalViewPr>
  <p:slideViewPr>
    <p:cSldViewPr snapToGrid="0">
      <p:cViewPr varScale="1">
        <p:scale>
          <a:sx n="76" d="100"/>
          <a:sy n="76" d="100"/>
        </p:scale>
        <p:origin x="927" y="45"/>
      </p:cViewPr>
      <p:guideLst>
        <p:guide orient="horz" pos="2160"/>
        <p:guide pos="3840"/>
      </p:guideLst>
    </p:cSldViewPr>
  </p:slid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pPr/>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pPr/>
              <a:t>‹#›</a:t>
            </a:fld>
            <a:endParaRPr lang="zh-CN" altLang="en-US"/>
          </a:p>
        </p:txBody>
      </p:sp>
    </p:spTree>
    <p:extLst>
      <p:ext uri="{BB962C8B-B14F-4D97-AF65-F5344CB8AC3E}">
        <p14:creationId xmlns:p14="http://schemas.microsoft.com/office/powerpoint/2010/main" val="2184981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sp>
        <p:nvSpPr>
          <p:cNvPr id="9927" name="矩形 9926">
            <a:extLst>
              <a:ext uri="{FF2B5EF4-FFF2-40B4-BE49-F238E27FC236}">
                <a16:creationId xmlns:a16="http://schemas.microsoft.com/office/drawing/2014/main" id="{F722FE8D-4A19-4A18-B1FB-8492B199FD0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01" name="副标题 2"/>
          <p:cNvSpPr>
            <a:spLocks noGrp="1"/>
          </p:cNvSpPr>
          <p:nvPr userDrawn="1">
            <p:ph type="subTitle" idx="1"/>
          </p:nvPr>
        </p:nvSpPr>
        <p:spPr>
          <a:xfrm>
            <a:off x="943402" y="2737940"/>
            <a:ext cx="5087595" cy="558799"/>
          </a:xfrm>
        </p:spPr>
        <p:txBody>
          <a:bodyPr anchor="ctr">
            <a:normAutofit/>
          </a:bodyPr>
          <a:lstStyle>
            <a:lvl1pPr marL="0" indent="0" algn="l">
              <a:buNone/>
              <a:defRPr sz="2000">
                <a:solidFill>
                  <a:srgbClr val="5666D7"/>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943402" y="1525496"/>
            <a:ext cx="5087595" cy="1198382"/>
          </a:xfrm>
        </p:spPr>
        <p:txBody>
          <a:bodyPr anchor="ctr">
            <a:normAutofit/>
          </a:bodyPr>
          <a:lstStyle>
            <a:lvl1pPr algn="l">
              <a:defRPr sz="4000">
                <a:solidFill>
                  <a:schemeClr val="bg1"/>
                </a:solidFill>
              </a:defRPr>
            </a:lvl1pPr>
          </a:lstStyle>
          <a:p>
            <a:r>
              <a:rPr lang="en-US" dirty="0"/>
              <a:t>Click to edit Master title style</a:t>
            </a:r>
            <a:endParaRPr lang="zh-CN" altLang="en-US" dirty="0"/>
          </a:p>
        </p:txBody>
      </p:sp>
      <p:grpSp>
        <p:nvGrpSpPr>
          <p:cNvPr id="252" name="组合 251">
            <a:extLst>
              <a:ext uri="{FF2B5EF4-FFF2-40B4-BE49-F238E27FC236}">
                <a16:creationId xmlns:a16="http://schemas.microsoft.com/office/drawing/2014/main" id="{839CE1DB-111B-4A2C-A29E-C50E634E2318}"/>
              </a:ext>
            </a:extLst>
          </p:cNvPr>
          <p:cNvGrpSpPr/>
          <p:nvPr userDrawn="1"/>
        </p:nvGrpSpPr>
        <p:grpSpPr>
          <a:xfrm>
            <a:off x="2134335" y="607950"/>
            <a:ext cx="9680127" cy="5377577"/>
            <a:chOff x="4656138" y="2437995"/>
            <a:chExt cx="6846887" cy="3803634"/>
          </a:xfrm>
        </p:grpSpPr>
        <p:sp>
          <p:nvSpPr>
            <p:cNvPr id="196" name="椭圆 195">
              <a:extLst>
                <a:ext uri="{FF2B5EF4-FFF2-40B4-BE49-F238E27FC236}">
                  <a16:creationId xmlns:a16="http://schemas.microsoft.com/office/drawing/2014/main" id="{31287A23-FE6B-487B-8BED-0C677DFB4992}"/>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椭圆 194">
              <a:extLst>
                <a:ext uri="{FF2B5EF4-FFF2-40B4-BE49-F238E27FC236}">
                  <a16:creationId xmlns:a16="http://schemas.microsoft.com/office/drawing/2014/main" id="{C044A711-CB2C-4F92-A19F-1C38F5CC3EA3}"/>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97AC0DD2-E837-4B6C-A8B4-9459081251B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99" name="椭圆 4098">
              <a:extLst>
                <a:ext uri="{FF2B5EF4-FFF2-40B4-BE49-F238E27FC236}">
                  <a16:creationId xmlns:a16="http://schemas.microsoft.com/office/drawing/2014/main" id="{CCFB4B6B-1FA7-46C9-B4AC-9CA47E3B66ED}"/>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5">
              <a:extLst>
                <a:ext uri="{FF2B5EF4-FFF2-40B4-BE49-F238E27FC236}">
                  <a16:creationId xmlns:a16="http://schemas.microsoft.com/office/drawing/2014/main" id="{DD7B420F-1711-4A49-A959-C81CD1AFFC29}"/>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Freeform 6">
              <a:extLst>
                <a:ext uri="{FF2B5EF4-FFF2-40B4-BE49-F238E27FC236}">
                  <a16:creationId xmlns:a16="http://schemas.microsoft.com/office/drawing/2014/main" id="{01C9163C-CB87-4DDA-A749-1A8F5B9D2AB6}"/>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7">
              <a:extLst>
                <a:ext uri="{FF2B5EF4-FFF2-40B4-BE49-F238E27FC236}">
                  <a16:creationId xmlns:a16="http://schemas.microsoft.com/office/drawing/2014/main" id="{FC5F6088-3348-4370-A1D6-28FAA3A5840A}"/>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8">
              <a:extLst>
                <a:ext uri="{FF2B5EF4-FFF2-40B4-BE49-F238E27FC236}">
                  <a16:creationId xmlns:a16="http://schemas.microsoft.com/office/drawing/2014/main" id="{CD134D4A-FF64-418D-BF61-AE24A995E02E}"/>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9">
              <a:extLst>
                <a:ext uri="{FF2B5EF4-FFF2-40B4-BE49-F238E27FC236}">
                  <a16:creationId xmlns:a16="http://schemas.microsoft.com/office/drawing/2014/main" id="{FC0074FF-5BCC-45FA-8E44-F66DF0B78B91}"/>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55">
              <a:extLst>
                <a:ext uri="{FF2B5EF4-FFF2-40B4-BE49-F238E27FC236}">
                  <a16:creationId xmlns:a16="http://schemas.microsoft.com/office/drawing/2014/main" id="{B5EFAE15-02B0-4FEA-B304-654B59B7E046}"/>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6">
              <a:extLst>
                <a:ext uri="{FF2B5EF4-FFF2-40B4-BE49-F238E27FC236}">
                  <a16:creationId xmlns:a16="http://schemas.microsoft.com/office/drawing/2014/main" id="{AACA5D4B-622F-452A-9E2E-FB3D8E5B424C}"/>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7">
              <a:extLst>
                <a:ext uri="{FF2B5EF4-FFF2-40B4-BE49-F238E27FC236}">
                  <a16:creationId xmlns:a16="http://schemas.microsoft.com/office/drawing/2014/main" id="{E9112628-8D4E-4BCC-BC3E-D239FECFF1B9}"/>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58">
              <a:extLst>
                <a:ext uri="{FF2B5EF4-FFF2-40B4-BE49-F238E27FC236}">
                  <a16:creationId xmlns:a16="http://schemas.microsoft.com/office/drawing/2014/main" id="{4C1692C0-671E-4112-8870-EA379167AC57}"/>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59">
              <a:extLst>
                <a:ext uri="{FF2B5EF4-FFF2-40B4-BE49-F238E27FC236}">
                  <a16:creationId xmlns:a16="http://schemas.microsoft.com/office/drawing/2014/main" id="{CE40BE4D-1325-413C-9BF6-92993CBBA4E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0">
              <a:extLst>
                <a:ext uri="{FF2B5EF4-FFF2-40B4-BE49-F238E27FC236}">
                  <a16:creationId xmlns:a16="http://schemas.microsoft.com/office/drawing/2014/main" id="{F6CF83C1-7FD5-4B8D-B257-A98CD78B78B6}"/>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1">
              <a:extLst>
                <a:ext uri="{FF2B5EF4-FFF2-40B4-BE49-F238E27FC236}">
                  <a16:creationId xmlns:a16="http://schemas.microsoft.com/office/drawing/2014/main" id="{B15DA810-0AC5-40C4-A5A1-B1285D0BAB29}"/>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2">
              <a:extLst>
                <a:ext uri="{FF2B5EF4-FFF2-40B4-BE49-F238E27FC236}">
                  <a16:creationId xmlns:a16="http://schemas.microsoft.com/office/drawing/2014/main" id="{FD1476BC-AC33-4968-8BE4-E89562505DA5}"/>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3">
              <a:extLst>
                <a:ext uri="{FF2B5EF4-FFF2-40B4-BE49-F238E27FC236}">
                  <a16:creationId xmlns:a16="http://schemas.microsoft.com/office/drawing/2014/main" id="{0B4524DE-4782-43B9-83DA-A10F81CC0FFE}"/>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4">
              <a:extLst>
                <a:ext uri="{FF2B5EF4-FFF2-40B4-BE49-F238E27FC236}">
                  <a16:creationId xmlns:a16="http://schemas.microsoft.com/office/drawing/2014/main" id="{DB720F95-412E-4E6C-802D-473669FBF1D5}"/>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5">
              <a:extLst>
                <a:ext uri="{FF2B5EF4-FFF2-40B4-BE49-F238E27FC236}">
                  <a16:creationId xmlns:a16="http://schemas.microsoft.com/office/drawing/2014/main" id="{6F409CC0-6CE5-411A-A631-05BC30DE3FF0}"/>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6">
              <a:extLst>
                <a:ext uri="{FF2B5EF4-FFF2-40B4-BE49-F238E27FC236}">
                  <a16:creationId xmlns:a16="http://schemas.microsoft.com/office/drawing/2014/main" id="{FBBEC337-3D96-4552-94E6-D5A400715A52}"/>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8" name="Freeform 67">
              <a:extLst>
                <a:ext uri="{FF2B5EF4-FFF2-40B4-BE49-F238E27FC236}">
                  <a16:creationId xmlns:a16="http://schemas.microsoft.com/office/drawing/2014/main" id="{0B480263-2724-4D8D-890E-23B98114D457}"/>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29" name="Freeform 68">
              <a:extLst>
                <a:ext uri="{FF2B5EF4-FFF2-40B4-BE49-F238E27FC236}">
                  <a16:creationId xmlns:a16="http://schemas.microsoft.com/office/drawing/2014/main" id="{7FC2FF67-8A42-4CD0-B5E5-272103BC2376}"/>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2" name="Freeform 71">
              <a:extLst>
                <a:ext uri="{FF2B5EF4-FFF2-40B4-BE49-F238E27FC236}">
                  <a16:creationId xmlns:a16="http://schemas.microsoft.com/office/drawing/2014/main" id="{FD80A767-1C22-4670-99FF-B8B248D1B0F2}"/>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3" name="Freeform 72">
              <a:extLst>
                <a:ext uri="{FF2B5EF4-FFF2-40B4-BE49-F238E27FC236}">
                  <a16:creationId xmlns:a16="http://schemas.microsoft.com/office/drawing/2014/main" id="{63B25B06-018E-4207-8D4D-28A3CAB37F2A}"/>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4" name="Freeform 73">
              <a:extLst>
                <a:ext uri="{FF2B5EF4-FFF2-40B4-BE49-F238E27FC236}">
                  <a16:creationId xmlns:a16="http://schemas.microsoft.com/office/drawing/2014/main" id="{5D585783-FD34-4BEE-B88F-4B5FB48E44B9}"/>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5" name="Freeform 74">
              <a:extLst>
                <a:ext uri="{FF2B5EF4-FFF2-40B4-BE49-F238E27FC236}">
                  <a16:creationId xmlns:a16="http://schemas.microsoft.com/office/drawing/2014/main" id="{4C4350A5-33CD-4F3C-9E46-A7BA7A3F80BA}"/>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6" name="Freeform 75">
              <a:extLst>
                <a:ext uri="{FF2B5EF4-FFF2-40B4-BE49-F238E27FC236}">
                  <a16:creationId xmlns:a16="http://schemas.microsoft.com/office/drawing/2014/main" id="{2C1A229B-0034-4B96-BD9F-4C994F24CDFF}"/>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38" name="Freeform 77">
              <a:extLst>
                <a:ext uri="{FF2B5EF4-FFF2-40B4-BE49-F238E27FC236}">
                  <a16:creationId xmlns:a16="http://schemas.microsoft.com/office/drawing/2014/main" id="{CF3B3962-B84A-4F1D-8B93-0BED7414ED25}"/>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0" name="Freeform 79">
              <a:extLst>
                <a:ext uri="{FF2B5EF4-FFF2-40B4-BE49-F238E27FC236}">
                  <a16:creationId xmlns:a16="http://schemas.microsoft.com/office/drawing/2014/main" id="{961F8AA8-F20D-422E-8437-87E243BB6FC9}"/>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1" name="Freeform 80">
              <a:extLst>
                <a:ext uri="{FF2B5EF4-FFF2-40B4-BE49-F238E27FC236}">
                  <a16:creationId xmlns:a16="http://schemas.microsoft.com/office/drawing/2014/main" id="{4E51C430-C56F-4FCE-A8D2-F80B699395B0}"/>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2" name="Freeform 81">
              <a:extLst>
                <a:ext uri="{FF2B5EF4-FFF2-40B4-BE49-F238E27FC236}">
                  <a16:creationId xmlns:a16="http://schemas.microsoft.com/office/drawing/2014/main" id="{D13B5027-1B7C-4ADA-B936-D7BF2A08CBA6}"/>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3" name="Freeform 82">
              <a:extLst>
                <a:ext uri="{FF2B5EF4-FFF2-40B4-BE49-F238E27FC236}">
                  <a16:creationId xmlns:a16="http://schemas.microsoft.com/office/drawing/2014/main" id="{9A093AB1-2883-4487-BA43-17D9702BC372}"/>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4" name="Freeform 83">
              <a:extLst>
                <a:ext uri="{FF2B5EF4-FFF2-40B4-BE49-F238E27FC236}">
                  <a16:creationId xmlns:a16="http://schemas.microsoft.com/office/drawing/2014/main" id="{AA71B833-BA1E-4616-AB0B-5881C5F3EE3D}"/>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5" name="Freeform 84">
              <a:extLst>
                <a:ext uri="{FF2B5EF4-FFF2-40B4-BE49-F238E27FC236}">
                  <a16:creationId xmlns:a16="http://schemas.microsoft.com/office/drawing/2014/main" id="{E764C7B4-7F50-466F-8499-DA36A2B89910}"/>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6" name="Freeform 85">
              <a:extLst>
                <a:ext uri="{FF2B5EF4-FFF2-40B4-BE49-F238E27FC236}">
                  <a16:creationId xmlns:a16="http://schemas.microsoft.com/office/drawing/2014/main" id="{092929F9-5B9E-4756-9ABB-428BAC74A553}"/>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47" name="Freeform 86">
              <a:extLst>
                <a:ext uri="{FF2B5EF4-FFF2-40B4-BE49-F238E27FC236}">
                  <a16:creationId xmlns:a16="http://schemas.microsoft.com/office/drawing/2014/main" id="{8C90C5E6-79A2-4060-8EB1-737E351C3EB9}"/>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096" name="直接连接符 4095">
              <a:extLst>
                <a:ext uri="{FF2B5EF4-FFF2-40B4-BE49-F238E27FC236}">
                  <a16:creationId xmlns:a16="http://schemas.microsoft.com/office/drawing/2014/main" id="{B1EA0FC5-29CD-4F28-A45D-D157FD7E5BA2}"/>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867A0B53-8EDF-48B5-9A4E-8F1B2EE88C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459F3CA0-87B8-43D8-B691-12FB120D8ECB}"/>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E3DD8066-40F4-4A02-9DF1-05A162F2CA2C}"/>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99" name="椭圆 198">
              <a:extLst>
                <a:ext uri="{FF2B5EF4-FFF2-40B4-BE49-F238E27FC236}">
                  <a16:creationId xmlns:a16="http://schemas.microsoft.com/office/drawing/2014/main" id="{001A6F1F-C585-4281-828C-058AB5EDE524}"/>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0" name="直接连接符 199">
              <a:extLst>
                <a:ext uri="{FF2B5EF4-FFF2-40B4-BE49-F238E27FC236}">
                  <a16:creationId xmlns:a16="http://schemas.microsoft.com/office/drawing/2014/main" id="{493F7646-9DF0-4328-BA59-726818EBD667}"/>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2" name="椭圆 201">
              <a:extLst>
                <a:ext uri="{FF2B5EF4-FFF2-40B4-BE49-F238E27FC236}">
                  <a16:creationId xmlns:a16="http://schemas.microsoft.com/office/drawing/2014/main" id="{557EAC11-F2A0-4C08-8F11-44BF87802B10}"/>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3" name="直接连接符 202">
              <a:extLst>
                <a:ext uri="{FF2B5EF4-FFF2-40B4-BE49-F238E27FC236}">
                  <a16:creationId xmlns:a16="http://schemas.microsoft.com/office/drawing/2014/main" id="{5D1273CE-BE25-441B-953B-C1B5966CAE6F}"/>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04" name="椭圆 203">
              <a:extLst>
                <a:ext uri="{FF2B5EF4-FFF2-40B4-BE49-F238E27FC236}">
                  <a16:creationId xmlns:a16="http://schemas.microsoft.com/office/drawing/2014/main" id="{8F096A9B-1AA8-431A-BB04-8C15CF5627F3}"/>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5" name="直接连接符 204">
              <a:extLst>
                <a:ext uri="{FF2B5EF4-FFF2-40B4-BE49-F238E27FC236}">
                  <a16:creationId xmlns:a16="http://schemas.microsoft.com/office/drawing/2014/main" id="{2919DAC9-4D15-444E-AD29-DB55069F5E68}"/>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E0D349D6-48B6-4D60-8DDF-1C1342CDA205}"/>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2" name="直接连接符 211">
              <a:extLst>
                <a:ext uri="{FF2B5EF4-FFF2-40B4-BE49-F238E27FC236}">
                  <a16:creationId xmlns:a16="http://schemas.microsoft.com/office/drawing/2014/main" id="{7089C232-3C85-423F-947B-0BFA9401DFAE}"/>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3" name="椭圆 212">
              <a:extLst>
                <a:ext uri="{FF2B5EF4-FFF2-40B4-BE49-F238E27FC236}">
                  <a16:creationId xmlns:a16="http://schemas.microsoft.com/office/drawing/2014/main" id="{C560641A-F420-4727-A7F7-179E3FE6374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4" name="直接连接符 213">
              <a:extLst>
                <a:ext uri="{FF2B5EF4-FFF2-40B4-BE49-F238E27FC236}">
                  <a16:creationId xmlns:a16="http://schemas.microsoft.com/office/drawing/2014/main" id="{545304FD-1796-4169-B922-A5937A78C4FD}"/>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215" name="椭圆 214">
              <a:extLst>
                <a:ext uri="{FF2B5EF4-FFF2-40B4-BE49-F238E27FC236}">
                  <a16:creationId xmlns:a16="http://schemas.microsoft.com/office/drawing/2014/main" id="{73E6A0CA-67C2-42EF-8383-B14B770ED349}"/>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6" name="直接连接符 215">
              <a:extLst>
                <a:ext uri="{FF2B5EF4-FFF2-40B4-BE49-F238E27FC236}">
                  <a16:creationId xmlns:a16="http://schemas.microsoft.com/office/drawing/2014/main" id="{AF574737-39F9-4472-AE17-3BFF53B46DED}"/>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9D684D3A-8C4E-4158-8772-8D8471CDA91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1E239B15-E30E-46F9-A6D0-F08CDCC35D74}"/>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4154" name="Freeform 90">
              <a:extLst>
                <a:ext uri="{FF2B5EF4-FFF2-40B4-BE49-F238E27FC236}">
                  <a16:creationId xmlns:a16="http://schemas.microsoft.com/office/drawing/2014/main" id="{AF6DEBA4-934D-42E9-8FD3-EA26D0DCE329}"/>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55" name="Freeform 91">
              <a:extLst>
                <a:ext uri="{FF2B5EF4-FFF2-40B4-BE49-F238E27FC236}">
                  <a16:creationId xmlns:a16="http://schemas.microsoft.com/office/drawing/2014/main" id="{D3086A1B-50B2-4CAF-9735-932CF494AE9F}"/>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6" name="Freeform 90">
              <a:extLst>
                <a:ext uri="{FF2B5EF4-FFF2-40B4-BE49-F238E27FC236}">
                  <a16:creationId xmlns:a16="http://schemas.microsoft.com/office/drawing/2014/main" id="{C63D826E-5E90-4F6D-88F7-EA5A08B9047D}"/>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247" name="任意多边形: 形状 246">
              <a:extLst>
                <a:ext uri="{FF2B5EF4-FFF2-40B4-BE49-F238E27FC236}">
                  <a16:creationId xmlns:a16="http://schemas.microsoft.com/office/drawing/2014/main" id="{A1430432-40EA-4925-AA20-F60AF99BA01B}"/>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5" name="任意多边形: 形状 244">
              <a:extLst>
                <a:ext uri="{FF2B5EF4-FFF2-40B4-BE49-F238E27FC236}">
                  <a16:creationId xmlns:a16="http://schemas.microsoft.com/office/drawing/2014/main" id="{20D60DA0-3304-4EAA-A6B3-B1D71DBAC6BD}"/>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1" name="任意多边形: 形状 240">
              <a:extLst>
                <a:ext uri="{FF2B5EF4-FFF2-40B4-BE49-F238E27FC236}">
                  <a16:creationId xmlns:a16="http://schemas.microsoft.com/office/drawing/2014/main" id="{5F215D2E-5F33-46B1-BF06-9545891E75A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39" name="任意多边形: 形状 238">
              <a:extLst>
                <a:ext uri="{FF2B5EF4-FFF2-40B4-BE49-F238E27FC236}">
                  <a16:creationId xmlns:a16="http://schemas.microsoft.com/office/drawing/2014/main" id="{3999E84D-AA32-4328-8EB1-E150383BC4D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8" name="任意多边形: 形状 247">
              <a:extLst>
                <a:ext uri="{FF2B5EF4-FFF2-40B4-BE49-F238E27FC236}">
                  <a16:creationId xmlns:a16="http://schemas.microsoft.com/office/drawing/2014/main" id="{E2DF0AA1-2C0A-4E2E-99B1-A1EB47B77077}"/>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9" name="任意多边形: 形状 248">
              <a:extLst>
                <a:ext uri="{FF2B5EF4-FFF2-40B4-BE49-F238E27FC236}">
                  <a16:creationId xmlns:a16="http://schemas.microsoft.com/office/drawing/2014/main" id="{93F95DFF-692A-4154-AB5C-0BEB1715CA9F}"/>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0" name="任意多边形: 形状 249">
              <a:extLst>
                <a:ext uri="{FF2B5EF4-FFF2-40B4-BE49-F238E27FC236}">
                  <a16:creationId xmlns:a16="http://schemas.microsoft.com/office/drawing/2014/main" id="{12DE8761-93A2-4BA5-96ED-CBDB609E5AA2}"/>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51" name="任意多边形: 形状 250">
              <a:extLst>
                <a:ext uri="{FF2B5EF4-FFF2-40B4-BE49-F238E27FC236}">
                  <a16:creationId xmlns:a16="http://schemas.microsoft.com/office/drawing/2014/main" id="{31E777D3-0C18-4121-89DC-F8148821A7C1}"/>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246" name="Freeform 106">
              <a:extLst>
                <a:ext uri="{FF2B5EF4-FFF2-40B4-BE49-F238E27FC236}">
                  <a16:creationId xmlns:a16="http://schemas.microsoft.com/office/drawing/2014/main" id="{4E1033CC-A13D-4768-92B6-DDBAE3D7D4E2}"/>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
        <p:nvSpPr>
          <p:cNvPr id="12" name="文本占位符 13"/>
          <p:cNvSpPr>
            <a:spLocks noGrp="1"/>
          </p:cNvSpPr>
          <p:nvPr userDrawn="1">
            <p:ph type="body" sz="quarter" idx="10" hasCustomPrompt="1"/>
          </p:nvPr>
        </p:nvSpPr>
        <p:spPr>
          <a:xfrm>
            <a:off x="943403" y="4071055"/>
            <a:ext cx="2340818" cy="296271"/>
          </a:xfrm>
          <a:prstGeom prst="roundRect">
            <a:avLst>
              <a:gd name="adj" fmla="val 50000"/>
            </a:avLst>
          </a:prstGeom>
          <a:ln>
            <a:solidFill>
              <a:schemeClr val="bg1"/>
            </a:solidFill>
          </a:ln>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943402" y="4533176"/>
            <a:ext cx="5087595"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Date</a:t>
            </a:r>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F43A69A-C441-46B2-A04C-833C041584CC}"/>
              </a:ext>
            </a:extLst>
          </p:cNvPr>
          <p:cNvSpPr/>
          <p:nvPr userDrawn="1"/>
        </p:nvSpPr>
        <p:spPr>
          <a:xfrm>
            <a:off x="-111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标题 1"/>
          <p:cNvSpPr>
            <a:spLocks noGrp="1"/>
          </p:cNvSpPr>
          <p:nvPr userDrawn="1">
            <p:ph type="title"/>
          </p:nvPr>
        </p:nvSpPr>
        <p:spPr>
          <a:xfrm>
            <a:off x="5457956" y="2573757"/>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5459072" y="3469107"/>
            <a:ext cx="5419185" cy="1015623"/>
          </a:xfrm>
        </p:spPr>
        <p:txBody>
          <a:bodyPr anchor="t">
            <a:normAutofit/>
          </a:bodyPr>
          <a:lstStyle>
            <a:lvl1pPr marL="0" indent="0" algn="l">
              <a:lnSpc>
                <a:spcPct val="100000"/>
              </a:lnSpc>
              <a:buNone/>
              <a:defRPr sz="1100">
                <a:solidFill>
                  <a:schemeClr val="bg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Edit Master text styles</a:t>
            </a:r>
          </a:p>
        </p:txBody>
      </p:sp>
      <p:grpSp>
        <p:nvGrpSpPr>
          <p:cNvPr id="5" name="组合 4">
            <a:extLst>
              <a:ext uri="{FF2B5EF4-FFF2-40B4-BE49-F238E27FC236}">
                <a16:creationId xmlns:a16="http://schemas.microsoft.com/office/drawing/2014/main" id="{EDFAD072-98A3-4A9A-A57D-A2BBD0C400AF}"/>
              </a:ext>
            </a:extLst>
          </p:cNvPr>
          <p:cNvGrpSpPr/>
          <p:nvPr userDrawn="1"/>
        </p:nvGrpSpPr>
        <p:grpSpPr>
          <a:xfrm flipH="1">
            <a:off x="347887" y="1993644"/>
            <a:ext cx="7140148" cy="3966548"/>
            <a:chOff x="4656138" y="2437995"/>
            <a:chExt cx="6846887" cy="3803634"/>
          </a:xfrm>
        </p:grpSpPr>
        <p:sp>
          <p:nvSpPr>
            <p:cNvPr id="6" name="椭圆 5">
              <a:extLst>
                <a:ext uri="{FF2B5EF4-FFF2-40B4-BE49-F238E27FC236}">
                  <a16:creationId xmlns:a16="http://schemas.microsoft.com/office/drawing/2014/main" id="{01FEC273-3D18-48A3-8E14-F2C2E0EA1388}"/>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E5B24915-2C92-4794-B49D-726193F73647}"/>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23F1A1F-8473-4CAC-8B68-2ECBFEBF8864}"/>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4E18F4E0-9855-455A-9AB4-8E45971C61FF}"/>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5">
              <a:extLst>
                <a:ext uri="{FF2B5EF4-FFF2-40B4-BE49-F238E27FC236}">
                  <a16:creationId xmlns:a16="http://schemas.microsoft.com/office/drawing/2014/main" id="{30A201A1-80D9-4DA8-A881-55B80110B5F8}"/>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6">
              <a:extLst>
                <a:ext uri="{FF2B5EF4-FFF2-40B4-BE49-F238E27FC236}">
                  <a16:creationId xmlns:a16="http://schemas.microsoft.com/office/drawing/2014/main" id="{1F3FC629-F814-44C8-848B-3A13EF052DA7}"/>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7">
              <a:extLst>
                <a:ext uri="{FF2B5EF4-FFF2-40B4-BE49-F238E27FC236}">
                  <a16:creationId xmlns:a16="http://schemas.microsoft.com/office/drawing/2014/main" id="{DC71528E-8757-4884-83C1-214745F9F21E}"/>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8">
              <a:extLst>
                <a:ext uri="{FF2B5EF4-FFF2-40B4-BE49-F238E27FC236}">
                  <a16:creationId xmlns:a16="http://schemas.microsoft.com/office/drawing/2014/main" id="{ED5565D2-665C-4D02-AF53-29AFF656BF65}"/>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9">
              <a:extLst>
                <a:ext uri="{FF2B5EF4-FFF2-40B4-BE49-F238E27FC236}">
                  <a16:creationId xmlns:a16="http://schemas.microsoft.com/office/drawing/2014/main" id="{8470F6EC-9358-4962-9498-35900AC547B7}"/>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55">
              <a:extLst>
                <a:ext uri="{FF2B5EF4-FFF2-40B4-BE49-F238E27FC236}">
                  <a16:creationId xmlns:a16="http://schemas.microsoft.com/office/drawing/2014/main" id="{1B8B1E90-E8E6-474C-A9F4-D613AE0CAB3F}"/>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56">
              <a:extLst>
                <a:ext uri="{FF2B5EF4-FFF2-40B4-BE49-F238E27FC236}">
                  <a16:creationId xmlns:a16="http://schemas.microsoft.com/office/drawing/2014/main" id="{069847D9-8534-4608-A15D-B6E42ACE98C6}"/>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57">
              <a:extLst>
                <a:ext uri="{FF2B5EF4-FFF2-40B4-BE49-F238E27FC236}">
                  <a16:creationId xmlns:a16="http://schemas.microsoft.com/office/drawing/2014/main" id="{48EC9D43-F746-48CA-9F08-8E6CB810795F}"/>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58">
              <a:extLst>
                <a:ext uri="{FF2B5EF4-FFF2-40B4-BE49-F238E27FC236}">
                  <a16:creationId xmlns:a16="http://schemas.microsoft.com/office/drawing/2014/main" id="{54203647-D14B-459B-A874-D5CE3FF3B553}"/>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9">
              <a:extLst>
                <a:ext uri="{FF2B5EF4-FFF2-40B4-BE49-F238E27FC236}">
                  <a16:creationId xmlns:a16="http://schemas.microsoft.com/office/drawing/2014/main" id="{08820E61-22DB-4B15-9C62-34AE5ADA7578}"/>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60">
              <a:extLst>
                <a:ext uri="{FF2B5EF4-FFF2-40B4-BE49-F238E27FC236}">
                  <a16:creationId xmlns:a16="http://schemas.microsoft.com/office/drawing/2014/main" id="{AEDA835B-253D-49A4-AD92-D38F3FD8A549}"/>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1">
              <a:extLst>
                <a:ext uri="{FF2B5EF4-FFF2-40B4-BE49-F238E27FC236}">
                  <a16:creationId xmlns:a16="http://schemas.microsoft.com/office/drawing/2014/main" id="{EAAF6E4C-9F9A-49F1-8348-DF77685638D3}"/>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2">
              <a:extLst>
                <a:ext uri="{FF2B5EF4-FFF2-40B4-BE49-F238E27FC236}">
                  <a16:creationId xmlns:a16="http://schemas.microsoft.com/office/drawing/2014/main" id="{0347101B-1CD1-4977-A202-28F12251DDB3}"/>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3">
              <a:extLst>
                <a:ext uri="{FF2B5EF4-FFF2-40B4-BE49-F238E27FC236}">
                  <a16:creationId xmlns:a16="http://schemas.microsoft.com/office/drawing/2014/main" id="{A65CBAA9-9DF4-4F79-A533-CE5F4A3231C3}"/>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4">
              <a:extLst>
                <a:ext uri="{FF2B5EF4-FFF2-40B4-BE49-F238E27FC236}">
                  <a16:creationId xmlns:a16="http://schemas.microsoft.com/office/drawing/2014/main" id="{306AC6B0-8C0B-470D-9853-86D766DEA4FF}"/>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5">
              <a:extLst>
                <a:ext uri="{FF2B5EF4-FFF2-40B4-BE49-F238E27FC236}">
                  <a16:creationId xmlns:a16="http://schemas.microsoft.com/office/drawing/2014/main" id="{D8CA5445-3AAF-46BA-84D0-F11755E0E5ED}"/>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6">
              <a:extLst>
                <a:ext uri="{FF2B5EF4-FFF2-40B4-BE49-F238E27FC236}">
                  <a16:creationId xmlns:a16="http://schemas.microsoft.com/office/drawing/2014/main" id="{6E0F6EDD-9620-4A0A-9E52-85896B6B3E57}"/>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7">
              <a:extLst>
                <a:ext uri="{FF2B5EF4-FFF2-40B4-BE49-F238E27FC236}">
                  <a16:creationId xmlns:a16="http://schemas.microsoft.com/office/drawing/2014/main" id="{2B23DE40-FEA9-419A-A012-944D8879A75F}"/>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8">
              <a:extLst>
                <a:ext uri="{FF2B5EF4-FFF2-40B4-BE49-F238E27FC236}">
                  <a16:creationId xmlns:a16="http://schemas.microsoft.com/office/drawing/2014/main" id="{467CDEB9-2068-43B0-9F98-13F176B669A0}"/>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71">
              <a:extLst>
                <a:ext uri="{FF2B5EF4-FFF2-40B4-BE49-F238E27FC236}">
                  <a16:creationId xmlns:a16="http://schemas.microsoft.com/office/drawing/2014/main" id="{2BA56708-F51B-4820-B39A-C5A8772A9E01}"/>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2">
              <a:extLst>
                <a:ext uri="{FF2B5EF4-FFF2-40B4-BE49-F238E27FC236}">
                  <a16:creationId xmlns:a16="http://schemas.microsoft.com/office/drawing/2014/main" id="{3A242F8D-27D2-48B9-B89B-292D52ED3155}"/>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3">
              <a:extLst>
                <a:ext uri="{FF2B5EF4-FFF2-40B4-BE49-F238E27FC236}">
                  <a16:creationId xmlns:a16="http://schemas.microsoft.com/office/drawing/2014/main" id="{2B847F8F-E746-4ABE-9736-9BBD73E82FD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4">
              <a:extLst>
                <a:ext uri="{FF2B5EF4-FFF2-40B4-BE49-F238E27FC236}">
                  <a16:creationId xmlns:a16="http://schemas.microsoft.com/office/drawing/2014/main" id="{F9BFC2B0-E8DC-476C-8440-1E265F6C55F8}"/>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5">
              <a:extLst>
                <a:ext uri="{FF2B5EF4-FFF2-40B4-BE49-F238E27FC236}">
                  <a16:creationId xmlns:a16="http://schemas.microsoft.com/office/drawing/2014/main" id="{F68124A6-7643-4752-A093-522E178E22F0}"/>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7">
              <a:extLst>
                <a:ext uri="{FF2B5EF4-FFF2-40B4-BE49-F238E27FC236}">
                  <a16:creationId xmlns:a16="http://schemas.microsoft.com/office/drawing/2014/main" id="{7479CF2F-F825-4ED9-8980-9CDC581AD2B9}"/>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9">
              <a:extLst>
                <a:ext uri="{FF2B5EF4-FFF2-40B4-BE49-F238E27FC236}">
                  <a16:creationId xmlns:a16="http://schemas.microsoft.com/office/drawing/2014/main" id="{E2AC8F3E-E460-4D8E-A14F-DE4BCDA07A0F}"/>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80">
              <a:extLst>
                <a:ext uri="{FF2B5EF4-FFF2-40B4-BE49-F238E27FC236}">
                  <a16:creationId xmlns:a16="http://schemas.microsoft.com/office/drawing/2014/main" id="{877DA411-2751-44F2-A7EE-AA70CF8BCC61}"/>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1">
              <a:extLst>
                <a:ext uri="{FF2B5EF4-FFF2-40B4-BE49-F238E27FC236}">
                  <a16:creationId xmlns:a16="http://schemas.microsoft.com/office/drawing/2014/main" id="{08C14B30-69E1-436F-9656-9A670ED0AFFE}"/>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2">
              <a:extLst>
                <a:ext uri="{FF2B5EF4-FFF2-40B4-BE49-F238E27FC236}">
                  <a16:creationId xmlns:a16="http://schemas.microsoft.com/office/drawing/2014/main" id="{81AB594C-8CCA-4332-AD1F-2ABC1E930158}"/>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3">
              <a:extLst>
                <a:ext uri="{FF2B5EF4-FFF2-40B4-BE49-F238E27FC236}">
                  <a16:creationId xmlns:a16="http://schemas.microsoft.com/office/drawing/2014/main" id="{F5473C86-4E85-479B-A4DF-0AE3B70A98D6}"/>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4">
              <a:extLst>
                <a:ext uri="{FF2B5EF4-FFF2-40B4-BE49-F238E27FC236}">
                  <a16:creationId xmlns:a16="http://schemas.microsoft.com/office/drawing/2014/main" id="{939CD653-6F1F-4C21-B0AD-212B0C319E79}"/>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5">
              <a:extLst>
                <a:ext uri="{FF2B5EF4-FFF2-40B4-BE49-F238E27FC236}">
                  <a16:creationId xmlns:a16="http://schemas.microsoft.com/office/drawing/2014/main" id="{F3EE7AF8-F12B-4F2A-ADA4-D056575153A4}"/>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6">
              <a:extLst>
                <a:ext uri="{FF2B5EF4-FFF2-40B4-BE49-F238E27FC236}">
                  <a16:creationId xmlns:a16="http://schemas.microsoft.com/office/drawing/2014/main" id="{40F9DFFF-4CD4-43CD-AB17-5E0589E6083E}"/>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5" name="直接连接符 44">
              <a:extLst>
                <a:ext uri="{FF2B5EF4-FFF2-40B4-BE49-F238E27FC236}">
                  <a16:creationId xmlns:a16="http://schemas.microsoft.com/office/drawing/2014/main" id="{0A3D1317-FBA6-4CE2-896A-4E1EEC200D9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0039AA1-8B60-43A6-A6DB-294AF4C0BECD}"/>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C686BC3-7823-4311-971E-CED47FEC2331}"/>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83AA01B2-BBA9-482C-AF61-FE5CC7143586}"/>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49" name="椭圆 48">
              <a:extLst>
                <a:ext uri="{FF2B5EF4-FFF2-40B4-BE49-F238E27FC236}">
                  <a16:creationId xmlns:a16="http://schemas.microsoft.com/office/drawing/2014/main" id="{61B26D1D-08BE-425A-97B5-DD08D3807562}"/>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634BC058-D62E-4510-8D65-416300B44AC9}"/>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1" name="椭圆 50">
              <a:extLst>
                <a:ext uri="{FF2B5EF4-FFF2-40B4-BE49-F238E27FC236}">
                  <a16:creationId xmlns:a16="http://schemas.microsoft.com/office/drawing/2014/main" id="{03276EA7-5327-40E5-8F85-64AF830B6CA1}"/>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 name="直接连接符 51">
              <a:extLst>
                <a:ext uri="{FF2B5EF4-FFF2-40B4-BE49-F238E27FC236}">
                  <a16:creationId xmlns:a16="http://schemas.microsoft.com/office/drawing/2014/main" id="{C9789196-78EC-4E5A-A04D-62DD88105C0B}"/>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3" name="椭圆 52">
              <a:extLst>
                <a:ext uri="{FF2B5EF4-FFF2-40B4-BE49-F238E27FC236}">
                  <a16:creationId xmlns:a16="http://schemas.microsoft.com/office/drawing/2014/main" id="{E4B2A535-B781-4AF0-ADDC-76897951D9BB}"/>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4" name="直接连接符 53">
              <a:extLst>
                <a:ext uri="{FF2B5EF4-FFF2-40B4-BE49-F238E27FC236}">
                  <a16:creationId xmlns:a16="http://schemas.microsoft.com/office/drawing/2014/main" id="{28CECE6A-AC08-4EF9-B3FE-1D230C534BB0}"/>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5" name="椭圆 54">
              <a:extLst>
                <a:ext uri="{FF2B5EF4-FFF2-40B4-BE49-F238E27FC236}">
                  <a16:creationId xmlns:a16="http://schemas.microsoft.com/office/drawing/2014/main" id="{737CB0B0-345F-4485-8D6F-9F7A19E99ABD}"/>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a:extLst>
                <a:ext uri="{FF2B5EF4-FFF2-40B4-BE49-F238E27FC236}">
                  <a16:creationId xmlns:a16="http://schemas.microsoft.com/office/drawing/2014/main" id="{E066FF86-60CC-413B-A38C-5877DF3423BC}"/>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3418658E-3C78-4374-B2D3-E9F25A672F8D}"/>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F8A1BA54-6C50-42DD-9E37-F4BE9AAC50C3}"/>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9" name="椭圆 58">
              <a:extLst>
                <a:ext uri="{FF2B5EF4-FFF2-40B4-BE49-F238E27FC236}">
                  <a16:creationId xmlns:a16="http://schemas.microsoft.com/office/drawing/2014/main" id="{DC5D5A44-A1EF-4532-8AD3-E8823B57F81E}"/>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连接符 59">
              <a:extLst>
                <a:ext uri="{FF2B5EF4-FFF2-40B4-BE49-F238E27FC236}">
                  <a16:creationId xmlns:a16="http://schemas.microsoft.com/office/drawing/2014/main" id="{055015E5-0B2E-46E6-A7AB-11C57440AE30}"/>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C463780-6B50-492E-8198-C64C39D93999}"/>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EB51A2E-F9D5-43AA-8F4D-C0E2739FFE05}"/>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3" name="Freeform 90">
              <a:extLst>
                <a:ext uri="{FF2B5EF4-FFF2-40B4-BE49-F238E27FC236}">
                  <a16:creationId xmlns:a16="http://schemas.microsoft.com/office/drawing/2014/main" id="{AF8EE743-B501-40A3-87A8-EE389C9346AF}"/>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91">
              <a:extLst>
                <a:ext uri="{FF2B5EF4-FFF2-40B4-BE49-F238E27FC236}">
                  <a16:creationId xmlns:a16="http://schemas.microsoft.com/office/drawing/2014/main" id="{434E1605-FC1A-45F6-A9B3-8B234DCB5A78}"/>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0">
              <a:extLst>
                <a:ext uri="{FF2B5EF4-FFF2-40B4-BE49-F238E27FC236}">
                  <a16:creationId xmlns:a16="http://schemas.microsoft.com/office/drawing/2014/main" id="{8CC5DB59-0C2F-44B5-9B7F-1F2AD177C773}"/>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任意多边形: 形状 65" hidden="1">
              <a:extLst>
                <a:ext uri="{FF2B5EF4-FFF2-40B4-BE49-F238E27FC236}">
                  <a16:creationId xmlns:a16="http://schemas.microsoft.com/office/drawing/2014/main" id="{CA81584A-65BF-4DB2-BCDC-906ECBF8F7F3}"/>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7" name="任意多边形: 形状 66" hidden="1">
              <a:extLst>
                <a:ext uri="{FF2B5EF4-FFF2-40B4-BE49-F238E27FC236}">
                  <a16:creationId xmlns:a16="http://schemas.microsoft.com/office/drawing/2014/main" id="{79F8DF02-08D3-40AF-8A42-A376AB444B65}"/>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hidden="1">
              <a:extLst>
                <a:ext uri="{FF2B5EF4-FFF2-40B4-BE49-F238E27FC236}">
                  <a16:creationId xmlns:a16="http://schemas.microsoft.com/office/drawing/2014/main" id="{2E910DF9-4B42-45E0-8930-43DB73025112}"/>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hidden="1">
              <a:extLst>
                <a:ext uri="{FF2B5EF4-FFF2-40B4-BE49-F238E27FC236}">
                  <a16:creationId xmlns:a16="http://schemas.microsoft.com/office/drawing/2014/main" id="{5EC3441C-AA60-434F-89C7-FAE737B82B06}"/>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hidden="1">
              <a:extLst>
                <a:ext uri="{FF2B5EF4-FFF2-40B4-BE49-F238E27FC236}">
                  <a16:creationId xmlns:a16="http://schemas.microsoft.com/office/drawing/2014/main" id="{E5982589-29D3-4142-AE6E-E82171962760}"/>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hidden="1">
              <a:extLst>
                <a:ext uri="{FF2B5EF4-FFF2-40B4-BE49-F238E27FC236}">
                  <a16:creationId xmlns:a16="http://schemas.microsoft.com/office/drawing/2014/main" id="{06FDC9FE-130B-4BB1-B7E7-2875335138B5}"/>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hidden="1">
              <a:extLst>
                <a:ext uri="{FF2B5EF4-FFF2-40B4-BE49-F238E27FC236}">
                  <a16:creationId xmlns:a16="http://schemas.microsoft.com/office/drawing/2014/main" id="{D0408D99-7102-4AE9-903E-0A3463396D8E}"/>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hidden="1">
              <a:extLst>
                <a:ext uri="{FF2B5EF4-FFF2-40B4-BE49-F238E27FC236}">
                  <a16:creationId xmlns:a16="http://schemas.microsoft.com/office/drawing/2014/main" id="{AEB11552-24CE-450D-BC4B-BD0B224E7CD7}"/>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Freeform 106">
              <a:extLst>
                <a:ext uri="{FF2B5EF4-FFF2-40B4-BE49-F238E27FC236}">
                  <a16:creationId xmlns:a16="http://schemas.microsoft.com/office/drawing/2014/main" id="{802652E2-13D5-4D4D-A1C1-D4A24DA69689}"/>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888B6D7-9D3F-49D7-BACE-73A9D1149A74}"/>
              </a:ext>
            </a:extLst>
          </p:cNvPr>
          <p:cNvSpPr>
            <a:spLocks noGrp="1"/>
          </p:cNvSpPr>
          <p:nvPr>
            <p:ph type="dt" sz="half" idx="10"/>
          </p:nvPr>
        </p:nvSpPr>
        <p:spPr/>
        <p:txBody>
          <a:bodyPr/>
          <a:lstStyle/>
          <a:p>
            <a:fld id="{6489D9C7-5DC6-4263-87FF-7C99F6FB63C3}" type="datetime1">
              <a:rPr lang="zh-CN" altLang="en-US" smtClean="0"/>
              <a:pPr/>
              <a:t>2026/6/15</a:t>
            </a:fld>
            <a:endParaRPr lang="zh-CN" altLang="en-US"/>
          </a:p>
        </p:txBody>
      </p:sp>
      <p:sp>
        <p:nvSpPr>
          <p:cNvPr id="4" name="页脚占位符 3">
            <a:extLst>
              <a:ext uri="{FF2B5EF4-FFF2-40B4-BE49-F238E27FC236}">
                <a16:creationId xmlns:a16="http://schemas.microsoft.com/office/drawing/2014/main" id="{7AC997A4-1DD8-4731-B9FD-42398A20FF85}"/>
              </a:ext>
            </a:extLst>
          </p:cNvPr>
          <p:cNvSpPr>
            <a:spLocks noGrp="1"/>
          </p:cNvSpPr>
          <p:nvPr>
            <p:ph type="ftr" sz="quarter" idx="11"/>
          </p:nvPr>
        </p:nvSpPr>
        <p:spPr/>
        <p:txBody>
          <a:bodyPr/>
          <a:lstStyle/>
          <a:p>
            <a:r>
              <a:rPr lang="en-US" altLang="zh-CN" dirty="0"/>
              <a:t>www.islide.cc</a:t>
            </a:r>
            <a:endParaRPr lang="zh-CN" altLang="en-US" dirty="0"/>
          </a:p>
        </p:txBody>
      </p:sp>
      <p:sp>
        <p:nvSpPr>
          <p:cNvPr id="5" name="灯片编号占位符 4">
            <a:extLst>
              <a:ext uri="{FF2B5EF4-FFF2-40B4-BE49-F238E27FC236}">
                <a16:creationId xmlns:a16="http://schemas.microsoft.com/office/drawing/2014/main" id="{DBA9825E-1876-42AD-ABCF-E0E100F351CA}"/>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标题 5">
            <a:extLst>
              <a:ext uri="{FF2B5EF4-FFF2-40B4-BE49-F238E27FC236}">
                <a16:creationId xmlns:a16="http://schemas.microsoft.com/office/drawing/2014/main" id="{D124F9DB-C87A-423F-9657-38C7A2901430}"/>
              </a:ext>
            </a:extLst>
          </p:cNvPr>
          <p:cNvSpPr>
            <a:spLocks noGrp="1"/>
          </p:cNvSpPr>
          <p:nvPr>
            <p:ph type="title" hasCustomPrompt="1"/>
          </p:nvPr>
        </p:nvSpPr>
        <p:spPr/>
        <p:txBody>
          <a:bodyPr/>
          <a:lstStyle>
            <a:lvl1pPr>
              <a:defRPr/>
            </a:lvl1pPr>
          </a:lstStyle>
          <a:p>
            <a:r>
              <a:rPr lang="en-US" altLang="zh-CN" dirty="0"/>
              <a:t>Click to edit Master title style</a:t>
            </a:r>
            <a:endParaRPr lang="zh-CN" altLang="en-US" dirty="0"/>
          </a:p>
        </p:txBody>
      </p:sp>
      <p:sp>
        <p:nvSpPr>
          <p:cNvPr id="8" name="内容占位符 7">
            <a:extLst>
              <a:ext uri="{FF2B5EF4-FFF2-40B4-BE49-F238E27FC236}">
                <a16:creationId xmlns:a16="http://schemas.microsoft.com/office/drawing/2014/main" id="{2070191C-4093-409C-8FD5-7369A79637AD}"/>
              </a:ext>
            </a:extLst>
          </p:cNvPr>
          <p:cNvSpPr>
            <a:spLocks noGrp="1"/>
          </p:cNvSpPr>
          <p:nvPr>
            <p:ph sz="quarter" idx="13" hasCustomPrompt="1"/>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3677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C7A1C-3684-4AAF-A408-C63B6CB64104}"/>
              </a:ext>
            </a:extLst>
          </p:cNvPr>
          <p:cNvSpPr>
            <a:spLocks noGrp="1"/>
          </p:cNvSpPr>
          <p:nvPr>
            <p:ph type="title" hasCustomPrompt="1"/>
          </p:nvPr>
        </p:nvSpPr>
        <p:spPr/>
        <p:txBody>
          <a:bodyPr/>
          <a:lstStyle>
            <a:lvl1pPr>
              <a:defRPr/>
            </a:lvl1pPr>
          </a:lstStyle>
          <a:p>
            <a:r>
              <a:rPr lang="en-US" altLang="zh-CN" dirty="0"/>
              <a:t>Click to edit Master title style</a:t>
            </a:r>
            <a:endParaRPr lang="en-US" dirty="0"/>
          </a:p>
        </p:txBody>
      </p:sp>
      <p:sp>
        <p:nvSpPr>
          <p:cNvPr id="3" name="Date Placeholder 2">
            <a:extLst>
              <a:ext uri="{FF2B5EF4-FFF2-40B4-BE49-F238E27FC236}">
                <a16:creationId xmlns:a16="http://schemas.microsoft.com/office/drawing/2014/main" id="{8986EA5F-D77D-4318-90E9-C04AA8ADC0D1}"/>
              </a:ext>
            </a:extLst>
          </p:cNvPr>
          <p:cNvSpPr>
            <a:spLocks noGrp="1"/>
          </p:cNvSpPr>
          <p:nvPr>
            <p:ph type="dt" sz="half" idx="10"/>
          </p:nvPr>
        </p:nvSpPr>
        <p:spPr/>
        <p:txBody>
          <a:bodyPr/>
          <a:lstStyle/>
          <a:p>
            <a:fld id="{6489D9C7-5DC6-4263-87FF-7C99F6FB63C3}" type="datetime1">
              <a:rPr lang="zh-CN" altLang="en-US" smtClean="0"/>
              <a:pPr/>
              <a:t>2026/6/15</a:t>
            </a:fld>
            <a:endParaRPr lang="zh-CN" altLang="en-US"/>
          </a:p>
        </p:txBody>
      </p:sp>
      <p:sp>
        <p:nvSpPr>
          <p:cNvPr id="4" name="Footer Placeholder 3">
            <a:extLst>
              <a:ext uri="{FF2B5EF4-FFF2-40B4-BE49-F238E27FC236}">
                <a16:creationId xmlns:a16="http://schemas.microsoft.com/office/drawing/2014/main" id="{00832621-D9D9-445E-BFF9-F8348FA1E262}"/>
              </a:ext>
            </a:extLst>
          </p:cNvPr>
          <p:cNvSpPr>
            <a:spLocks noGrp="1"/>
          </p:cNvSpPr>
          <p:nvPr>
            <p:ph type="ftr" sz="quarter" idx="11"/>
          </p:nvPr>
        </p:nvSpPr>
        <p:spPr/>
        <p:txBody>
          <a:bodyPr/>
          <a:lstStyle/>
          <a:p>
            <a:r>
              <a:rPr lang="en-US" altLang="zh-CN" dirty="0"/>
              <a:t>www.islide.cc</a:t>
            </a:r>
            <a:endParaRPr lang="zh-CN" altLang="en-US" dirty="0"/>
          </a:p>
        </p:txBody>
      </p:sp>
      <p:sp>
        <p:nvSpPr>
          <p:cNvPr id="5" name="Slide Number Placeholder 4">
            <a:extLst>
              <a:ext uri="{FF2B5EF4-FFF2-40B4-BE49-F238E27FC236}">
                <a16:creationId xmlns:a16="http://schemas.microsoft.com/office/drawing/2014/main" id="{8371151B-F790-4A9F-962F-B8718A9560A9}"/>
              </a:ext>
            </a:extLst>
          </p:cNvPr>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1284176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76" name="矩形 75">
            <a:extLst>
              <a:ext uri="{FF2B5EF4-FFF2-40B4-BE49-F238E27FC236}">
                <a16:creationId xmlns:a16="http://schemas.microsoft.com/office/drawing/2014/main" id="{818B7027-5C92-45CB-BBAA-AB7DCDF6E2EB}"/>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1"/>
          <p:cNvSpPr>
            <a:spLocks noGrp="1"/>
          </p:cNvSpPr>
          <p:nvPr userDrawn="1">
            <p:ph type="ctrTitle" hasCustomPrompt="1"/>
          </p:nvPr>
        </p:nvSpPr>
        <p:spPr>
          <a:xfrm>
            <a:off x="6405683" y="1846467"/>
            <a:ext cx="5079462" cy="1621509"/>
          </a:xfrm>
        </p:spPr>
        <p:txBody>
          <a:bodyPr anchor="b">
            <a:normAutofit/>
          </a:bodyPr>
          <a:lstStyle>
            <a:lvl1pPr marL="0" indent="0" algn="l">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6405683" y="4152703"/>
            <a:ext cx="5079462" cy="310871"/>
          </a:xfrm>
        </p:spPr>
        <p:txBody>
          <a:bodyPr vert="horz" lIns="91440" tIns="45720" rIns="91440" bIns="45720"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sp>
        <p:nvSpPr>
          <p:cNvPr id="6" name="文本占位符 13">
            <a:extLst>
              <a:ext uri="{FF2B5EF4-FFF2-40B4-BE49-F238E27FC236}">
                <a16:creationId xmlns:a16="http://schemas.microsoft.com/office/drawing/2014/main" id="{05EBDA4F-7210-4CAE-8333-80DB24212E78}"/>
              </a:ext>
            </a:extLst>
          </p:cNvPr>
          <p:cNvSpPr>
            <a:spLocks noGrp="1"/>
          </p:cNvSpPr>
          <p:nvPr>
            <p:ph type="body" sz="quarter" idx="10" hasCustomPrompt="1"/>
          </p:nvPr>
        </p:nvSpPr>
        <p:spPr>
          <a:xfrm>
            <a:off x="6405685" y="3856432"/>
            <a:ext cx="5079462" cy="296271"/>
          </a:xfrm>
        </p:spPr>
        <p:txBody>
          <a:bodyPr vert="horz" anchor="ctr">
            <a:noAutofit/>
          </a:bodyPr>
          <a:lstStyle>
            <a:lvl1pPr marL="0" indent="0" algn="l">
              <a:buNone/>
              <a:defRPr sz="1500" b="0">
                <a:solidFill>
                  <a:schemeClr val="bg1"/>
                </a:solidFill>
              </a:defRPr>
            </a:lvl1pPr>
            <a:lvl2pPr marL="457177" indent="0">
              <a:buNone/>
              <a:defRPr/>
            </a:lvl2pPr>
            <a:lvl3pPr marL="914353" indent="0">
              <a:buNone/>
              <a:defRPr/>
            </a:lvl3pPr>
            <a:lvl4pPr marL="1371531" indent="0">
              <a:buNone/>
              <a:defRPr/>
            </a:lvl4pPr>
            <a:lvl5pPr marL="1828709" indent="0">
              <a:buNone/>
              <a:defRPr/>
            </a:lvl5pPr>
          </a:lstStyle>
          <a:p>
            <a:pPr lvl="0"/>
            <a:r>
              <a:rPr lang="en-US" altLang="zh-CN" dirty="0"/>
              <a:t>Signature</a:t>
            </a:r>
          </a:p>
        </p:txBody>
      </p:sp>
      <p:grpSp>
        <p:nvGrpSpPr>
          <p:cNvPr id="5" name="组合 4">
            <a:extLst>
              <a:ext uri="{FF2B5EF4-FFF2-40B4-BE49-F238E27FC236}">
                <a16:creationId xmlns:a16="http://schemas.microsoft.com/office/drawing/2014/main" id="{53383A2F-1BBF-442C-B637-EC75AFBB314F}"/>
              </a:ext>
            </a:extLst>
          </p:cNvPr>
          <p:cNvGrpSpPr/>
          <p:nvPr userDrawn="1"/>
        </p:nvGrpSpPr>
        <p:grpSpPr>
          <a:xfrm flipH="1">
            <a:off x="140435" y="835838"/>
            <a:ext cx="9680127" cy="5377577"/>
            <a:chOff x="4656138" y="2437995"/>
            <a:chExt cx="6846887" cy="3803634"/>
          </a:xfrm>
        </p:grpSpPr>
        <p:sp>
          <p:nvSpPr>
            <p:cNvPr id="7" name="椭圆 6">
              <a:extLst>
                <a:ext uri="{FF2B5EF4-FFF2-40B4-BE49-F238E27FC236}">
                  <a16:creationId xmlns:a16="http://schemas.microsoft.com/office/drawing/2014/main" id="{9C554A3D-024E-478A-AA3F-7C9AC070E6DE}"/>
                </a:ext>
              </a:extLst>
            </p:cNvPr>
            <p:cNvSpPr/>
            <p:nvPr userDrawn="1"/>
          </p:nvSpPr>
          <p:spPr>
            <a:xfrm>
              <a:off x="9791994" y="5509651"/>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7CC78CBC-9FE1-4BEC-900F-4C15400789B4}"/>
                </a:ext>
              </a:extLst>
            </p:cNvPr>
            <p:cNvSpPr/>
            <p:nvPr userDrawn="1"/>
          </p:nvSpPr>
          <p:spPr>
            <a:xfrm>
              <a:off x="8951536" y="5923755"/>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2C2BE32-0DCF-4892-BE44-3D28A9D09EA9}"/>
                </a:ext>
              </a:extLst>
            </p:cNvPr>
            <p:cNvSpPr/>
            <p:nvPr userDrawn="1"/>
          </p:nvSpPr>
          <p:spPr>
            <a:xfrm>
              <a:off x="7681196" y="5266157"/>
              <a:ext cx="564315" cy="317874"/>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EE4A866-47D1-4299-A8BC-68ECE5F053D6}"/>
                </a:ext>
              </a:extLst>
            </p:cNvPr>
            <p:cNvSpPr/>
            <p:nvPr userDrawn="1"/>
          </p:nvSpPr>
          <p:spPr>
            <a:xfrm>
              <a:off x="6269331" y="5704329"/>
              <a:ext cx="564315" cy="317874"/>
            </a:xfrm>
            <a:prstGeom prst="ellipse">
              <a:avLst/>
            </a:prstGeom>
            <a:gradFill flip="none" rotWithShape="1">
              <a:gsLst>
                <a:gs pos="100000">
                  <a:srgbClr val="1D296C"/>
                </a:gs>
                <a:gs pos="52000">
                  <a:srgbClr val="2B6C95"/>
                </a:gs>
                <a:gs pos="68000">
                  <a:srgbClr val="265989"/>
                </a:gs>
                <a:gs pos="20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5">
              <a:extLst>
                <a:ext uri="{FF2B5EF4-FFF2-40B4-BE49-F238E27FC236}">
                  <a16:creationId xmlns:a16="http://schemas.microsoft.com/office/drawing/2014/main" id="{368F80A6-5641-486A-AF6D-506CE3D7ECA5}"/>
                </a:ext>
              </a:extLst>
            </p:cNvPr>
            <p:cNvSpPr>
              <a:spLocks/>
            </p:cNvSpPr>
            <p:nvPr userDrawn="1"/>
          </p:nvSpPr>
          <p:spPr bwMode="auto">
            <a:xfrm>
              <a:off x="4656138" y="4818063"/>
              <a:ext cx="6846887" cy="1335087"/>
            </a:xfrm>
            <a:custGeom>
              <a:avLst/>
              <a:gdLst>
                <a:gd name="T0" fmla="*/ 2059 w 2076"/>
                <a:gd name="T1" fmla="*/ 0 h 404"/>
                <a:gd name="T2" fmla="*/ 2053 w 2076"/>
                <a:gd name="T3" fmla="*/ 2 h 404"/>
                <a:gd name="T4" fmla="*/ 1420 w 2076"/>
                <a:gd name="T5" fmla="*/ 368 h 404"/>
                <a:gd name="T6" fmla="*/ 1388 w 2076"/>
                <a:gd name="T7" fmla="*/ 376 h 404"/>
                <a:gd name="T8" fmla="*/ 1357 w 2076"/>
                <a:gd name="T9" fmla="*/ 368 h 404"/>
                <a:gd name="T10" fmla="*/ 949 w 2076"/>
                <a:gd name="T11" fmla="*/ 132 h 404"/>
                <a:gd name="T12" fmla="*/ 903 w 2076"/>
                <a:gd name="T13" fmla="*/ 120 h 404"/>
                <a:gd name="T14" fmla="*/ 858 w 2076"/>
                <a:gd name="T15" fmla="*/ 132 h 404"/>
                <a:gd name="T16" fmla="*/ 521 w 2076"/>
                <a:gd name="T17" fmla="*/ 326 h 404"/>
                <a:gd name="T18" fmla="*/ 490 w 2076"/>
                <a:gd name="T19" fmla="*/ 335 h 404"/>
                <a:gd name="T20" fmla="*/ 459 w 2076"/>
                <a:gd name="T21" fmla="*/ 326 h 404"/>
                <a:gd name="T22" fmla="*/ 23 w 2076"/>
                <a:gd name="T23" fmla="*/ 75 h 404"/>
                <a:gd name="T24" fmla="*/ 16 w 2076"/>
                <a:gd name="T25" fmla="*/ 73 h 404"/>
                <a:gd name="T26" fmla="*/ 4 w 2076"/>
                <a:gd name="T27" fmla="*/ 80 h 404"/>
                <a:gd name="T28" fmla="*/ 9 w 2076"/>
                <a:gd name="T29" fmla="*/ 99 h 404"/>
                <a:gd name="T30" fmla="*/ 445 w 2076"/>
                <a:gd name="T31" fmla="*/ 351 h 404"/>
                <a:gd name="T32" fmla="*/ 490 w 2076"/>
                <a:gd name="T33" fmla="*/ 363 h 404"/>
                <a:gd name="T34" fmla="*/ 535 w 2076"/>
                <a:gd name="T35" fmla="*/ 351 h 404"/>
                <a:gd name="T36" fmla="*/ 872 w 2076"/>
                <a:gd name="T37" fmla="*/ 156 h 404"/>
                <a:gd name="T38" fmla="*/ 903 w 2076"/>
                <a:gd name="T39" fmla="*/ 148 h 404"/>
                <a:gd name="T40" fmla="*/ 935 w 2076"/>
                <a:gd name="T41" fmla="*/ 156 h 404"/>
                <a:gd name="T42" fmla="*/ 1343 w 2076"/>
                <a:gd name="T43" fmla="*/ 392 h 404"/>
                <a:gd name="T44" fmla="*/ 1388 w 2076"/>
                <a:gd name="T45" fmla="*/ 404 h 404"/>
                <a:gd name="T46" fmla="*/ 1434 w 2076"/>
                <a:gd name="T47" fmla="*/ 392 h 404"/>
                <a:gd name="T48" fmla="*/ 2067 w 2076"/>
                <a:gd name="T49" fmla="*/ 26 h 404"/>
                <a:gd name="T50" fmla="*/ 2072 w 2076"/>
                <a:gd name="T51" fmla="*/ 7 h 404"/>
                <a:gd name="T52" fmla="*/ 2059 w 2076"/>
                <a:gd name="T53" fmla="*/ 0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76" h="404">
                  <a:moveTo>
                    <a:pt x="2059" y="0"/>
                  </a:moveTo>
                  <a:cubicBezTo>
                    <a:pt x="2057" y="0"/>
                    <a:pt x="2055" y="1"/>
                    <a:pt x="2053" y="2"/>
                  </a:cubicBezTo>
                  <a:cubicBezTo>
                    <a:pt x="1420" y="368"/>
                    <a:pt x="1420" y="368"/>
                    <a:pt x="1420" y="368"/>
                  </a:cubicBezTo>
                  <a:cubicBezTo>
                    <a:pt x="1410" y="373"/>
                    <a:pt x="1399" y="376"/>
                    <a:pt x="1388" y="376"/>
                  </a:cubicBezTo>
                  <a:cubicBezTo>
                    <a:pt x="1378" y="376"/>
                    <a:pt x="1367" y="373"/>
                    <a:pt x="1357" y="368"/>
                  </a:cubicBezTo>
                  <a:cubicBezTo>
                    <a:pt x="949" y="132"/>
                    <a:pt x="949" y="132"/>
                    <a:pt x="949" y="132"/>
                  </a:cubicBezTo>
                  <a:cubicBezTo>
                    <a:pt x="935" y="124"/>
                    <a:pt x="919" y="120"/>
                    <a:pt x="903" y="120"/>
                  </a:cubicBezTo>
                  <a:cubicBezTo>
                    <a:pt x="888" y="120"/>
                    <a:pt x="872" y="124"/>
                    <a:pt x="858" y="132"/>
                  </a:cubicBezTo>
                  <a:cubicBezTo>
                    <a:pt x="521" y="326"/>
                    <a:pt x="521" y="326"/>
                    <a:pt x="521" y="326"/>
                  </a:cubicBezTo>
                  <a:cubicBezTo>
                    <a:pt x="511" y="332"/>
                    <a:pt x="501" y="335"/>
                    <a:pt x="490" y="335"/>
                  </a:cubicBezTo>
                  <a:cubicBezTo>
                    <a:pt x="479" y="335"/>
                    <a:pt x="468" y="332"/>
                    <a:pt x="459" y="326"/>
                  </a:cubicBezTo>
                  <a:cubicBezTo>
                    <a:pt x="23" y="75"/>
                    <a:pt x="23" y="75"/>
                    <a:pt x="23" y="75"/>
                  </a:cubicBezTo>
                  <a:cubicBezTo>
                    <a:pt x="21" y="74"/>
                    <a:pt x="19" y="73"/>
                    <a:pt x="16" y="73"/>
                  </a:cubicBezTo>
                  <a:cubicBezTo>
                    <a:pt x="11" y="73"/>
                    <a:pt x="7" y="76"/>
                    <a:pt x="4" y="80"/>
                  </a:cubicBezTo>
                  <a:cubicBezTo>
                    <a:pt x="0" y="87"/>
                    <a:pt x="3" y="95"/>
                    <a:pt x="9" y="99"/>
                  </a:cubicBezTo>
                  <a:cubicBezTo>
                    <a:pt x="445" y="351"/>
                    <a:pt x="445" y="351"/>
                    <a:pt x="445" y="351"/>
                  </a:cubicBezTo>
                  <a:cubicBezTo>
                    <a:pt x="459" y="359"/>
                    <a:pt x="474" y="363"/>
                    <a:pt x="490" y="363"/>
                  </a:cubicBezTo>
                  <a:cubicBezTo>
                    <a:pt x="506" y="363"/>
                    <a:pt x="521" y="359"/>
                    <a:pt x="535" y="351"/>
                  </a:cubicBezTo>
                  <a:cubicBezTo>
                    <a:pt x="872" y="156"/>
                    <a:pt x="872" y="156"/>
                    <a:pt x="872" y="156"/>
                  </a:cubicBezTo>
                  <a:cubicBezTo>
                    <a:pt x="882" y="150"/>
                    <a:pt x="893" y="148"/>
                    <a:pt x="903" y="148"/>
                  </a:cubicBezTo>
                  <a:cubicBezTo>
                    <a:pt x="914" y="148"/>
                    <a:pt x="925" y="150"/>
                    <a:pt x="935" y="156"/>
                  </a:cubicBezTo>
                  <a:cubicBezTo>
                    <a:pt x="1343" y="392"/>
                    <a:pt x="1343" y="392"/>
                    <a:pt x="1343" y="392"/>
                  </a:cubicBezTo>
                  <a:cubicBezTo>
                    <a:pt x="1357" y="400"/>
                    <a:pt x="1373" y="404"/>
                    <a:pt x="1388" y="404"/>
                  </a:cubicBezTo>
                  <a:cubicBezTo>
                    <a:pt x="1404" y="404"/>
                    <a:pt x="1420" y="400"/>
                    <a:pt x="1434" y="392"/>
                  </a:cubicBezTo>
                  <a:cubicBezTo>
                    <a:pt x="2067" y="26"/>
                    <a:pt x="2067" y="26"/>
                    <a:pt x="2067" y="26"/>
                  </a:cubicBezTo>
                  <a:cubicBezTo>
                    <a:pt x="2073" y="23"/>
                    <a:pt x="2076" y="14"/>
                    <a:pt x="2072" y="7"/>
                  </a:cubicBezTo>
                  <a:cubicBezTo>
                    <a:pt x="2069" y="3"/>
                    <a:pt x="2064" y="0"/>
                    <a:pt x="2059" y="0"/>
                  </a:cubicBezTo>
                </a:path>
              </a:pathLst>
            </a:custGeom>
            <a:gradFill>
              <a:gsLst>
                <a:gs pos="74000">
                  <a:srgbClr val="2D7C9E">
                    <a:alpha val="50000"/>
                  </a:srgbClr>
                </a:gs>
                <a:gs pos="37000">
                  <a:srgbClr val="41E4DE">
                    <a:alpha val="50000"/>
                  </a:srgbClr>
                </a:gs>
                <a:gs pos="0">
                  <a:srgbClr val="19145F">
                    <a:alpha val="50000"/>
                  </a:srgbClr>
                </a:gs>
                <a:gs pos="100000">
                  <a:srgbClr val="19125E">
                    <a:alpha val="50000"/>
                  </a:srgbClr>
                </a:gs>
              </a:gsLst>
              <a:lin ang="0" scaled="0"/>
            </a:gra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6">
              <a:extLst>
                <a:ext uri="{FF2B5EF4-FFF2-40B4-BE49-F238E27FC236}">
                  <a16:creationId xmlns:a16="http://schemas.microsoft.com/office/drawing/2014/main" id="{EC823025-CC4D-448B-B923-ED6EE7BAFF8B}"/>
                </a:ext>
              </a:extLst>
            </p:cNvPr>
            <p:cNvSpPr>
              <a:spLocks noEditPoints="1"/>
            </p:cNvSpPr>
            <p:nvPr userDrawn="1"/>
          </p:nvSpPr>
          <p:spPr bwMode="auto">
            <a:xfrm>
              <a:off x="7640638" y="3989388"/>
              <a:ext cx="3186112" cy="1830387"/>
            </a:xfrm>
            <a:custGeom>
              <a:avLst/>
              <a:gdLst>
                <a:gd name="T0" fmla="*/ 483 w 966"/>
                <a:gd name="T1" fmla="*/ 466 h 554"/>
                <a:gd name="T2" fmla="*/ 157 w 966"/>
                <a:gd name="T3" fmla="*/ 277 h 554"/>
                <a:gd name="T4" fmla="*/ 483 w 966"/>
                <a:gd name="T5" fmla="*/ 89 h 554"/>
                <a:gd name="T6" fmla="*/ 810 w 966"/>
                <a:gd name="T7" fmla="*/ 277 h 554"/>
                <a:gd name="T8" fmla="*/ 483 w 966"/>
                <a:gd name="T9" fmla="*/ 466 h 554"/>
                <a:gd name="T10" fmla="*/ 483 w 966"/>
                <a:gd name="T11" fmla="*/ 48 h 554"/>
                <a:gd name="T12" fmla="*/ 472 w 966"/>
                <a:gd name="T13" fmla="*/ 51 h 554"/>
                <a:gd name="T14" fmla="*/ 82 w 966"/>
                <a:gd name="T15" fmla="*/ 276 h 554"/>
                <a:gd name="T16" fmla="*/ 81 w 966"/>
                <a:gd name="T17" fmla="*/ 277 h 554"/>
                <a:gd name="T18" fmla="*/ 82 w 966"/>
                <a:gd name="T19" fmla="*/ 278 h 554"/>
                <a:gd name="T20" fmla="*/ 472 w 966"/>
                <a:gd name="T21" fmla="*/ 503 h 554"/>
                <a:gd name="T22" fmla="*/ 472 w 966"/>
                <a:gd name="T23" fmla="*/ 503 h 554"/>
                <a:gd name="T24" fmla="*/ 483 w 966"/>
                <a:gd name="T25" fmla="*/ 506 h 554"/>
                <a:gd name="T26" fmla="*/ 494 w 966"/>
                <a:gd name="T27" fmla="*/ 503 h 554"/>
                <a:gd name="T28" fmla="*/ 884 w 966"/>
                <a:gd name="T29" fmla="*/ 278 h 554"/>
                <a:gd name="T30" fmla="*/ 885 w 966"/>
                <a:gd name="T31" fmla="*/ 277 h 554"/>
                <a:gd name="T32" fmla="*/ 884 w 966"/>
                <a:gd name="T33" fmla="*/ 276 h 554"/>
                <a:gd name="T34" fmla="*/ 494 w 966"/>
                <a:gd name="T35" fmla="*/ 51 h 554"/>
                <a:gd name="T36" fmla="*/ 483 w 966"/>
                <a:gd name="T37" fmla="*/ 48 h 554"/>
                <a:gd name="T38" fmla="*/ 483 w 966"/>
                <a:gd name="T39" fmla="*/ 518 h 554"/>
                <a:gd name="T40" fmla="*/ 466 w 966"/>
                <a:gd name="T41" fmla="*/ 514 h 554"/>
                <a:gd name="T42" fmla="*/ 466 w 966"/>
                <a:gd name="T43" fmla="*/ 514 h 554"/>
                <a:gd name="T44" fmla="*/ 76 w 966"/>
                <a:gd name="T45" fmla="*/ 289 h 554"/>
                <a:gd name="T46" fmla="*/ 69 w 966"/>
                <a:gd name="T47" fmla="*/ 277 h 554"/>
                <a:gd name="T48" fmla="*/ 76 w 966"/>
                <a:gd name="T49" fmla="*/ 266 h 554"/>
                <a:gd name="T50" fmla="*/ 466 w 966"/>
                <a:gd name="T51" fmla="*/ 41 h 554"/>
                <a:gd name="T52" fmla="*/ 483 w 966"/>
                <a:gd name="T53" fmla="*/ 36 h 554"/>
                <a:gd name="T54" fmla="*/ 500 w 966"/>
                <a:gd name="T55" fmla="*/ 41 h 554"/>
                <a:gd name="T56" fmla="*/ 890 w 966"/>
                <a:gd name="T57" fmla="*/ 266 h 554"/>
                <a:gd name="T58" fmla="*/ 897 w 966"/>
                <a:gd name="T59" fmla="*/ 277 h 554"/>
                <a:gd name="T60" fmla="*/ 890 w 966"/>
                <a:gd name="T61" fmla="*/ 289 h 554"/>
                <a:gd name="T62" fmla="*/ 500 w 966"/>
                <a:gd name="T63" fmla="*/ 514 h 554"/>
                <a:gd name="T64" fmla="*/ 483 w 966"/>
                <a:gd name="T65" fmla="*/ 518 h 554"/>
                <a:gd name="T66" fmla="*/ 483 w 966"/>
                <a:gd name="T67" fmla="*/ 0 h 554"/>
                <a:gd name="T68" fmla="*/ 462 w 966"/>
                <a:gd name="T69" fmla="*/ 6 h 554"/>
                <a:gd name="T70" fmla="*/ 7 w 966"/>
                <a:gd name="T71" fmla="*/ 269 h 554"/>
                <a:gd name="T72" fmla="*/ 7 w 966"/>
                <a:gd name="T73" fmla="*/ 286 h 554"/>
                <a:gd name="T74" fmla="*/ 462 w 966"/>
                <a:gd name="T75" fmla="*/ 548 h 554"/>
                <a:gd name="T76" fmla="*/ 483 w 966"/>
                <a:gd name="T77" fmla="*/ 554 h 554"/>
                <a:gd name="T78" fmla="*/ 505 w 966"/>
                <a:gd name="T79" fmla="*/ 548 h 554"/>
                <a:gd name="T80" fmla="*/ 960 w 966"/>
                <a:gd name="T81" fmla="*/ 286 h 554"/>
                <a:gd name="T82" fmla="*/ 960 w 966"/>
                <a:gd name="T83" fmla="*/ 269 h 554"/>
                <a:gd name="T84" fmla="*/ 505 w 966"/>
                <a:gd name="T85" fmla="*/ 6 h 554"/>
                <a:gd name="T86" fmla="*/ 483 w 966"/>
                <a:gd name="T87" fmla="*/ 0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6" h="554">
                  <a:moveTo>
                    <a:pt x="483" y="466"/>
                  </a:moveTo>
                  <a:cubicBezTo>
                    <a:pt x="157" y="277"/>
                    <a:pt x="157" y="277"/>
                    <a:pt x="157" y="277"/>
                  </a:cubicBezTo>
                  <a:cubicBezTo>
                    <a:pt x="483" y="89"/>
                    <a:pt x="483" y="89"/>
                    <a:pt x="483" y="89"/>
                  </a:cubicBezTo>
                  <a:cubicBezTo>
                    <a:pt x="810" y="277"/>
                    <a:pt x="810" y="277"/>
                    <a:pt x="810" y="277"/>
                  </a:cubicBezTo>
                  <a:cubicBezTo>
                    <a:pt x="483" y="466"/>
                    <a:pt x="483" y="466"/>
                    <a:pt x="483" y="466"/>
                  </a:cubicBezTo>
                  <a:moveTo>
                    <a:pt x="483" y="48"/>
                  </a:moveTo>
                  <a:cubicBezTo>
                    <a:pt x="479" y="48"/>
                    <a:pt x="475" y="49"/>
                    <a:pt x="472" y="51"/>
                  </a:cubicBezTo>
                  <a:cubicBezTo>
                    <a:pt x="82" y="276"/>
                    <a:pt x="82" y="276"/>
                    <a:pt x="82" y="276"/>
                  </a:cubicBezTo>
                  <a:cubicBezTo>
                    <a:pt x="82" y="277"/>
                    <a:pt x="81" y="277"/>
                    <a:pt x="81" y="277"/>
                  </a:cubicBezTo>
                  <a:cubicBezTo>
                    <a:pt x="81" y="278"/>
                    <a:pt x="82" y="278"/>
                    <a:pt x="82" y="278"/>
                  </a:cubicBezTo>
                  <a:cubicBezTo>
                    <a:pt x="472" y="503"/>
                    <a:pt x="472" y="503"/>
                    <a:pt x="472" y="503"/>
                  </a:cubicBezTo>
                  <a:cubicBezTo>
                    <a:pt x="472" y="503"/>
                    <a:pt x="472" y="503"/>
                    <a:pt x="472" y="503"/>
                  </a:cubicBezTo>
                  <a:cubicBezTo>
                    <a:pt x="475" y="505"/>
                    <a:pt x="479" y="506"/>
                    <a:pt x="483" y="506"/>
                  </a:cubicBezTo>
                  <a:cubicBezTo>
                    <a:pt x="487" y="506"/>
                    <a:pt x="491" y="505"/>
                    <a:pt x="494" y="503"/>
                  </a:cubicBezTo>
                  <a:cubicBezTo>
                    <a:pt x="884" y="278"/>
                    <a:pt x="884" y="278"/>
                    <a:pt x="884" y="278"/>
                  </a:cubicBezTo>
                  <a:cubicBezTo>
                    <a:pt x="885" y="278"/>
                    <a:pt x="885" y="278"/>
                    <a:pt x="885" y="277"/>
                  </a:cubicBezTo>
                  <a:cubicBezTo>
                    <a:pt x="885" y="277"/>
                    <a:pt x="885" y="277"/>
                    <a:pt x="884" y="276"/>
                  </a:cubicBezTo>
                  <a:cubicBezTo>
                    <a:pt x="494" y="51"/>
                    <a:pt x="494" y="51"/>
                    <a:pt x="494" y="51"/>
                  </a:cubicBezTo>
                  <a:cubicBezTo>
                    <a:pt x="491" y="49"/>
                    <a:pt x="487" y="48"/>
                    <a:pt x="483" y="48"/>
                  </a:cubicBezTo>
                  <a:moveTo>
                    <a:pt x="483" y="518"/>
                  </a:moveTo>
                  <a:cubicBezTo>
                    <a:pt x="477" y="518"/>
                    <a:pt x="471" y="517"/>
                    <a:pt x="466" y="514"/>
                  </a:cubicBezTo>
                  <a:cubicBezTo>
                    <a:pt x="466" y="514"/>
                    <a:pt x="466" y="514"/>
                    <a:pt x="466" y="514"/>
                  </a:cubicBezTo>
                  <a:cubicBezTo>
                    <a:pt x="76" y="289"/>
                    <a:pt x="76" y="289"/>
                    <a:pt x="76" y="289"/>
                  </a:cubicBezTo>
                  <a:cubicBezTo>
                    <a:pt x="72" y="286"/>
                    <a:pt x="69" y="282"/>
                    <a:pt x="69" y="277"/>
                  </a:cubicBezTo>
                  <a:cubicBezTo>
                    <a:pt x="69" y="273"/>
                    <a:pt x="72" y="268"/>
                    <a:pt x="76" y="266"/>
                  </a:cubicBezTo>
                  <a:cubicBezTo>
                    <a:pt x="466" y="41"/>
                    <a:pt x="466" y="41"/>
                    <a:pt x="466" y="41"/>
                  </a:cubicBezTo>
                  <a:cubicBezTo>
                    <a:pt x="471" y="38"/>
                    <a:pt x="477" y="36"/>
                    <a:pt x="483" y="36"/>
                  </a:cubicBezTo>
                  <a:cubicBezTo>
                    <a:pt x="489" y="36"/>
                    <a:pt x="495" y="38"/>
                    <a:pt x="500" y="41"/>
                  </a:cubicBezTo>
                  <a:cubicBezTo>
                    <a:pt x="890" y="266"/>
                    <a:pt x="890" y="266"/>
                    <a:pt x="890" y="266"/>
                  </a:cubicBezTo>
                  <a:cubicBezTo>
                    <a:pt x="894" y="268"/>
                    <a:pt x="897" y="273"/>
                    <a:pt x="897" y="277"/>
                  </a:cubicBezTo>
                  <a:cubicBezTo>
                    <a:pt x="897" y="282"/>
                    <a:pt x="894" y="286"/>
                    <a:pt x="890" y="289"/>
                  </a:cubicBezTo>
                  <a:cubicBezTo>
                    <a:pt x="500" y="514"/>
                    <a:pt x="500" y="514"/>
                    <a:pt x="500" y="514"/>
                  </a:cubicBezTo>
                  <a:cubicBezTo>
                    <a:pt x="495" y="517"/>
                    <a:pt x="489" y="518"/>
                    <a:pt x="483" y="518"/>
                  </a:cubicBezTo>
                  <a:moveTo>
                    <a:pt x="483" y="0"/>
                  </a:moveTo>
                  <a:cubicBezTo>
                    <a:pt x="476" y="0"/>
                    <a:pt x="468" y="2"/>
                    <a:pt x="462" y="6"/>
                  </a:cubicBezTo>
                  <a:cubicBezTo>
                    <a:pt x="7" y="269"/>
                    <a:pt x="7" y="269"/>
                    <a:pt x="7" y="269"/>
                  </a:cubicBezTo>
                  <a:cubicBezTo>
                    <a:pt x="0" y="273"/>
                    <a:pt x="0" y="282"/>
                    <a:pt x="7" y="286"/>
                  </a:cubicBezTo>
                  <a:cubicBezTo>
                    <a:pt x="462" y="548"/>
                    <a:pt x="462" y="548"/>
                    <a:pt x="462" y="548"/>
                  </a:cubicBezTo>
                  <a:cubicBezTo>
                    <a:pt x="468" y="552"/>
                    <a:pt x="476" y="554"/>
                    <a:pt x="483" y="554"/>
                  </a:cubicBezTo>
                  <a:cubicBezTo>
                    <a:pt x="491" y="554"/>
                    <a:pt x="498" y="552"/>
                    <a:pt x="505" y="548"/>
                  </a:cubicBezTo>
                  <a:cubicBezTo>
                    <a:pt x="960" y="286"/>
                    <a:pt x="960" y="286"/>
                    <a:pt x="960" y="286"/>
                  </a:cubicBezTo>
                  <a:cubicBezTo>
                    <a:pt x="966" y="282"/>
                    <a:pt x="966" y="273"/>
                    <a:pt x="960" y="269"/>
                  </a:cubicBezTo>
                  <a:cubicBezTo>
                    <a:pt x="505" y="6"/>
                    <a:pt x="505" y="6"/>
                    <a:pt x="505" y="6"/>
                  </a:cubicBezTo>
                  <a:cubicBezTo>
                    <a:pt x="498" y="2"/>
                    <a:pt x="491" y="0"/>
                    <a:pt x="483" y="0"/>
                  </a:cubicBezTo>
                </a:path>
              </a:pathLst>
            </a:custGeom>
            <a:solidFill>
              <a:srgbClr val="5E578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7">
              <a:extLst>
                <a:ext uri="{FF2B5EF4-FFF2-40B4-BE49-F238E27FC236}">
                  <a16:creationId xmlns:a16="http://schemas.microsoft.com/office/drawing/2014/main" id="{6DA1449B-9DF5-422D-8D4F-8ECFC57F0FC6}"/>
                </a:ext>
              </a:extLst>
            </p:cNvPr>
            <p:cNvSpPr>
              <a:spLocks noEditPoints="1"/>
            </p:cNvSpPr>
            <p:nvPr userDrawn="1"/>
          </p:nvSpPr>
          <p:spPr bwMode="auto">
            <a:xfrm>
              <a:off x="7869238" y="4108450"/>
              <a:ext cx="2730500" cy="1592262"/>
            </a:xfrm>
            <a:custGeom>
              <a:avLst/>
              <a:gdLst>
                <a:gd name="T0" fmla="*/ 403 w 828"/>
                <a:gd name="T1" fmla="*/ 467 h 482"/>
                <a:gd name="T2" fmla="*/ 13 w 828"/>
                <a:gd name="T3" fmla="*/ 242 h 482"/>
                <a:gd name="T4" fmla="*/ 12 w 828"/>
                <a:gd name="T5" fmla="*/ 241 h 482"/>
                <a:gd name="T6" fmla="*/ 13 w 828"/>
                <a:gd name="T7" fmla="*/ 240 h 482"/>
                <a:gd name="T8" fmla="*/ 403 w 828"/>
                <a:gd name="T9" fmla="*/ 15 h 482"/>
                <a:gd name="T10" fmla="*/ 414 w 828"/>
                <a:gd name="T11" fmla="*/ 12 h 482"/>
                <a:gd name="T12" fmla="*/ 425 w 828"/>
                <a:gd name="T13" fmla="*/ 15 h 482"/>
                <a:gd name="T14" fmla="*/ 815 w 828"/>
                <a:gd name="T15" fmla="*/ 240 h 482"/>
                <a:gd name="T16" fmla="*/ 816 w 828"/>
                <a:gd name="T17" fmla="*/ 241 h 482"/>
                <a:gd name="T18" fmla="*/ 815 w 828"/>
                <a:gd name="T19" fmla="*/ 242 h 482"/>
                <a:gd name="T20" fmla="*/ 425 w 828"/>
                <a:gd name="T21" fmla="*/ 467 h 482"/>
                <a:gd name="T22" fmla="*/ 414 w 828"/>
                <a:gd name="T23" fmla="*/ 470 h 482"/>
                <a:gd name="T24" fmla="*/ 403 w 828"/>
                <a:gd name="T25" fmla="*/ 467 h 482"/>
                <a:gd name="T26" fmla="*/ 403 w 828"/>
                <a:gd name="T27" fmla="*/ 467 h 482"/>
                <a:gd name="T28" fmla="*/ 414 w 828"/>
                <a:gd name="T29" fmla="*/ 0 h 482"/>
                <a:gd name="T30" fmla="*/ 397 w 828"/>
                <a:gd name="T31" fmla="*/ 5 h 482"/>
                <a:gd name="T32" fmla="*/ 7 w 828"/>
                <a:gd name="T33" fmla="*/ 230 h 482"/>
                <a:gd name="T34" fmla="*/ 0 w 828"/>
                <a:gd name="T35" fmla="*/ 241 h 482"/>
                <a:gd name="T36" fmla="*/ 7 w 828"/>
                <a:gd name="T37" fmla="*/ 253 h 482"/>
                <a:gd name="T38" fmla="*/ 397 w 828"/>
                <a:gd name="T39" fmla="*/ 478 h 482"/>
                <a:gd name="T40" fmla="*/ 397 w 828"/>
                <a:gd name="T41" fmla="*/ 478 h 482"/>
                <a:gd name="T42" fmla="*/ 414 w 828"/>
                <a:gd name="T43" fmla="*/ 482 h 482"/>
                <a:gd name="T44" fmla="*/ 431 w 828"/>
                <a:gd name="T45" fmla="*/ 478 h 482"/>
                <a:gd name="T46" fmla="*/ 821 w 828"/>
                <a:gd name="T47" fmla="*/ 253 h 482"/>
                <a:gd name="T48" fmla="*/ 828 w 828"/>
                <a:gd name="T49" fmla="*/ 241 h 482"/>
                <a:gd name="T50" fmla="*/ 821 w 828"/>
                <a:gd name="T51" fmla="*/ 230 h 482"/>
                <a:gd name="T52" fmla="*/ 431 w 828"/>
                <a:gd name="T53" fmla="*/ 5 h 482"/>
                <a:gd name="T54" fmla="*/ 414 w 828"/>
                <a:gd name="T5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28" h="482">
                  <a:moveTo>
                    <a:pt x="403" y="467"/>
                  </a:moveTo>
                  <a:cubicBezTo>
                    <a:pt x="13" y="242"/>
                    <a:pt x="13" y="242"/>
                    <a:pt x="13" y="242"/>
                  </a:cubicBezTo>
                  <a:cubicBezTo>
                    <a:pt x="13" y="242"/>
                    <a:pt x="12" y="242"/>
                    <a:pt x="12" y="241"/>
                  </a:cubicBezTo>
                  <a:cubicBezTo>
                    <a:pt x="12" y="241"/>
                    <a:pt x="13" y="241"/>
                    <a:pt x="13" y="240"/>
                  </a:cubicBezTo>
                  <a:cubicBezTo>
                    <a:pt x="403" y="15"/>
                    <a:pt x="403" y="15"/>
                    <a:pt x="403" y="15"/>
                  </a:cubicBezTo>
                  <a:cubicBezTo>
                    <a:pt x="406" y="13"/>
                    <a:pt x="410" y="12"/>
                    <a:pt x="414" y="12"/>
                  </a:cubicBezTo>
                  <a:cubicBezTo>
                    <a:pt x="418" y="12"/>
                    <a:pt x="422" y="13"/>
                    <a:pt x="425" y="15"/>
                  </a:cubicBezTo>
                  <a:cubicBezTo>
                    <a:pt x="815" y="240"/>
                    <a:pt x="815" y="240"/>
                    <a:pt x="815" y="240"/>
                  </a:cubicBezTo>
                  <a:cubicBezTo>
                    <a:pt x="816" y="241"/>
                    <a:pt x="816" y="241"/>
                    <a:pt x="816" y="241"/>
                  </a:cubicBezTo>
                  <a:cubicBezTo>
                    <a:pt x="816" y="242"/>
                    <a:pt x="816" y="242"/>
                    <a:pt x="815" y="242"/>
                  </a:cubicBezTo>
                  <a:cubicBezTo>
                    <a:pt x="425" y="467"/>
                    <a:pt x="425" y="467"/>
                    <a:pt x="425" y="467"/>
                  </a:cubicBezTo>
                  <a:cubicBezTo>
                    <a:pt x="422" y="469"/>
                    <a:pt x="418" y="470"/>
                    <a:pt x="414" y="470"/>
                  </a:cubicBezTo>
                  <a:cubicBezTo>
                    <a:pt x="410" y="470"/>
                    <a:pt x="406" y="469"/>
                    <a:pt x="403" y="467"/>
                  </a:cubicBezTo>
                  <a:cubicBezTo>
                    <a:pt x="403" y="467"/>
                    <a:pt x="403" y="467"/>
                    <a:pt x="403" y="467"/>
                  </a:cubicBezTo>
                  <a:moveTo>
                    <a:pt x="414" y="0"/>
                  </a:moveTo>
                  <a:cubicBezTo>
                    <a:pt x="408" y="0"/>
                    <a:pt x="402" y="2"/>
                    <a:pt x="397" y="5"/>
                  </a:cubicBezTo>
                  <a:cubicBezTo>
                    <a:pt x="7" y="230"/>
                    <a:pt x="7" y="230"/>
                    <a:pt x="7" y="230"/>
                  </a:cubicBezTo>
                  <a:cubicBezTo>
                    <a:pt x="3" y="232"/>
                    <a:pt x="0" y="237"/>
                    <a:pt x="0" y="241"/>
                  </a:cubicBezTo>
                  <a:cubicBezTo>
                    <a:pt x="0" y="246"/>
                    <a:pt x="3" y="250"/>
                    <a:pt x="7" y="253"/>
                  </a:cubicBezTo>
                  <a:cubicBezTo>
                    <a:pt x="397" y="478"/>
                    <a:pt x="397" y="478"/>
                    <a:pt x="397" y="478"/>
                  </a:cubicBezTo>
                  <a:cubicBezTo>
                    <a:pt x="397" y="478"/>
                    <a:pt x="397" y="478"/>
                    <a:pt x="397" y="478"/>
                  </a:cubicBezTo>
                  <a:cubicBezTo>
                    <a:pt x="402" y="481"/>
                    <a:pt x="408" y="482"/>
                    <a:pt x="414" y="482"/>
                  </a:cubicBezTo>
                  <a:cubicBezTo>
                    <a:pt x="420" y="482"/>
                    <a:pt x="426" y="481"/>
                    <a:pt x="431" y="478"/>
                  </a:cubicBezTo>
                  <a:cubicBezTo>
                    <a:pt x="821" y="253"/>
                    <a:pt x="821" y="253"/>
                    <a:pt x="821" y="253"/>
                  </a:cubicBezTo>
                  <a:cubicBezTo>
                    <a:pt x="825" y="250"/>
                    <a:pt x="828" y="246"/>
                    <a:pt x="828" y="241"/>
                  </a:cubicBezTo>
                  <a:cubicBezTo>
                    <a:pt x="828" y="237"/>
                    <a:pt x="825" y="232"/>
                    <a:pt x="821" y="230"/>
                  </a:cubicBezTo>
                  <a:cubicBezTo>
                    <a:pt x="431" y="5"/>
                    <a:pt x="431" y="5"/>
                    <a:pt x="431" y="5"/>
                  </a:cubicBezTo>
                  <a:cubicBezTo>
                    <a:pt x="426" y="2"/>
                    <a:pt x="420" y="0"/>
                    <a:pt x="414" y="0"/>
                  </a:cubicBezTo>
                </a:path>
              </a:pathLst>
            </a:custGeom>
            <a:gradFill>
              <a:gsLst>
                <a:gs pos="74000">
                  <a:srgbClr val="2D7C9E">
                    <a:alpha val="74000"/>
                  </a:srgbClr>
                </a:gs>
                <a:gs pos="37000">
                  <a:srgbClr val="41E4DE">
                    <a:alpha val="71000"/>
                  </a:srgbClr>
                </a:gs>
                <a:gs pos="0">
                  <a:srgbClr val="19145F"/>
                </a:gs>
                <a:gs pos="100000">
                  <a:srgbClr val="19125E">
                    <a:alpha val="82000"/>
                  </a:srgbClr>
                </a:gs>
              </a:gsLst>
              <a:lin ang="12000000" scaled="0"/>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8">
              <a:extLst>
                <a:ext uri="{FF2B5EF4-FFF2-40B4-BE49-F238E27FC236}">
                  <a16:creationId xmlns:a16="http://schemas.microsoft.com/office/drawing/2014/main" id="{10B2BFE2-CBF3-401C-AE0A-ABD3A26EA64B}"/>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close/>
                </a:path>
              </a:pathLst>
            </a:custGeom>
            <a:solidFill>
              <a:srgbClr val="100B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9">
              <a:extLst>
                <a:ext uri="{FF2B5EF4-FFF2-40B4-BE49-F238E27FC236}">
                  <a16:creationId xmlns:a16="http://schemas.microsoft.com/office/drawing/2014/main" id="{27BD26F7-83BE-43A6-ADDF-5050C8D1A582}"/>
                </a:ext>
              </a:extLst>
            </p:cNvPr>
            <p:cNvSpPr>
              <a:spLocks/>
            </p:cNvSpPr>
            <p:nvPr userDrawn="1"/>
          </p:nvSpPr>
          <p:spPr bwMode="auto">
            <a:xfrm>
              <a:off x="8158163" y="4283075"/>
              <a:ext cx="2154237" cy="1246187"/>
            </a:xfrm>
            <a:custGeom>
              <a:avLst/>
              <a:gdLst>
                <a:gd name="T0" fmla="*/ 678 w 1357"/>
                <a:gd name="T1" fmla="*/ 0 h 785"/>
                <a:gd name="T2" fmla="*/ 0 w 1357"/>
                <a:gd name="T3" fmla="*/ 391 h 785"/>
                <a:gd name="T4" fmla="*/ 678 w 1357"/>
                <a:gd name="T5" fmla="*/ 785 h 785"/>
                <a:gd name="T6" fmla="*/ 1357 w 1357"/>
                <a:gd name="T7" fmla="*/ 391 h 785"/>
                <a:gd name="T8" fmla="*/ 678 w 1357"/>
                <a:gd name="T9" fmla="*/ 0 h 785"/>
              </a:gdLst>
              <a:ahLst/>
              <a:cxnLst>
                <a:cxn ang="0">
                  <a:pos x="T0" y="T1"/>
                </a:cxn>
                <a:cxn ang="0">
                  <a:pos x="T2" y="T3"/>
                </a:cxn>
                <a:cxn ang="0">
                  <a:pos x="T4" y="T5"/>
                </a:cxn>
                <a:cxn ang="0">
                  <a:pos x="T6" y="T7"/>
                </a:cxn>
                <a:cxn ang="0">
                  <a:pos x="T8" y="T9"/>
                </a:cxn>
              </a:cxnLst>
              <a:rect l="0" t="0" r="r" b="b"/>
              <a:pathLst>
                <a:path w="1357" h="785">
                  <a:moveTo>
                    <a:pt x="678" y="0"/>
                  </a:moveTo>
                  <a:lnTo>
                    <a:pt x="0" y="391"/>
                  </a:lnTo>
                  <a:lnTo>
                    <a:pt x="678" y="785"/>
                  </a:lnTo>
                  <a:lnTo>
                    <a:pt x="1357" y="391"/>
                  </a:lnTo>
                  <a:lnTo>
                    <a:pt x="6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55">
              <a:extLst>
                <a:ext uri="{FF2B5EF4-FFF2-40B4-BE49-F238E27FC236}">
                  <a16:creationId xmlns:a16="http://schemas.microsoft.com/office/drawing/2014/main" id="{6E07EA3C-1B70-4FDE-B7A1-5C2C57B1F92E}"/>
                </a:ext>
              </a:extLst>
            </p:cNvPr>
            <p:cNvSpPr>
              <a:spLocks/>
            </p:cNvSpPr>
            <p:nvPr userDrawn="1"/>
          </p:nvSpPr>
          <p:spPr bwMode="auto">
            <a:xfrm>
              <a:off x="6513861" y="5810250"/>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2"/>
                    <a:pt x="9" y="24"/>
                    <a:pt x="13" y="24"/>
                  </a:cubicBezTo>
                  <a:cubicBezTo>
                    <a:pt x="15" y="24"/>
                    <a:pt x="17" y="23"/>
                    <a:pt x="19" y="22"/>
                  </a:cubicBezTo>
                  <a:cubicBezTo>
                    <a:pt x="25" y="19"/>
                    <a:pt x="27" y="12"/>
                    <a:pt x="23" y="6"/>
                  </a:cubicBezTo>
                  <a:cubicBezTo>
                    <a:pt x="21" y="3"/>
                    <a:pt x="17"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56">
              <a:extLst>
                <a:ext uri="{FF2B5EF4-FFF2-40B4-BE49-F238E27FC236}">
                  <a16:creationId xmlns:a16="http://schemas.microsoft.com/office/drawing/2014/main" id="{36A0F9D0-6FD0-4967-B8F9-B088C32BD0B9}"/>
                </a:ext>
              </a:extLst>
            </p:cNvPr>
            <p:cNvSpPr>
              <a:spLocks/>
            </p:cNvSpPr>
            <p:nvPr userDrawn="1"/>
          </p:nvSpPr>
          <p:spPr bwMode="auto">
            <a:xfrm>
              <a:off x="6605936" y="5756275"/>
              <a:ext cx="88900" cy="79375"/>
            </a:xfrm>
            <a:custGeom>
              <a:avLst/>
              <a:gdLst>
                <a:gd name="T0" fmla="*/ 14 w 27"/>
                <a:gd name="T1" fmla="*/ 0 h 24"/>
                <a:gd name="T2" fmla="*/ 8 w 27"/>
                <a:gd name="T3" fmla="*/ 2 h 24"/>
                <a:gd name="T4" fmla="*/ 3 w 27"/>
                <a:gd name="T5" fmla="*/ 18 h 24"/>
                <a:gd name="T6" fmla="*/ 14 w 27"/>
                <a:gd name="T7" fmla="*/ 24 h 24"/>
                <a:gd name="T8" fmla="*/ 19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3" y="18"/>
                  </a:cubicBezTo>
                  <a:cubicBezTo>
                    <a:pt x="5" y="22"/>
                    <a:pt x="9" y="24"/>
                    <a:pt x="14" y="24"/>
                  </a:cubicBezTo>
                  <a:cubicBezTo>
                    <a:pt x="16" y="24"/>
                    <a:pt x="18" y="23"/>
                    <a:pt x="19" y="22"/>
                  </a:cubicBezTo>
                  <a:cubicBezTo>
                    <a:pt x="25" y="19"/>
                    <a:pt x="27" y="12"/>
                    <a:pt x="24" y="6"/>
                  </a:cubicBezTo>
                  <a:cubicBezTo>
                    <a:pt x="22" y="2"/>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57">
              <a:extLst>
                <a:ext uri="{FF2B5EF4-FFF2-40B4-BE49-F238E27FC236}">
                  <a16:creationId xmlns:a16="http://schemas.microsoft.com/office/drawing/2014/main" id="{9CE429ED-D423-4FF2-8997-F925A4EE3210}"/>
                </a:ext>
              </a:extLst>
            </p:cNvPr>
            <p:cNvSpPr>
              <a:spLocks/>
            </p:cNvSpPr>
            <p:nvPr userDrawn="1"/>
          </p:nvSpPr>
          <p:spPr bwMode="auto">
            <a:xfrm>
              <a:off x="6701186" y="5702300"/>
              <a:ext cx="85725" cy="77787"/>
            </a:xfrm>
            <a:custGeom>
              <a:avLst/>
              <a:gdLst>
                <a:gd name="T0" fmla="*/ 13 w 26"/>
                <a:gd name="T1" fmla="*/ 0 h 23"/>
                <a:gd name="T2" fmla="*/ 7 w 26"/>
                <a:gd name="T3" fmla="*/ 1 h 23"/>
                <a:gd name="T4" fmla="*/ 3 w 26"/>
                <a:gd name="T5" fmla="*/ 18 h 23"/>
                <a:gd name="T6" fmla="*/ 13 w 26"/>
                <a:gd name="T7" fmla="*/ 23 h 23"/>
                <a:gd name="T8" fmla="*/ 19 w 26"/>
                <a:gd name="T9" fmla="*/ 22 h 23"/>
                <a:gd name="T10" fmla="*/ 23 w 26"/>
                <a:gd name="T11" fmla="*/ 6 h 23"/>
                <a:gd name="T12" fmla="*/ 13 w 2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6" h="23">
                  <a:moveTo>
                    <a:pt x="13" y="0"/>
                  </a:moveTo>
                  <a:cubicBezTo>
                    <a:pt x="11" y="0"/>
                    <a:pt x="9" y="0"/>
                    <a:pt x="7" y="1"/>
                  </a:cubicBezTo>
                  <a:cubicBezTo>
                    <a:pt x="2" y="5"/>
                    <a:pt x="0" y="12"/>
                    <a:pt x="3" y="18"/>
                  </a:cubicBezTo>
                  <a:cubicBezTo>
                    <a:pt x="5" y="21"/>
                    <a:pt x="9" y="23"/>
                    <a:pt x="13" y="23"/>
                  </a:cubicBezTo>
                  <a:cubicBezTo>
                    <a:pt x="15" y="23"/>
                    <a:pt x="17" y="23"/>
                    <a:pt x="19" y="22"/>
                  </a:cubicBezTo>
                  <a:cubicBezTo>
                    <a:pt x="24" y="19"/>
                    <a:pt x="26"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58">
              <a:extLst>
                <a:ext uri="{FF2B5EF4-FFF2-40B4-BE49-F238E27FC236}">
                  <a16:creationId xmlns:a16="http://schemas.microsoft.com/office/drawing/2014/main" id="{3AD1FA30-1A5F-45B7-8F47-0495666ED69B}"/>
                </a:ext>
              </a:extLst>
            </p:cNvPr>
            <p:cNvSpPr>
              <a:spLocks/>
            </p:cNvSpPr>
            <p:nvPr userDrawn="1"/>
          </p:nvSpPr>
          <p:spPr bwMode="auto">
            <a:xfrm>
              <a:off x="6793261" y="5649912"/>
              <a:ext cx="90488"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4"/>
                    <a:pt x="0" y="12"/>
                    <a:pt x="3" y="17"/>
                  </a:cubicBezTo>
                  <a:cubicBezTo>
                    <a:pt x="5" y="21"/>
                    <a:pt x="9" y="23"/>
                    <a:pt x="13" y="23"/>
                  </a:cubicBezTo>
                  <a:cubicBezTo>
                    <a:pt x="15" y="23"/>
                    <a:pt x="17" y="23"/>
                    <a:pt x="19" y="22"/>
                  </a:cubicBezTo>
                  <a:cubicBezTo>
                    <a:pt x="25" y="19"/>
                    <a:pt x="27" y="11"/>
                    <a:pt x="24" y="6"/>
                  </a:cubicBezTo>
                  <a:cubicBezTo>
                    <a:pt x="22" y="2"/>
                    <a:pt x="18" y="0"/>
                    <a:pt x="13"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59">
              <a:extLst>
                <a:ext uri="{FF2B5EF4-FFF2-40B4-BE49-F238E27FC236}">
                  <a16:creationId xmlns:a16="http://schemas.microsoft.com/office/drawing/2014/main" id="{5AF43635-36A7-45F9-A4B6-9FC4A785017A}"/>
                </a:ext>
              </a:extLst>
            </p:cNvPr>
            <p:cNvSpPr>
              <a:spLocks/>
            </p:cNvSpPr>
            <p:nvPr userDrawn="1"/>
          </p:nvSpPr>
          <p:spPr bwMode="auto">
            <a:xfrm>
              <a:off x="6886924" y="5595937"/>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1"/>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60">
              <a:extLst>
                <a:ext uri="{FF2B5EF4-FFF2-40B4-BE49-F238E27FC236}">
                  <a16:creationId xmlns:a16="http://schemas.microsoft.com/office/drawing/2014/main" id="{2C941137-2484-49B8-AF1F-1BDF79181563}"/>
                </a:ext>
              </a:extLst>
            </p:cNvPr>
            <p:cNvSpPr>
              <a:spLocks/>
            </p:cNvSpPr>
            <p:nvPr userDrawn="1"/>
          </p:nvSpPr>
          <p:spPr bwMode="auto">
            <a:xfrm>
              <a:off x="6982174" y="5538787"/>
              <a:ext cx="88900" cy="80962"/>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2"/>
                    <a:pt x="9" y="24"/>
                    <a:pt x="13" y="24"/>
                  </a:cubicBezTo>
                  <a:cubicBezTo>
                    <a:pt x="15" y="24"/>
                    <a:pt x="17" y="23"/>
                    <a:pt x="19" y="22"/>
                  </a:cubicBezTo>
                  <a:cubicBezTo>
                    <a:pt x="25" y="19"/>
                    <a:pt x="27" y="12"/>
                    <a:pt x="24" y="6"/>
                  </a:cubicBezTo>
                  <a:cubicBezTo>
                    <a:pt x="21" y="2"/>
                    <a:pt x="17" y="0"/>
                    <a:pt x="13" y="0"/>
                  </a:cubicBezTo>
                </a:path>
              </a:pathLst>
            </a:custGeom>
            <a:solidFill>
              <a:srgbClr val="42669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61">
              <a:extLst>
                <a:ext uri="{FF2B5EF4-FFF2-40B4-BE49-F238E27FC236}">
                  <a16:creationId xmlns:a16="http://schemas.microsoft.com/office/drawing/2014/main" id="{4035D36C-9987-492B-8D32-29DACD2F0BB7}"/>
                </a:ext>
              </a:extLst>
            </p:cNvPr>
            <p:cNvSpPr>
              <a:spLocks/>
            </p:cNvSpPr>
            <p:nvPr userDrawn="1"/>
          </p:nvSpPr>
          <p:spPr bwMode="auto">
            <a:xfrm>
              <a:off x="7263161" y="5372100"/>
              <a:ext cx="88900" cy="77787"/>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4" y="17"/>
                  </a:cubicBezTo>
                  <a:cubicBezTo>
                    <a:pt x="6" y="21"/>
                    <a:pt x="10" y="23"/>
                    <a:pt x="14" y="23"/>
                  </a:cubicBezTo>
                  <a:cubicBezTo>
                    <a:pt x="16" y="23"/>
                    <a:pt x="18" y="23"/>
                    <a:pt x="20" y="22"/>
                  </a:cubicBezTo>
                  <a:cubicBezTo>
                    <a:pt x="25" y="19"/>
                    <a:pt x="27" y="11"/>
                    <a:pt x="24" y="6"/>
                  </a:cubicBezTo>
                  <a:cubicBezTo>
                    <a:pt x="22" y="2"/>
                    <a:pt x="18"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62">
              <a:extLst>
                <a:ext uri="{FF2B5EF4-FFF2-40B4-BE49-F238E27FC236}">
                  <a16:creationId xmlns:a16="http://schemas.microsoft.com/office/drawing/2014/main" id="{3B4E7CED-FE5C-49BE-9362-C2587E4A946F}"/>
                </a:ext>
              </a:extLst>
            </p:cNvPr>
            <p:cNvSpPr>
              <a:spLocks/>
            </p:cNvSpPr>
            <p:nvPr userDrawn="1"/>
          </p:nvSpPr>
          <p:spPr bwMode="auto">
            <a:xfrm>
              <a:off x="7171086" y="5426075"/>
              <a:ext cx="88900" cy="79375"/>
            </a:xfrm>
            <a:custGeom>
              <a:avLst/>
              <a:gdLst>
                <a:gd name="T0" fmla="*/ 13 w 27"/>
                <a:gd name="T1" fmla="*/ 0 h 24"/>
                <a:gd name="T2" fmla="*/ 8 w 27"/>
                <a:gd name="T3" fmla="*/ 2 h 24"/>
                <a:gd name="T4" fmla="*/ 3 w 27"/>
                <a:gd name="T5" fmla="*/ 18 h 24"/>
                <a:gd name="T6" fmla="*/ 13 w 27"/>
                <a:gd name="T7" fmla="*/ 24 h 24"/>
                <a:gd name="T8" fmla="*/ 19 w 27"/>
                <a:gd name="T9" fmla="*/ 22 h 24"/>
                <a:gd name="T10" fmla="*/ 24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8" y="2"/>
                  </a:cubicBezTo>
                  <a:cubicBezTo>
                    <a:pt x="2" y="5"/>
                    <a:pt x="0" y="12"/>
                    <a:pt x="3" y="18"/>
                  </a:cubicBezTo>
                  <a:cubicBezTo>
                    <a:pt x="5" y="21"/>
                    <a:pt x="9" y="24"/>
                    <a:pt x="13" y="24"/>
                  </a:cubicBezTo>
                  <a:cubicBezTo>
                    <a:pt x="15" y="24"/>
                    <a:pt x="17" y="23"/>
                    <a:pt x="19" y="22"/>
                  </a:cubicBezTo>
                  <a:cubicBezTo>
                    <a:pt x="25" y="19"/>
                    <a:pt x="27" y="12"/>
                    <a:pt x="24" y="6"/>
                  </a:cubicBezTo>
                  <a:cubicBezTo>
                    <a:pt x="21" y="2"/>
                    <a:pt x="17"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63">
              <a:extLst>
                <a:ext uri="{FF2B5EF4-FFF2-40B4-BE49-F238E27FC236}">
                  <a16:creationId xmlns:a16="http://schemas.microsoft.com/office/drawing/2014/main" id="{531F4641-AD0A-4223-9658-0A902DDBCEDB}"/>
                </a:ext>
              </a:extLst>
            </p:cNvPr>
            <p:cNvSpPr>
              <a:spLocks/>
            </p:cNvSpPr>
            <p:nvPr userDrawn="1"/>
          </p:nvSpPr>
          <p:spPr bwMode="auto">
            <a:xfrm>
              <a:off x="7074249" y="5480050"/>
              <a:ext cx="88900" cy="79375"/>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2"/>
                    <a:pt x="18" y="0"/>
                    <a:pt x="14" y="0"/>
                  </a:cubicBezTo>
                </a:path>
              </a:pathLst>
            </a:custGeom>
            <a:solidFill>
              <a:srgbClr val="457EA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64">
              <a:extLst>
                <a:ext uri="{FF2B5EF4-FFF2-40B4-BE49-F238E27FC236}">
                  <a16:creationId xmlns:a16="http://schemas.microsoft.com/office/drawing/2014/main" id="{05E0E6C8-D006-42F6-8C42-980DEB3AC5A4}"/>
                </a:ext>
              </a:extLst>
            </p:cNvPr>
            <p:cNvSpPr>
              <a:spLocks/>
            </p:cNvSpPr>
            <p:nvPr userDrawn="1"/>
          </p:nvSpPr>
          <p:spPr bwMode="auto">
            <a:xfrm>
              <a:off x="7923561" y="5372100"/>
              <a:ext cx="88900" cy="77787"/>
            </a:xfrm>
            <a:custGeom>
              <a:avLst/>
              <a:gdLst>
                <a:gd name="T0" fmla="*/ 13 w 27"/>
                <a:gd name="T1" fmla="*/ 0 h 23"/>
                <a:gd name="T2" fmla="*/ 3 w 27"/>
                <a:gd name="T3" fmla="*/ 5 h 23"/>
                <a:gd name="T4" fmla="*/ 8 w 27"/>
                <a:gd name="T5" fmla="*/ 22 h 23"/>
                <a:gd name="T6" fmla="*/ 13 w 27"/>
                <a:gd name="T7" fmla="*/ 23 h 23"/>
                <a:gd name="T8" fmla="*/ 24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8" y="22"/>
                  </a:cubicBezTo>
                  <a:cubicBezTo>
                    <a:pt x="9" y="23"/>
                    <a:pt x="11" y="23"/>
                    <a:pt x="13" y="23"/>
                  </a:cubicBezTo>
                  <a:cubicBezTo>
                    <a:pt x="18" y="23"/>
                    <a:pt x="21" y="21"/>
                    <a:pt x="24" y="17"/>
                  </a:cubicBezTo>
                  <a:cubicBezTo>
                    <a:pt x="27" y="11"/>
                    <a:pt x="25" y="4"/>
                    <a:pt x="19" y="1"/>
                  </a:cubicBezTo>
                  <a:cubicBezTo>
                    <a:pt x="17" y="0"/>
                    <a:pt x="15"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65">
              <a:extLst>
                <a:ext uri="{FF2B5EF4-FFF2-40B4-BE49-F238E27FC236}">
                  <a16:creationId xmlns:a16="http://schemas.microsoft.com/office/drawing/2014/main" id="{E0F525E9-9A56-4973-AFFE-546EA914213A}"/>
                </a:ext>
              </a:extLst>
            </p:cNvPr>
            <p:cNvSpPr>
              <a:spLocks/>
            </p:cNvSpPr>
            <p:nvPr userDrawn="1"/>
          </p:nvSpPr>
          <p:spPr bwMode="auto">
            <a:xfrm>
              <a:off x="8015636" y="5426075"/>
              <a:ext cx="88900" cy="76200"/>
            </a:xfrm>
            <a:custGeom>
              <a:avLst/>
              <a:gdLst>
                <a:gd name="T0" fmla="*/ 14 w 27"/>
                <a:gd name="T1" fmla="*/ 0 h 23"/>
                <a:gd name="T2" fmla="*/ 4 w 27"/>
                <a:gd name="T3" fmla="*/ 6 h 23"/>
                <a:gd name="T4" fmla="*/ 8 w 27"/>
                <a:gd name="T5" fmla="*/ 22 h 23"/>
                <a:gd name="T6" fmla="*/ 14 w 27"/>
                <a:gd name="T7" fmla="*/ 23 h 23"/>
                <a:gd name="T8" fmla="*/ 24 w 27"/>
                <a:gd name="T9" fmla="*/ 17 h 23"/>
                <a:gd name="T10" fmla="*/ 20 w 27"/>
                <a:gd name="T11" fmla="*/ 1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4" y="6"/>
                  </a:cubicBezTo>
                  <a:cubicBezTo>
                    <a:pt x="0" y="11"/>
                    <a:pt x="2" y="19"/>
                    <a:pt x="8" y="22"/>
                  </a:cubicBezTo>
                  <a:cubicBezTo>
                    <a:pt x="10" y="23"/>
                    <a:pt x="12" y="23"/>
                    <a:pt x="14" y="23"/>
                  </a:cubicBezTo>
                  <a:cubicBezTo>
                    <a:pt x="18" y="23"/>
                    <a:pt x="22" y="21"/>
                    <a:pt x="24" y="17"/>
                  </a:cubicBezTo>
                  <a:cubicBezTo>
                    <a:pt x="27" y="12"/>
                    <a:pt x="25" y="5"/>
                    <a:pt x="20" y="1"/>
                  </a:cubicBezTo>
                  <a:cubicBezTo>
                    <a:pt x="18" y="0"/>
                    <a:pt x="16"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66">
              <a:extLst>
                <a:ext uri="{FF2B5EF4-FFF2-40B4-BE49-F238E27FC236}">
                  <a16:creationId xmlns:a16="http://schemas.microsoft.com/office/drawing/2014/main" id="{BEAE6FF4-C501-4C1E-BE5C-FD002C74039B}"/>
                </a:ext>
              </a:extLst>
            </p:cNvPr>
            <p:cNvSpPr>
              <a:spLocks/>
            </p:cNvSpPr>
            <p:nvPr userDrawn="1"/>
          </p:nvSpPr>
          <p:spPr bwMode="auto">
            <a:xfrm>
              <a:off x="8110886" y="5480050"/>
              <a:ext cx="88900" cy="79375"/>
            </a:xfrm>
            <a:custGeom>
              <a:avLst/>
              <a:gdLst>
                <a:gd name="T0" fmla="*/ 13 w 27"/>
                <a:gd name="T1" fmla="*/ 0 h 24"/>
                <a:gd name="T2" fmla="*/ 3 w 27"/>
                <a:gd name="T3" fmla="*/ 6 h 24"/>
                <a:gd name="T4" fmla="*/ 8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2"/>
                    <a:pt x="3" y="6"/>
                  </a:cubicBezTo>
                  <a:cubicBezTo>
                    <a:pt x="0" y="12"/>
                    <a:pt x="2" y="19"/>
                    <a:pt x="8" y="22"/>
                  </a:cubicBezTo>
                  <a:cubicBezTo>
                    <a:pt x="9" y="23"/>
                    <a:pt x="11" y="24"/>
                    <a:pt x="13" y="24"/>
                  </a:cubicBezTo>
                  <a:cubicBezTo>
                    <a:pt x="17" y="24"/>
                    <a:pt x="21" y="21"/>
                    <a:pt x="24" y="18"/>
                  </a:cubicBezTo>
                  <a:cubicBezTo>
                    <a:pt x="27" y="12"/>
                    <a:pt x="25" y="5"/>
                    <a:pt x="19" y="2"/>
                  </a:cubicBezTo>
                  <a:cubicBezTo>
                    <a:pt x="17" y="0"/>
                    <a:pt x="15"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67">
              <a:extLst>
                <a:ext uri="{FF2B5EF4-FFF2-40B4-BE49-F238E27FC236}">
                  <a16:creationId xmlns:a16="http://schemas.microsoft.com/office/drawing/2014/main" id="{220CDB65-2265-4F3C-900F-82CA48E66F56}"/>
                </a:ext>
              </a:extLst>
            </p:cNvPr>
            <p:cNvSpPr>
              <a:spLocks/>
            </p:cNvSpPr>
            <p:nvPr userDrawn="1"/>
          </p:nvSpPr>
          <p:spPr bwMode="auto">
            <a:xfrm>
              <a:off x="8204549" y="55324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8">
              <a:extLst>
                <a:ext uri="{FF2B5EF4-FFF2-40B4-BE49-F238E27FC236}">
                  <a16:creationId xmlns:a16="http://schemas.microsoft.com/office/drawing/2014/main" id="{ECAD736F-A86C-4A0E-9501-9B69D6915A4E}"/>
                </a:ext>
              </a:extLst>
            </p:cNvPr>
            <p:cNvSpPr>
              <a:spLocks/>
            </p:cNvSpPr>
            <p:nvPr userDrawn="1"/>
          </p:nvSpPr>
          <p:spPr bwMode="auto">
            <a:xfrm>
              <a:off x="8299799" y="5586412"/>
              <a:ext cx="88900" cy="79375"/>
            </a:xfrm>
            <a:custGeom>
              <a:avLst/>
              <a:gdLst>
                <a:gd name="T0" fmla="*/ 13 w 27"/>
                <a:gd name="T1" fmla="*/ 0 h 24"/>
                <a:gd name="T2" fmla="*/ 3 w 27"/>
                <a:gd name="T3" fmla="*/ 6 h 24"/>
                <a:gd name="T4" fmla="*/ 7 w 27"/>
                <a:gd name="T5" fmla="*/ 22 h 24"/>
                <a:gd name="T6" fmla="*/ 13 w 27"/>
                <a:gd name="T7" fmla="*/ 24 h 24"/>
                <a:gd name="T8" fmla="*/ 24 w 27"/>
                <a:gd name="T9" fmla="*/ 18 h 24"/>
                <a:gd name="T10" fmla="*/ 19 w 27"/>
                <a:gd name="T11" fmla="*/ 2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9" y="0"/>
                    <a:pt x="5" y="3"/>
                    <a:pt x="3" y="6"/>
                  </a:cubicBezTo>
                  <a:cubicBezTo>
                    <a:pt x="0" y="12"/>
                    <a:pt x="2" y="19"/>
                    <a:pt x="7" y="22"/>
                  </a:cubicBezTo>
                  <a:cubicBezTo>
                    <a:pt x="9" y="23"/>
                    <a:pt x="11" y="24"/>
                    <a:pt x="13" y="24"/>
                  </a:cubicBezTo>
                  <a:cubicBezTo>
                    <a:pt x="17" y="24"/>
                    <a:pt x="21" y="22"/>
                    <a:pt x="24" y="18"/>
                  </a:cubicBezTo>
                  <a:cubicBezTo>
                    <a:pt x="27" y="12"/>
                    <a:pt x="25" y="5"/>
                    <a:pt x="19" y="2"/>
                  </a:cubicBezTo>
                  <a:cubicBezTo>
                    <a:pt x="17" y="1"/>
                    <a:pt x="15"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71">
              <a:extLst>
                <a:ext uri="{FF2B5EF4-FFF2-40B4-BE49-F238E27FC236}">
                  <a16:creationId xmlns:a16="http://schemas.microsoft.com/office/drawing/2014/main" id="{98532914-5A4F-4DDE-A3CD-6827FFEBCA26}"/>
                </a:ext>
              </a:extLst>
            </p:cNvPr>
            <p:cNvSpPr>
              <a:spLocks/>
            </p:cNvSpPr>
            <p:nvPr userDrawn="1"/>
          </p:nvSpPr>
          <p:spPr bwMode="auto">
            <a:xfrm>
              <a:off x="8945911" y="5972175"/>
              <a:ext cx="90488" cy="80962"/>
            </a:xfrm>
            <a:custGeom>
              <a:avLst/>
              <a:gdLst>
                <a:gd name="T0" fmla="*/ 14 w 27"/>
                <a:gd name="T1" fmla="*/ 0 h 24"/>
                <a:gd name="T2" fmla="*/ 3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3" y="6"/>
                  </a:cubicBezTo>
                  <a:cubicBezTo>
                    <a:pt x="0" y="12"/>
                    <a:pt x="2" y="19"/>
                    <a:pt x="8" y="22"/>
                  </a:cubicBezTo>
                  <a:cubicBezTo>
                    <a:pt x="10" y="23"/>
                    <a:pt x="12" y="24"/>
                    <a:pt x="14" y="24"/>
                  </a:cubicBezTo>
                  <a:cubicBezTo>
                    <a:pt x="18" y="24"/>
                    <a:pt x="22" y="21"/>
                    <a:pt x="24" y="18"/>
                  </a:cubicBezTo>
                  <a:cubicBezTo>
                    <a:pt x="27" y="12"/>
                    <a:pt x="25" y="5"/>
                    <a:pt x="20" y="2"/>
                  </a:cubicBezTo>
                  <a:cubicBezTo>
                    <a:pt x="18" y="1"/>
                    <a:pt x="16" y="0"/>
                    <a:pt x="14"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72">
              <a:extLst>
                <a:ext uri="{FF2B5EF4-FFF2-40B4-BE49-F238E27FC236}">
                  <a16:creationId xmlns:a16="http://schemas.microsoft.com/office/drawing/2014/main" id="{A7BDCC71-1F86-4B47-B459-2477B26D2633}"/>
                </a:ext>
              </a:extLst>
            </p:cNvPr>
            <p:cNvSpPr>
              <a:spLocks/>
            </p:cNvSpPr>
            <p:nvPr userDrawn="1"/>
          </p:nvSpPr>
          <p:spPr bwMode="auto">
            <a:xfrm>
              <a:off x="8853836" y="5919787"/>
              <a:ext cx="88900" cy="76200"/>
            </a:xfrm>
            <a:custGeom>
              <a:avLst/>
              <a:gdLst>
                <a:gd name="T0" fmla="*/ 13 w 27"/>
                <a:gd name="T1" fmla="*/ 0 h 23"/>
                <a:gd name="T2" fmla="*/ 3 w 27"/>
                <a:gd name="T3" fmla="*/ 6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6"/>
                  </a:cubicBezTo>
                  <a:cubicBezTo>
                    <a:pt x="0" y="11"/>
                    <a:pt x="2" y="18"/>
                    <a:pt x="7" y="22"/>
                  </a:cubicBezTo>
                  <a:cubicBezTo>
                    <a:pt x="9" y="23"/>
                    <a:pt x="11" y="23"/>
                    <a:pt x="13" y="23"/>
                  </a:cubicBezTo>
                  <a:cubicBezTo>
                    <a:pt x="17" y="23"/>
                    <a:pt x="21" y="21"/>
                    <a:pt x="23" y="17"/>
                  </a:cubicBezTo>
                  <a:cubicBezTo>
                    <a:pt x="27" y="12"/>
                    <a:pt x="25" y="5"/>
                    <a:pt x="19" y="1"/>
                  </a:cubicBezTo>
                  <a:cubicBezTo>
                    <a:pt x="17" y="0"/>
                    <a:pt x="15" y="0"/>
                    <a:pt x="13"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73">
              <a:extLst>
                <a:ext uri="{FF2B5EF4-FFF2-40B4-BE49-F238E27FC236}">
                  <a16:creationId xmlns:a16="http://schemas.microsoft.com/office/drawing/2014/main" id="{8EDB264D-3D4F-4F98-A42E-3355C4154F4B}"/>
                </a:ext>
              </a:extLst>
            </p:cNvPr>
            <p:cNvSpPr>
              <a:spLocks/>
            </p:cNvSpPr>
            <p:nvPr userDrawn="1"/>
          </p:nvSpPr>
          <p:spPr bwMode="auto">
            <a:xfrm>
              <a:off x="8758586" y="5862637"/>
              <a:ext cx="88900" cy="80962"/>
            </a:xfrm>
            <a:custGeom>
              <a:avLst/>
              <a:gdLst>
                <a:gd name="T0" fmla="*/ 14 w 27"/>
                <a:gd name="T1" fmla="*/ 0 h 24"/>
                <a:gd name="T2" fmla="*/ 4 w 27"/>
                <a:gd name="T3" fmla="*/ 6 h 24"/>
                <a:gd name="T4" fmla="*/ 8 w 27"/>
                <a:gd name="T5" fmla="*/ 22 h 24"/>
                <a:gd name="T6" fmla="*/ 14 w 27"/>
                <a:gd name="T7" fmla="*/ 24 h 24"/>
                <a:gd name="T8" fmla="*/ 24 w 27"/>
                <a:gd name="T9" fmla="*/ 18 h 24"/>
                <a:gd name="T10" fmla="*/ 20 w 27"/>
                <a:gd name="T11" fmla="*/ 2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0" y="0"/>
                    <a:pt x="6" y="2"/>
                    <a:pt x="4" y="6"/>
                  </a:cubicBezTo>
                  <a:cubicBezTo>
                    <a:pt x="0" y="12"/>
                    <a:pt x="2" y="19"/>
                    <a:pt x="8" y="22"/>
                  </a:cubicBezTo>
                  <a:cubicBezTo>
                    <a:pt x="10" y="23"/>
                    <a:pt x="12" y="24"/>
                    <a:pt x="14" y="24"/>
                  </a:cubicBezTo>
                  <a:cubicBezTo>
                    <a:pt x="18" y="24"/>
                    <a:pt x="22" y="22"/>
                    <a:pt x="24" y="18"/>
                  </a:cubicBezTo>
                  <a:cubicBezTo>
                    <a:pt x="27" y="12"/>
                    <a:pt x="25" y="5"/>
                    <a:pt x="20" y="2"/>
                  </a:cubicBezTo>
                  <a:cubicBezTo>
                    <a:pt x="18" y="1"/>
                    <a:pt x="16" y="0"/>
                    <a:pt x="14"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74">
              <a:extLst>
                <a:ext uri="{FF2B5EF4-FFF2-40B4-BE49-F238E27FC236}">
                  <a16:creationId xmlns:a16="http://schemas.microsoft.com/office/drawing/2014/main" id="{33638A6C-CE95-4C7E-B7B4-8FC32CD0D2D4}"/>
                </a:ext>
              </a:extLst>
            </p:cNvPr>
            <p:cNvSpPr>
              <a:spLocks/>
            </p:cNvSpPr>
            <p:nvPr userDrawn="1"/>
          </p:nvSpPr>
          <p:spPr bwMode="auto">
            <a:xfrm>
              <a:off x="8666511" y="5810250"/>
              <a:ext cx="88900" cy="76200"/>
            </a:xfrm>
            <a:custGeom>
              <a:avLst/>
              <a:gdLst>
                <a:gd name="T0" fmla="*/ 14 w 27"/>
                <a:gd name="T1" fmla="*/ 0 h 23"/>
                <a:gd name="T2" fmla="*/ 3 w 27"/>
                <a:gd name="T3" fmla="*/ 6 h 23"/>
                <a:gd name="T4" fmla="*/ 8 w 27"/>
                <a:gd name="T5" fmla="*/ 22 h 23"/>
                <a:gd name="T6" fmla="*/ 14 w 27"/>
                <a:gd name="T7" fmla="*/ 23 h 23"/>
                <a:gd name="T8" fmla="*/ 24 w 27"/>
                <a:gd name="T9" fmla="*/ 18 h 23"/>
                <a:gd name="T10" fmla="*/ 19 w 27"/>
                <a:gd name="T11" fmla="*/ 2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0" y="0"/>
                    <a:pt x="6" y="2"/>
                    <a:pt x="3" y="6"/>
                  </a:cubicBezTo>
                  <a:cubicBezTo>
                    <a:pt x="0" y="11"/>
                    <a:pt x="2" y="19"/>
                    <a:pt x="8" y="22"/>
                  </a:cubicBezTo>
                  <a:cubicBezTo>
                    <a:pt x="10" y="23"/>
                    <a:pt x="12" y="23"/>
                    <a:pt x="14" y="23"/>
                  </a:cubicBezTo>
                  <a:cubicBezTo>
                    <a:pt x="18" y="23"/>
                    <a:pt x="22" y="21"/>
                    <a:pt x="24" y="18"/>
                  </a:cubicBezTo>
                  <a:cubicBezTo>
                    <a:pt x="27" y="12"/>
                    <a:pt x="25" y="5"/>
                    <a:pt x="19" y="2"/>
                  </a:cubicBezTo>
                  <a:cubicBezTo>
                    <a:pt x="18" y="0"/>
                    <a:pt x="16"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75">
              <a:extLst>
                <a:ext uri="{FF2B5EF4-FFF2-40B4-BE49-F238E27FC236}">
                  <a16:creationId xmlns:a16="http://schemas.microsoft.com/office/drawing/2014/main" id="{C23CA099-DAC1-432C-8C4E-11E19A22FD68}"/>
                </a:ext>
              </a:extLst>
            </p:cNvPr>
            <p:cNvSpPr>
              <a:spLocks/>
            </p:cNvSpPr>
            <p:nvPr userDrawn="1"/>
          </p:nvSpPr>
          <p:spPr bwMode="auto">
            <a:xfrm>
              <a:off x="8572849" y="5756275"/>
              <a:ext cx="90488" cy="76200"/>
            </a:xfrm>
            <a:custGeom>
              <a:avLst/>
              <a:gdLst>
                <a:gd name="T0" fmla="*/ 13 w 27"/>
                <a:gd name="T1" fmla="*/ 0 h 23"/>
                <a:gd name="T2" fmla="*/ 3 w 27"/>
                <a:gd name="T3" fmla="*/ 5 h 23"/>
                <a:gd name="T4" fmla="*/ 7 w 27"/>
                <a:gd name="T5" fmla="*/ 22 h 23"/>
                <a:gd name="T6" fmla="*/ 13 w 27"/>
                <a:gd name="T7" fmla="*/ 23 h 23"/>
                <a:gd name="T8" fmla="*/ 23 w 27"/>
                <a:gd name="T9" fmla="*/ 17 h 23"/>
                <a:gd name="T10" fmla="*/ 19 w 27"/>
                <a:gd name="T11" fmla="*/ 1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9" y="0"/>
                    <a:pt x="5" y="2"/>
                    <a:pt x="3" y="5"/>
                  </a:cubicBezTo>
                  <a:cubicBezTo>
                    <a:pt x="0" y="11"/>
                    <a:pt x="2" y="18"/>
                    <a:pt x="7" y="22"/>
                  </a:cubicBezTo>
                  <a:cubicBezTo>
                    <a:pt x="9" y="23"/>
                    <a:pt x="11" y="23"/>
                    <a:pt x="13" y="23"/>
                  </a:cubicBezTo>
                  <a:cubicBezTo>
                    <a:pt x="17" y="23"/>
                    <a:pt x="21" y="21"/>
                    <a:pt x="23" y="17"/>
                  </a:cubicBezTo>
                  <a:cubicBezTo>
                    <a:pt x="27" y="12"/>
                    <a:pt x="25" y="4"/>
                    <a:pt x="19" y="1"/>
                  </a:cubicBezTo>
                  <a:cubicBezTo>
                    <a:pt x="17" y="0"/>
                    <a:pt x="15"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77">
              <a:extLst>
                <a:ext uri="{FF2B5EF4-FFF2-40B4-BE49-F238E27FC236}">
                  <a16:creationId xmlns:a16="http://schemas.microsoft.com/office/drawing/2014/main" id="{07FA81A5-EEEB-44AB-9090-766B35EE42EF}"/>
                </a:ext>
              </a:extLst>
            </p:cNvPr>
            <p:cNvSpPr>
              <a:spLocks/>
            </p:cNvSpPr>
            <p:nvPr userDrawn="1"/>
          </p:nvSpPr>
          <p:spPr bwMode="auto">
            <a:xfrm>
              <a:off x="8487124" y="5699125"/>
              <a:ext cx="79375" cy="73025"/>
            </a:xfrm>
            <a:custGeom>
              <a:avLst/>
              <a:gdLst>
                <a:gd name="T0" fmla="*/ 11 w 24"/>
                <a:gd name="T1" fmla="*/ 0 h 22"/>
                <a:gd name="T2" fmla="*/ 6 w 24"/>
                <a:gd name="T3" fmla="*/ 1 h 22"/>
                <a:gd name="T4" fmla="*/ 3 w 24"/>
                <a:gd name="T5" fmla="*/ 5 h 22"/>
                <a:gd name="T6" fmla="*/ 7 w 24"/>
                <a:gd name="T7" fmla="*/ 21 h 22"/>
                <a:gd name="T8" fmla="*/ 13 w 24"/>
                <a:gd name="T9" fmla="*/ 22 h 22"/>
                <a:gd name="T10" fmla="*/ 18 w 24"/>
                <a:gd name="T11" fmla="*/ 21 h 22"/>
                <a:gd name="T12" fmla="*/ 21 w 24"/>
                <a:gd name="T13" fmla="*/ 18 h 22"/>
                <a:gd name="T14" fmla="*/ 17 w 24"/>
                <a:gd name="T15" fmla="*/ 2 h 22"/>
                <a:gd name="T16" fmla="*/ 11 w 24"/>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2">
                  <a:moveTo>
                    <a:pt x="11" y="0"/>
                  </a:moveTo>
                  <a:cubicBezTo>
                    <a:pt x="9" y="0"/>
                    <a:pt x="8" y="0"/>
                    <a:pt x="6" y="1"/>
                  </a:cubicBezTo>
                  <a:cubicBezTo>
                    <a:pt x="5" y="2"/>
                    <a:pt x="4" y="3"/>
                    <a:pt x="3" y="5"/>
                  </a:cubicBezTo>
                  <a:cubicBezTo>
                    <a:pt x="0" y="10"/>
                    <a:pt x="2" y="18"/>
                    <a:pt x="7" y="21"/>
                  </a:cubicBezTo>
                  <a:cubicBezTo>
                    <a:pt x="9" y="22"/>
                    <a:pt x="11" y="22"/>
                    <a:pt x="13" y="22"/>
                  </a:cubicBezTo>
                  <a:cubicBezTo>
                    <a:pt x="15" y="22"/>
                    <a:pt x="16" y="22"/>
                    <a:pt x="18" y="21"/>
                  </a:cubicBezTo>
                  <a:cubicBezTo>
                    <a:pt x="19" y="21"/>
                    <a:pt x="20" y="19"/>
                    <a:pt x="21" y="18"/>
                  </a:cubicBezTo>
                  <a:cubicBezTo>
                    <a:pt x="24" y="12"/>
                    <a:pt x="22" y="5"/>
                    <a:pt x="17" y="2"/>
                  </a:cubicBezTo>
                  <a:cubicBezTo>
                    <a:pt x="15" y="1"/>
                    <a:pt x="13" y="0"/>
                    <a:pt x="11"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Freeform 79">
              <a:extLst>
                <a:ext uri="{FF2B5EF4-FFF2-40B4-BE49-F238E27FC236}">
                  <a16:creationId xmlns:a16="http://schemas.microsoft.com/office/drawing/2014/main" id="{40C15D7D-C48E-4DE3-B760-B9144BDAA12E}"/>
                </a:ext>
              </a:extLst>
            </p:cNvPr>
            <p:cNvSpPr>
              <a:spLocks/>
            </p:cNvSpPr>
            <p:nvPr userDrawn="1"/>
          </p:nvSpPr>
          <p:spPr bwMode="auto">
            <a:xfrm>
              <a:off x="8391874" y="5646737"/>
              <a:ext cx="82550" cy="73025"/>
            </a:xfrm>
            <a:custGeom>
              <a:avLst/>
              <a:gdLst>
                <a:gd name="T0" fmla="*/ 11 w 25"/>
                <a:gd name="T1" fmla="*/ 0 h 22"/>
                <a:gd name="T2" fmla="*/ 7 w 25"/>
                <a:gd name="T3" fmla="*/ 1 h 22"/>
                <a:gd name="T4" fmla="*/ 4 w 25"/>
                <a:gd name="T5" fmla="*/ 5 h 22"/>
                <a:gd name="T6" fmla="*/ 8 w 25"/>
                <a:gd name="T7" fmla="*/ 21 h 22"/>
                <a:gd name="T8" fmla="*/ 14 w 25"/>
                <a:gd name="T9" fmla="*/ 22 h 22"/>
                <a:gd name="T10" fmla="*/ 18 w 25"/>
                <a:gd name="T11" fmla="*/ 21 h 22"/>
                <a:gd name="T12" fmla="*/ 22 w 25"/>
                <a:gd name="T13" fmla="*/ 17 h 22"/>
                <a:gd name="T14" fmla="*/ 17 w 25"/>
                <a:gd name="T15" fmla="*/ 1 h 22"/>
                <a:gd name="T16" fmla="*/ 11 w 2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2">
                  <a:moveTo>
                    <a:pt x="11" y="0"/>
                  </a:moveTo>
                  <a:cubicBezTo>
                    <a:pt x="10" y="0"/>
                    <a:pt x="9" y="0"/>
                    <a:pt x="7" y="1"/>
                  </a:cubicBezTo>
                  <a:cubicBezTo>
                    <a:pt x="6" y="2"/>
                    <a:pt x="4" y="3"/>
                    <a:pt x="4" y="5"/>
                  </a:cubicBezTo>
                  <a:cubicBezTo>
                    <a:pt x="0" y="10"/>
                    <a:pt x="2" y="17"/>
                    <a:pt x="8" y="21"/>
                  </a:cubicBezTo>
                  <a:cubicBezTo>
                    <a:pt x="10" y="22"/>
                    <a:pt x="12" y="22"/>
                    <a:pt x="14" y="22"/>
                  </a:cubicBezTo>
                  <a:cubicBezTo>
                    <a:pt x="15" y="22"/>
                    <a:pt x="17" y="22"/>
                    <a:pt x="18" y="21"/>
                  </a:cubicBezTo>
                  <a:cubicBezTo>
                    <a:pt x="19" y="20"/>
                    <a:pt x="21" y="19"/>
                    <a:pt x="22" y="17"/>
                  </a:cubicBezTo>
                  <a:cubicBezTo>
                    <a:pt x="25" y="12"/>
                    <a:pt x="23" y="5"/>
                    <a:pt x="17" y="1"/>
                  </a:cubicBezTo>
                  <a:cubicBezTo>
                    <a:pt x="15" y="0"/>
                    <a:pt x="13" y="0"/>
                    <a:pt x="11" y="0"/>
                  </a:cubicBezTo>
                </a:path>
              </a:pathLst>
            </a:custGeom>
            <a:solidFill>
              <a:srgbClr val="51498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80">
              <a:extLst>
                <a:ext uri="{FF2B5EF4-FFF2-40B4-BE49-F238E27FC236}">
                  <a16:creationId xmlns:a16="http://schemas.microsoft.com/office/drawing/2014/main" id="{6779B2B1-D922-4492-BD11-EBA2348D0B3D}"/>
                </a:ext>
              </a:extLst>
            </p:cNvPr>
            <p:cNvSpPr>
              <a:spLocks/>
            </p:cNvSpPr>
            <p:nvPr userDrawn="1"/>
          </p:nvSpPr>
          <p:spPr bwMode="auto">
            <a:xfrm>
              <a:off x="10030174" y="5626100"/>
              <a:ext cx="88900" cy="76200"/>
            </a:xfrm>
            <a:custGeom>
              <a:avLst/>
              <a:gdLst>
                <a:gd name="T0" fmla="*/ 13 w 27"/>
                <a:gd name="T1" fmla="*/ 0 h 23"/>
                <a:gd name="T2" fmla="*/ 8 w 27"/>
                <a:gd name="T3" fmla="*/ 1 h 23"/>
                <a:gd name="T4" fmla="*/ 3 w 27"/>
                <a:gd name="T5" fmla="*/ 17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8" y="1"/>
                  </a:cubicBezTo>
                  <a:cubicBezTo>
                    <a:pt x="2" y="5"/>
                    <a:pt x="0" y="12"/>
                    <a:pt x="3" y="17"/>
                  </a:cubicBezTo>
                  <a:cubicBezTo>
                    <a:pt x="5" y="21"/>
                    <a:pt x="9" y="23"/>
                    <a:pt x="13" y="23"/>
                  </a:cubicBezTo>
                  <a:cubicBezTo>
                    <a:pt x="15" y="23"/>
                    <a:pt x="17" y="23"/>
                    <a:pt x="19" y="22"/>
                  </a:cubicBezTo>
                  <a:cubicBezTo>
                    <a:pt x="25" y="19"/>
                    <a:pt x="27" y="11"/>
                    <a:pt x="24" y="6"/>
                  </a:cubicBezTo>
                  <a:cubicBezTo>
                    <a:pt x="21" y="2"/>
                    <a:pt x="18" y="0"/>
                    <a:pt x="13" y="0"/>
                  </a:cubicBezTo>
                </a:path>
              </a:pathLst>
            </a:custGeom>
            <a:solidFill>
              <a:srgbClr val="42E8E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81">
              <a:extLst>
                <a:ext uri="{FF2B5EF4-FFF2-40B4-BE49-F238E27FC236}">
                  <a16:creationId xmlns:a16="http://schemas.microsoft.com/office/drawing/2014/main" id="{8DC4648F-D8C5-4ED1-87D1-6178D01C917F}"/>
                </a:ext>
              </a:extLst>
            </p:cNvPr>
            <p:cNvSpPr>
              <a:spLocks/>
            </p:cNvSpPr>
            <p:nvPr userDrawn="1"/>
          </p:nvSpPr>
          <p:spPr bwMode="auto">
            <a:xfrm>
              <a:off x="10122249" y="5568950"/>
              <a:ext cx="88900" cy="80962"/>
            </a:xfrm>
            <a:custGeom>
              <a:avLst/>
              <a:gdLst>
                <a:gd name="T0" fmla="*/ 14 w 27"/>
                <a:gd name="T1" fmla="*/ 0 h 24"/>
                <a:gd name="T2" fmla="*/ 8 w 27"/>
                <a:gd name="T3" fmla="*/ 2 h 24"/>
                <a:gd name="T4" fmla="*/ 4 w 27"/>
                <a:gd name="T5" fmla="*/ 18 h 24"/>
                <a:gd name="T6" fmla="*/ 14 w 27"/>
                <a:gd name="T7" fmla="*/ 24 h 24"/>
                <a:gd name="T8" fmla="*/ 20 w 27"/>
                <a:gd name="T9" fmla="*/ 22 h 24"/>
                <a:gd name="T10" fmla="*/ 24 w 27"/>
                <a:gd name="T11" fmla="*/ 6 h 24"/>
                <a:gd name="T12" fmla="*/ 14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4" y="0"/>
                  </a:moveTo>
                  <a:cubicBezTo>
                    <a:pt x="12" y="0"/>
                    <a:pt x="10" y="1"/>
                    <a:pt x="8" y="2"/>
                  </a:cubicBezTo>
                  <a:cubicBezTo>
                    <a:pt x="2" y="5"/>
                    <a:pt x="0" y="12"/>
                    <a:pt x="4" y="18"/>
                  </a:cubicBezTo>
                  <a:cubicBezTo>
                    <a:pt x="6" y="22"/>
                    <a:pt x="10" y="24"/>
                    <a:pt x="14" y="24"/>
                  </a:cubicBezTo>
                  <a:cubicBezTo>
                    <a:pt x="16" y="24"/>
                    <a:pt x="18" y="23"/>
                    <a:pt x="20" y="22"/>
                  </a:cubicBezTo>
                  <a:cubicBezTo>
                    <a:pt x="25" y="19"/>
                    <a:pt x="27" y="12"/>
                    <a:pt x="24" y="6"/>
                  </a:cubicBezTo>
                  <a:cubicBezTo>
                    <a:pt x="22" y="3"/>
                    <a:pt x="18" y="0"/>
                    <a:pt x="14" y="0"/>
                  </a:cubicBezTo>
                </a:path>
              </a:pathLst>
            </a:custGeom>
            <a:solidFill>
              <a:srgbClr val="4BC8CE"/>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82">
              <a:extLst>
                <a:ext uri="{FF2B5EF4-FFF2-40B4-BE49-F238E27FC236}">
                  <a16:creationId xmlns:a16="http://schemas.microsoft.com/office/drawing/2014/main" id="{DAAB9D96-B8A7-4454-9A5F-02E1F41C2629}"/>
                </a:ext>
              </a:extLst>
            </p:cNvPr>
            <p:cNvSpPr>
              <a:spLocks/>
            </p:cNvSpPr>
            <p:nvPr userDrawn="1"/>
          </p:nvSpPr>
          <p:spPr bwMode="auto">
            <a:xfrm>
              <a:off x="10217499" y="5516562"/>
              <a:ext cx="88900" cy="79375"/>
            </a:xfrm>
            <a:custGeom>
              <a:avLst/>
              <a:gdLst>
                <a:gd name="T0" fmla="*/ 13 w 27"/>
                <a:gd name="T1" fmla="*/ 0 h 24"/>
                <a:gd name="T2" fmla="*/ 7 w 27"/>
                <a:gd name="T3" fmla="*/ 2 h 24"/>
                <a:gd name="T4" fmla="*/ 3 w 27"/>
                <a:gd name="T5" fmla="*/ 18 h 24"/>
                <a:gd name="T6" fmla="*/ 13 w 27"/>
                <a:gd name="T7" fmla="*/ 24 h 24"/>
                <a:gd name="T8" fmla="*/ 19 w 27"/>
                <a:gd name="T9" fmla="*/ 22 h 24"/>
                <a:gd name="T10" fmla="*/ 23 w 27"/>
                <a:gd name="T11" fmla="*/ 6 h 24"/>
                <a:gd name="T12" fmla="*/ 13 w 2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7" h="24">
                  <a:moveTo>
                    <a:pt x="13" y="0"/>
                  </a:moveTo>
                  <a:cubicBezTo>
                    <a:pt x="11" y="0"/>
                    <a:pt x="9" y="1"/>
                    <a:pt x="7" y="2"/>
                  </a:cubicBezTo>
                  <a:cubicBezTo>
                    <a:pt x="2" y="5"/>
                    <a:pt x="0" y="12"/>
                    <a:pt x="3" y="18"/>
                  </a:cubicBezTo>
                  <a:cubicBezTo>
                    <a:pt x="5" y="21"/>
                    <a:pt x="9" y="24"/>
                    <a:pt x="13" y="24"/>
                  </a:cubicBezTo>
                  <a:cubicBezTo>
                    <a:pt x="15" y="24"/>
                    <a:pt x="17" y="23"/>
                    <a:pt x="19" y="22"/>
                  </a:cubicBezTo>
                  <a:cubicBezTo>
                    <a:pt x="25" y="19"/>
                    <a:pt x="27" y="12"/>
                    <a:pt x="23" y="6"/>
                  </a:cubicBezTo>
                  <a:cubicBezTo>
                    <a:pt x="21" y="2"/>
                    <a:pt x="17" y="0"/>
                    <a:pt x="13" y="0"/>
                  </a:cubicBezTo>
                </a:path>
              </a:pathLst>
            </a:custGeom>
            <a:solidFill>
              <a:srgbClr val="56AFC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83">
              <a:extLst>
                <a:ext uri="{FF2B5EF4-FFF2-40B4-BE49-F238E27FC236}">
                  <a16:creationId xmlns:a16="http://schemas.microsoft.com/office/drawing/2014/main" id="{1B036E91-4C69-4222-A490-26DAD84EB320}"/>
                </a:ext>
              </a:extLst>
            </p:cNvPr>
            <p:cNvSpPr>
              <a:spLocks/>
            </p:cNvSpPr>
            <p:nvPr userDrawn="1"/>
          </p:nvSpPr>
          <p:spPr bwMode="auto">
            <a:xfrm>
              <a:off x="10309574" y="5462587"/>
              <a:ext cx="88900" cy="76200"/>
            </a:xfrm>
            <a:custGeom>
              <a:avLst/>
              <a:gdLst>
                <a:gd name="T0" fmla="*/ 14 w 27"/>
                <a:gd name="T1" fmla="*/ 0 h 23"/>
                <a:gd name="T2" fmla="*/ 8 w 27"/>
                <a:gd name="T3" fmla="*/ 1 h 23"/>
                <a:gd name="T4" fmla="*/ 3 w 27"/>
                <a:gd name="T5" fmla="*/ 17 h 23"/>
                <a:gd name="T6" fmla="*/ 14 w 27"/>
                <a:gd name="T7" fmla="*/ 23 h 23"/>
                <a:gd name="T8" fmla="*/ 19 w 27"/>
                <a:gd name="T9" fmla="*/ 22 h 23"/>
                <a:gd name="T10" fmla="*/ 24 w 27"/>
                <a:gd name="T11" fmla="*/ 6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5"/>
                    <a:pt x="0" y="12"/>
                    <a:pt x="3" y="17"/>
                  </a:cubicBezTo>
                  <a:cubicBezTo>
                    <a:pt x="6" y="21"/>
                    <a:pt x="10" y="23"/>
                    <a:pt x="14" y="23"/>
                  </a:cubicBezTo>
                  <a:cubicBezTo>
                    <a:pt x="16" y="23"/>
                    <a:pt x="18" y="23"/>
                    <a:pt x="19" y="22"/>
                  </a:cubicBezTo>
                  <a:cubicBezTo>
                    <a:pt x="25" y="18"/>
                    <a:pt x="27" y="11"/>
                    <a:pt x="24" y="6"/>
                  </a:cubicBezTo>
                  <a:cubicBezTo>
                    <a:pt x="22" y="2"/>
                    <a:pt x="18" y="0"/>
                    <a:pt x="14" y="0"/>
                  </a:cubicBezTo>
                </a:path>
              </a:pathLst>
            </a:custGeom>
            <a:solidFill>
              <a:srgbClr val="629CB6"/>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84">
              <a:extLst>
                <a:ext uri="{FF2B5EF4-FFF2-40B4-BE49-F238E27FC236}">
                  <a16:creationId xmlns:a16="http://schemas.microsoft.com/office/drawing/2014/main" id="{B1B66889-09F0-4432-A227-802D35A64305}"/>
                </a:ext>
              </a:extLst>
            </p:cNvPr>
            <p:cNvSpPr>
              <a:spLocks/>
            </p:cNvSpPr>
            <p:nvPr userDrawn="1"/>
          </p:nvSpPr>
          <p:spPr bwMode="auto">
            <a:xfrm>
              <a:off x="10406411" y="5405437"/>
              <a:ext cx="85725" cy="80962"/>
            </a:xfrm>
            <a:custGeom>
              <a:avLst/>
              <a:gdLst>
                <a:gd name="T0" fmla="*/ 13 w 26"/>
                <a:gd name="T1" fmla="*/ 0 h 24"/>
                <a:gd name="T2" fmla="*/ 7 w 26"/>
                <a:gd name="T3" fmla="*/ 2 h 24"/>
                <a:gd name="T4" fmla="*/ 3 w 26"/>
                <a:gd name="T5" fmla="*/ 18 h 24"/>
                <a:gd name="T6" fmla="*/ 13 w 26"/>
                <a:gd name="T7" fmla="*/ 24 h 24"/>
                <a:gd name="T8" fmla="*/ 19 w 26"/>
                <a:gd name="T9" fmla="*/ 22 h 24"/>
                <a:gd name="T10" fmla="*/ 23 w 26"/>
                <a:gd name="T11" fmla="*/ 6 h 24"/>
                <a:gd name="T12" fmla="*/ 13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13" y="0"/>
                  </a:moveTo>
                  <a:cubicBezTo>
                    <a:pt x="11" y="0"/>
                    <a:pt x="9" y="1"/>
                    <a:pt x="7" y="2"/>
                  </a:cubicBezTo>
                  <a:cubicBezTo>
                    <a:pt x="1" y="5"/>
                    <a:pt x="0" y="12"/>
                    <a:pt x="3" y="18"/>
                  </a:cubicBezTo>
                  <a:cubicBezTo>
                    <a:pt x="5" y="22"/>
                    <a:pt x="9" y="24"/>
                    <a:pt x="13" y="24"/>
                  </a:cubicBezTo>
                  <a:cubicBezTo>
                    <a:pt x="15" y="24"/>
                    <a:pt x="17" y="23"/>
                    <a:pt x="19" y="22"/>
                  </a:cubicBezTo>
                  <a:cubicBezTo>
                    <a:pt x="24" y="19"/>
                    <a:pt x="26" y="12"/>
                    <a:pt x="23" y="6"/>
                  </a:cubicBezTo>
                  <a:cubicBezTo>
                    <a:pt x="21" y="2"/>
                    <a:pt x="17" y="0"/>
                    <a:pt x="13" y="0"/>
                  </a:cubicBezTo>
                </a:path>
              </a:pathLst>
            </a:custGeom>
            <a:solidFill>
              <a:srgbClr val="6E8EAF"/>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85">
              <a:extLst>
                <a:ext uri="{FF2B5EF4-FFF2-40B4-BE49-F238E27FC236}">
                  <a16:creationId xmlns:a16="http://schemas.microsoft.com/office/drawing/2014/main" id="{2F47A813-4EED-4E9B-B0F3-284D629F43D2}"/>
                </a:ext>
              </a:extLst>
            </p:cNvPr>
            <p:cNvSpPr>
              <a:spLocks/>
            </p:cNvSpPr>
            <p:nvPr userDrawn="1"/>
          </p:nvSpPr>
          <p:spPr bwMode="auto">
            <a:xfrm>
              <a:off x="10498486" y="5353050"/>
              <a:ext cx="88900" cy="76200"/>
            </a:xfrm>
            <a:custGeom>
              <a:avLst/>
              <a:gdLst>
                <a:gd name="T0" fmla="*/ 13 w 27"/>
                <a:gd name="T1" fmla="*/ 0 h 23"/>
                <a:gd name="T2" fmla="*/ 7 w 27"/>
                <a:gd name="T3" fmla="*/ 2 h 23"/>
                <a:gd name="T4" fmla="*/ 3 w 27"/>
                <a:gd name="T5" fmla="*/ 18 h 23"/>
                <a:gd name="T6" fmla="*/ 13 w 27"/>
                <a:gd name="T7" fmla="*/ 23 h 23"/>
                <a:gd name="T8" fmla="*/ 19 w 27"/>
                <a:gd name="T9" fmla="*/ 22 h 23"/>
                <a:gd name="T10" fmla="*/ 24 w 27"/>
                <a:gd name="T11" fmla="*/ 6 h 23"/>
                <a:gd name="T12" fmla="*/ 13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3" y="0"/>
                  </a:moveTo>
                  <a:cubicBezTo>
                    <a:pt x="11" y="0"/>
                    <a:pt x="9" y="0"/>
                    <a:pt x="7" y="2"/>
                  </a:cubicBezTo>
                  <a:cubicBezTo>
                    <a:pt x="2" y="5"/>
                    <a:pt x="0" y="12"/>
                    <a:pt x="3" y="18"/>
                  </a:cubicBezTo>
                  <a:cubicBezTo>
                    <a:pt x="5" y="21"/>
                    <a:pt x="9" y="23"/>
                    <a:pt x="13" y="23"/>
                  </a:cubicBezTo>
                  <a:cubicBezTo>
                    <a:pt x="15" y="23"/>
                    <a:pt x="17" y="23"/>
                    <a:pt x="19" y="22"/>
                  </a:cubicBezTo>
                  <a:cubicBezTo>
                    <a:pt x="25" y="19"/>
                    <a:pt x="27" y="11"/>
                    <a:pt x="24" y="6"/>
                  </a:cubicBezTo>
                  <a:cubicBezTo>
                    <a:pt x="21" y="2"/>
                    <a:pt x="17" y="0"/>
                    <a:pt x="13" y="0"/>
                  </a:cubicBezTo>
                </a:path>
              </a:pathLst>
            </a:custGeom>
            <a:solidFill>
              <a:srgbClr val="7C87AC"/>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86">
              <a:extLst>
                <a:ext uri="{FF2B5EF4-FFF2-40B4-BE49-F238E27FC236}">
                  <a16:creationId xmlns:a16="http://schemas.microsoft.com/office/drawing/2014/main" id="{C6845FB4-EB66-4A79-B099-375E8788F065}"/>
                </a:ext>
              </a:extLst>
            </p:cNvPr>
            <p:cNvSpPr>
              <a:spLocks/>
            </p:cNvSpPr>
            <p:nvPr userDrawn="1"/>
          </p:nvSpPr>
          <p:spPr bwMode="auto">
            <a:xfrm>
              <a:off x="10590561" y="5299075"/>
              <a:ext cx="88900" cy="76200"/>
            </a:xfrm>
            <a:custGeom>
              <a:avLst/>
              <a:gdLst>
                <a:gd name="T0" fmla="*/ 14 w 27"/>
                <a:gd name="T1" fmla="*/ 0 h 23"/>
                <a:gd name="T2" fmla="*/ 8 w 27"/>
                <a:gd name="T3" fmla="*/ 1 h 23"/>
                <a:gd name="T4" fmla="*/ 4 w 27"/>
                <a:gd name="T5" fmla="*/ 17 h 23"/>
                <a:gd name="T6" fmla="*/ 14 w 27"/>
                <a:gd name="T7" fmla="*/ 23 h 23"/>
                <a:gd name="T8" fmla="*/ 20 w 27"/>
                <a:gd name="T9" fmla="*/ 22 h 23"/>
                <a:gd name="T10" fmla="*/ 24 w 27"/>
                <a:gd name="T11" fmla="*/ 5 h 23"/>
                <a:gd name="T12" fmla="*/ 14 w 27"/>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27" h="23">
                  <a:moveTo>
                    <a:pt x="14" y="0"/>
                  </a:moveTo>
                  <a:cubicBezTo>
                    <a:pt x="12" y="0"/>
                    <a:pt x="10" y="0"/>
                    <a:pt x="8" y="1"/>
                  </a:cubicBezTo>
                  <a:cubicBezTo>
                    <a:pt x="2" y="4"/>
                    <a:pt x="0" y="12"/>
                    <a:pt x="4" y="17"/>
                  </a:cubicBezTo>
                  <a:cubicBezTo>
                    <a:pt x="6" y="21"/>
                    <a:pt x="10" y="23"/>
                    <a:pt x="14" y="23"/>
                  </a:cubicBezTo>
                  <a:cubicBezTo>
                    <a:pt x="16" y="23"/>
                    <a:pt x="18" y="23"/>
                    <a:pt x="20" y="22"/>
                  </a:cubicBezTo>
                  <a:cubicBezTo>
                    <a:pt x="25" y="18"/>
                    <a:pt x="27" y="11"/>
                    <a:pt x="24" y="5"/>
                  </a:cubicBezTo>
                  <a:cubicBezTo>
                    <a:pt x="22" y="2"/>
                    <a:pt x="18" y="0"/>
                    <a:pt x="14" y="0"/>
                  </a:cubicBezTo>
                </a:path>
              </a:pathLst>
            </a:custGeom>
            <a:solidFill>
              <a:srgbClr val="8B86AD"/>
            </a:solidFill>
            <a:ln>
              <a:noFill/>
            </a:ln>
          </p:spPr>
          <p:txBody>
            <a:bodyPr vert="horz" wrap="square" lIns="91440" tIns="45720" rIns="91440" bIns="45720" numCol="1" anchor="t" anchorCtr="0" compatLnSpc="1">
              <a:prstTxWarp prst="textNoShape">
                <a:avLst/>
              </a:prstTxWarp>
            </a:bodyPr>
            <a:lstStyle/>
            <a:p>
              <a:endParaRPr lang="zh-CN" altLang="en-US"/>
            </a:p>
          </p:txBody>
        </p:sp>
        <p:cxnSp>
          <p:nvCxnSpPr>
            <p:cNvPr id="46" name="直接连接符 45">
              <a:extLst>
                <a:ext uri="{FF2B5EF4-FFF2-40B4-BE49-F238E27FC236}">
                  <a16:creationId xmlns:a16="http://schemas.microsoft.com/office/drawing/2014/main" id="{AF1A2538-5051-469B-8640-A4CD17CE4FE3}"/>
                </a:ext>
              </a:extLst>
            </p:cNvPr>
            <p:cNvCxnSpPr>
              <a:cxnSpLocks/>
            </p:cNvCxnSpPr>
            <p:nvPr userDrawn="1"/>
          </p:nvCxnSpPr>
          <p:spPr>
            <a:xfrm>
              <a:off x="5641802" y="5287830"/>
              <a:ext cx="827436" cy="50191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EBC8B80E-FE5E-4E19-85A2-95C8DD2CB0A0}"/>
                </a:ext>
              </a:extLst>
            </p:cNvPr>
            <p:cNvCxnSpPr>
              <a:cxnSpLocks/>
            </p:cNvCxnSpPr>
            <p:nvPr userDrawn="1"/>
          </p:nvCxnSpPr>
          <p:spPr>
            <a:xfrm flipV="1">
              <a:off x="7352276" y="5405437"/>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2B74C08-DAB2-4B60-BE63-31B1EF58C774}"/>
                </a:ext>
              </a:extLst>
            </p:cNvPr>
            <p:cNvCxnSpPr>
              <a:cxnSpLocks/>
            </p:cNvCxnSpPr>
            <p:nvPr userDrawn="1"/>
          </p:nvCxnSpPr>
          <p:spPr>
            <a:xfrm flipV="1">
              <a:off x="7731243" y="5471253"/>
              <a:ext cx="328843" cy="211996"/>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7E0CA069-C0B0-4E7A-B11B-4ACD2B3E0552}"/>
                </a:ext>
              </a:extLst>
            </p:cNvPr>
            <p:cNvCxnSpPr>
              <a:cxnSpLocks/>
            </p:cNvCxnSpPr>
            <p:nvPr userDrawn="1"/>
          </p:nvCxnSpPr>
          <p:spPr>
            <a:xfrm flipH="1" flipV="1">
              <a:off x="10065044" y="5664134"/>
              <a:ext cx="618290" cy="398594"/>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0" name="椭圆 49">
              <a:extLst>
                <a:ext uri="{FF2B5EF4-FFF2-40B4-BE49-F238E27FC236}">
                  <a16:creationId xmlns:a16="http://schemas.microsoft.com/office/drawing/2014/main" id="{C535D6E5-49D9-45E0-A8B6-B2D1231A1859}"/>
                </a:ext>
              </a:extLst>
            </p:cNvPr>
            <p:cNvSpPr/>
            <p:nvPr userDrawn="1"/>
          </p:nvSpPr>
          <p:spPr>
            <a:xfrm>
              <a:off x="10861128" y="4188135"/>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316616A3-795D-402D-BC50-063C43F04365}"/>
                </a:ext>
              </a:extLst>
            </p:cNvPr>
            <p:cNvCxnSpPr>
              <a:cxnSpLocks/>
            </p:cNvCxnSpPr>
            <p:nvPr userDrawn="1"/>
          </p:nvCxnSpPr>
          <p:spPr>
            <a:xfrm flipV="1">
              <a:off x="10552112" y="4285080"/>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DBFB945A-9C54-49A8-93AD-3E9D6BB6536C}"/>
                </a:ext>
              </a:extLst>
            </p:cNvPr>
            <p:cNvSpPr/>
            <p:nvPr userDrawn="1"/>
          </p:nvSpPr>
          <p:spPr>
            <a:xfrm>
              <a:off x="9754989" y="371337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a:extLst>
                <a:ext uri="{FF2B5EF4-FFF2-40B4-BE49-F238E27FC236}">
                  <a16:creationId xmlns:a16="http://schemas.microsoft.com/office/drawing/2014/main" id="{8FCF84FC-3336-420C-9745-AFFA473676BA}"/>
                </a:ext>
              </a:extLst>
            </p:cNvPr>
            <p:cNvCxnSpPr>
              <a:cxnSpLocks/>
            </p:cNvCxnSpPr>
            <p:nvPr userDrawn="1"/>
          </p:nvCxnSpPr>
          <p:spPr>
            <a:xfrm flipV="1">
              <a:off x="9445973" y="381032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4" name="椭圆 53">
              <a:extLst>
                <a:ext uri="{FF2B5EF4-FFF2-40B4-BE49-F238E27FC236}">
                  <a16:creationId xmlns:a16="http://schemas.microsoft.com/office/drawing/2014/main" id="{7993B824-2430-4010-8ADC-F1F4A4D36729}"/>
                </a:ext>
              </a:extLst>
            </p:cNvPr>
            <p:cNvSpPr/>
            <p:nvPr userDrawn="1"/>
          </p:nvSpPr>
          <p:spPr>
            <a:xfrm>
              <a:off x="10020604" y="4130676"/>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连接符 54">
              <a:extLst>
                <a:ext uri="{FF2B5EF4-FFF2-40B4-BE49-F238E27FC236}">
                  <a16:creationId xmlns:a16="http://schemas.microsoft.com/office/drawing/2014/main" id="{E2BC9A81-D7DF-4CAF-8B08-A6DE7D5ACCB7}"/>
                </a:ext>
              </a:extLst>
            </p:cNvPr>
            <p:cNvCxnSpPr>
              <a:cxnSpLocks/>
            </p:cNvCxnSpPr>
            <p:nvPr userDrawn="1"/>
          </p:nvCxnSpPr>
          <p:spPr>
            <a:xfrm flipV="1">
              <a:off x="9906261" y="4226956"/>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868605B-D722-4164-B21F-08BFE13E61E2}"/>
                </a:ext>
              </a:extLst>
            </p:cNvPr>
            <p:cNvSpPr/>
            <p:nvPr userDrawn="1"/>
          </p:nvSpPr>
          <p:spPr>
            <a:xfrm>
              <a:off x="7626655" y="417674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CEA79255-9C71-432C-B4D0-195CB612AB02}"/>
                </a:ext>
              </a:extLst>
            </p:cNvPr>
            <p:cNvCxnSpPr>
              <a:cxnSpLocks/>
            </p:cNvCxnSpPr>
            <p:nvPr userDrawn="1"/>
          </p:nvCxnSpPr>
          <p:spPr>
            <a:xfrm flipV="1">
              <a:off x="7512312" y="427302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58" name="椭圆 57">
              <a:extLst>
                <a:ext uri="{FF2B5EF4-FFF2-40B4-BE49-F238E27FC236}">
                  <a16:creationId xmlns:a16="http://schemas.microsoft.com/office/drawing/2014/main" id="{130C72F6-B790-4963-829E-CC6199EAA068}"/>
                </a:ext>
              </a:extLst>
            </p:cNvPr>
            <p:cNvSpPr/>
            <p:nvPr userDrawn="1"/>
          </p:nvSpPr>
          <p:spPr>
            <a:xfrm>
              <a:off x="8387012" y="3360161"/>
              <a:ext cx="358974" cy="202206"/>
            </a:xfrm>
            <a:prstGeom prst="ellipse">
              <a:avLst/>
            </a:prstGeom>
            <a:gradFill flip="none" rotWithShape="1">
              <a:gsLst>
                <a:gs pos="100000">
                  <a:srgbClr val="1D296C">
                    <a:alpha val="20000"/>
                  </a:srgbClr>
                </a:gs>
                <a:gs pos="59000">
                  <a:srgbClr val="2B6C95">
                    <a:alpha val="50000"/>
                  </a:srgbClr>
                </a:gs>
                <a:gs pos="30000">
                  <a:srgbClr val="36A6B8">
                    <a:alpha val="50000"/>
                  </a:srgb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3C4643EB-2B36-4F72-BC7D-553950FDE150}"/>
                </a:ext>
              </a:extLst>
            </p:cNvPr>
            <p:cNvCxnSpPr>
              <a:cxnSpLocks/>
            </p:cNvCxnSpPr>
            <p:nvPr userDrawn="1"/>
          </p:nvCxnSpPr>
          <p:spPr>
            <a:xfrm flipV="1">
              <a:off x="8272669" y="3456441"/>
              <a:ext cx="287454" cy="171956"/>
            </a:xfrm>
            <a:prstGeom prst="line">
              <a:avLst/>
            </a:prstGeom>
            <a:ln w="25400" cap="rnd">
              <a:gradFill>
                <a:gsLst>
                  <a:gs pos="0">
                    <a:srgbClr val="180D5B">
                      <a:alpha val="20000"/>
                    </a:srgbClr>
                  </a:gs>
                  <a:gs pos="53000">
                    <a:srgbClr val="255184">
                      <a:alpha val="20000"/>
                    </a:srgbClr>
                  </a:gs>
                  <a:gs pos="100000">
                    <a:srgbClr val="42E8E0">
                      <a:alpha val="20000"/>
                    </a:srgbClr>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BA2B3455-F5C8-4779-912D-30053B105227}"/>
                </a:ext>
              </a:extLst>
            </p:cNvPr>
            <p:cNvSpPr/>
            <p:nvPr userDrawn="1"/>
          </p:nvSpPr>
          <p:spPr>
            <a:xfrm>
              <a:off x="8071311" y="3424099"/>
              <a:ext cx="361456" cy="203605"/>
            </a:xfrm>
            <a:prstGeom prst="ellipse">
              <a:avLst/>
            </a:prstGeom>
            <a:gradFill flip="none" rotWithShape="1">
              <a:gsLst>
                <a:gs pos="100000">
                  <a:srgbClr val="1D296C"/>
                </a:gs>
                <a:gs pos="52000">
                  <a:srgbClr val="2B6C95"/>
                </a:gs>
                <a:gs pos="68000">
                  <a:srgbClr val="265989"/>
                </a:gs>
                <a:gs pos="17000">
                  <a:srgbClr val="36A6B8"/>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连接符 60">
              <a:extLst>
                <a:ext uri="{FF2B5EF4-FFF2-40B4-BE49-F238E27FC236}">
                  <a16:creationId xmlns:a16="http://schemas.microsoft.com/office/drawing/2014/main" id="{07D7C74C-5DD7-4AF7-99FD-900C366926D2}"/>
                </a:ext>
              </a:extLst>
            </p:cNvPr>
            <p:cNvCxnSpPr>
              <a:cxnSpLocks/>
            </p:cNvCxnSpPr>
            <p:nvPr userDrawn="1"/>
          </p:nvCxnSpPr>
          <p:spPr>
            <a:xfrm flipV="1">
              <a:off x="7762295" y="3521044"/>
              <a:ext cx="483328" cy="289130"/>
            </a:xfrm>
            <a:prstGeom prst="line">
              <a:avLst/>
            </a:prstGeom>
            <a:ln w="25400" cap="rnd">
              <a:gradFill>
                <a:gsLst>
                  <a:gs pos="0">
                    <a:srgbClr val="180D5B"/>
                  </a:gs>
                  <a:gs pos="53000">
                    <a:srgbClr val="255184"/>
                  </a:gs>
                  <a:gs pos="100000">
                    <a:srgbClr val="42E8E0"/>
                  </a:gs>
                </a:gsLst>
                <a:lin ang="5400000" scaled="1"/>
              </a:gradFill>
              <a:roun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6428A0B-65F9-46F4-9E1C-ABB7B30059FA}"/>
                </a:ext>
              </a:extLst>
            </p:cNvPr>
            <p:cNvCxnSpPr>
              <a:cxnSpLocks/>
            </p:cNvCxnSpPr>
            <p:nvPr userDrawn="1"/>
          </p:nvCxnSpPr>
          <p:spPr>
            <a:xfrm flipH="1" flipV="1">
              <a:off x="8216506" y="2821117"/>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848627E4-D75D-4A0C-88BB-46A1C4837B9C}"/>
                </a:ext>
              </a:extLst>
            </p:cNvPr>
            <p:cNvCxnSpPr>
              <a:cxnSpLocks/>
            </p:cNvCxnSpPr>
            <p:nvPr userDrawn="1"/>
          </p:nvCxnSpPr>
          <p:spPr>
            <a:xfrm flipH="1" flipV="1">
              <a:off x="10208402" y="2813165"/>
              <a:ext cx="5025" cy="2074259"/>
            </a:xfrm>
            <a:prstGeom prst="line">
              <a:avLst/>
            </a:prstGeom>
            <a:ln w="25400" cap="rnd">
              <a:gradFill>
                <a:gsLst>
                  <a:gs pos="0">
                    <a:srgbClr val="180D5B"/>
                  </a:gs>
                  <a:gs pos="53000">
                    <a:srgbClr val="255184"/>
                  </a:gs>
                  <a:gs pos="100000">
                    <a:srgbClr val="42E8E0"/>
                  </a:gs>
                </a:gsLst>
                <a:lin ang="16200000" scaled="0"/>
              </a:gradFill>
              <a:round/>
            </a:ln>
          </p:spPr>
          <p:style>
            <a:lnRef idx="1">
              <a:schemeClr val="accent1"/>
            </a:lnRef>
            <a:fillRef idx="0">
              <a:schemeClr val="accent1"/>
            </a:fillRef>
            <a:effectRef idx="0">
              <a:schemeClr val="accent1"/>
            </a:effectRef>
            <a:fontRef idx="minor">
              <a:schemeClr val="tx1"/>
            </a:fontRef>
          </p:style>
        </p:cxnSp>
        <p:sp>
          <p:nvSpPr>
            <p:cNvPr id="64" name="Freeform 90">
              <a:extLst>
                <a:ext uri="{FF2B5EF4-FFF2-40B4-BE49-F238E27FC236}">
                  <a16:creationId xmlns:a16="http://schemas.microsoft.com/office/drawing/2014/main" id="{40F9FBC8-FE03-45D5-BD33-637B1B60C5F8}"/>
                </a:ext>
              </a:extLst>
            </p:cNvPr>
            <p:cNvSpPr>
              <a:spLocks/>
            </p:cNvSpPr>
            <p:nvPr userDrawn="1"/>
          </p:nvSpPr>
          <p:spPr bwMode="auto">
            <a:xfrm>
              <a:off x="8148638"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solidFill>
              <a:srgbClr val="736E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1">
              <a:extLst>
                <a:ext uri="{FF2B5EF4-FFF2-40B4-BE49-F238E27FC236}">
                  <a16:creationId xmlns:a16="http://schemas.microsoft.com/office/drawing/2014/main" id="{4AD0337E-0914-4CCE-BFFF-D0311277ACF0}"/>
                </a:ext>
              </a:extLst>
            </p:cNvPr>
            <p:cNvSpPr>
              <a:spLocks/>
            </p:cNvSpPr>
            <p:nvPr userDrawn="1"/>
          </p:nvSpPr>
          <p:spPr bwMode="auto">
            <a:xfrm>
              <a:off x="8148638" y="4264025"/>
              <a:ext cx="2168525" cy="714375"/>
            </a:xfrm>
            <a:custGeom>
              <a:avLst/>
              <a:gdLst>
                <a:gd name="T0" fmla="*/ 10 w 538"/>
                <a:gd name="T1" fmla="*/ 165 h 177"/>
                <a:gd name="T2" fmla="*/ 31 w 538"/>
                <a:gd name="T3" fmla="*/ 177 h 177"/>
                <a:gd name="T4" fmla="*/ 249 w 538"/>
                <a:gd name="T5" fmla="*/ 52 h 177"/>
                <a:gd name="T6" fmla="*/ 287 w 538"/>
                <a:gd name="T7" fmla="*/ 50 h 177"/>
                <a:gd name="T8" fmla="*/ 507 w 538"/>
                <a:gd name="T9" fmla="*/ 177 h 177"/>
                <a:gd name="T10" fmla="*/ 525 w 538"/>
                <a:gd name="T11" fmla="*/ 167 h 177"/>
                <a:gd name="T12" fmla="*/ 528 w 538"/>
                <a:gd name="T13" fmla="*/ 145 h 177"/>
                <a:gd name="T14" fmla="*/ 287 w 538"/>
                <a:gd name="T15" fmla="*/ 5 h 177"/>
                <a:gd name="T16" fmla="*/ 249 w 538"/>
                <a:gd name="T17" fmla="*/ 7 h 177"/>
                <a:gd name="T18" fmla="*/ 13 w 538"/>
                <a:gd name="T19" fmla="*/ 143 h 177"/>
                <a:gd name="T20" fmla="*/ 10 w 538"/>
                <a:gd name="T21" fmla="*/ 165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177">
                  <a:moveTo>
                    <a:pt x="10" y="165"/>
                  </a:moveTo>
                  <a:cubicBezTo>
                    <a:pt x="31" y="177"/>
                    <a:pt x="31" y="177"/>
                    <a:pt x="31" y="177"/>
                  </a:cubicBezTo>
                  <a:cubicBezTo>
                    <a:pt x="249" y="52"/>
                    <a:pt x="249" y="52"/>
                    <a:pt x="249" y="52"/>
                  </a:cubicBezTo>
                  <a:cubicBezTo>
                    <a:pt x="260" y="45"/>
                    <a:pt x="277" y="45"/>
                    <a:pt x="287" y="50"/>
                  </a:cubicBezTo>
                  <a:cubicBezTo>
                    <a:pt x="507" y="177"/>
                    <a:pt x="507" y="177"/>
                    <a:pt x="507" y="177"/>
                  </a:cubicBezTo>
                  <a:cubicBezTo>
                    <a:pt x="525" y="167"/>
                    <a:pt x="525" y="167"/>
                    <a:pt x="525" y="167"/>
                  </a:cubicBezTo>
                  <a:cubicBezTo>
                    <a:pt x="537" y="160"/>
                    <a:pt x="538" y="150"/>
                    <a:pt x="528" y="145"/>
                  </a:cubicBezTo>
                  <a:cubicBezTo>
                    <a:pt x="287" y="5"/>
                    <a:pt x="287" y="5"/>
                    <a:pt x="287" y="5"/>
                  </a:cubicBezTo>
                  <a:cubicBezTo>
                    <a:pt x="277" y="0"/>
                    <a:pt x="260" y="0"/>
                    <a:pt x="249" y="7"/>
                  </a:cubicBezTo>
                  <a:cubicBezTo>
                    <a:pt x="13" y="143"/>
                    <a:pt x="13" y="143"/>
                    <a:pt x="13" y="143"/>
                  </a:cubicBezTo>
                  <a:cubicBezTo>
                    <a:pt x="2" y="150"/>
                    <a:pt x="0" y="159"/>
                    <a:pt x="10" y="165"/>
                  </a:cubicBezTo>
                  <a:close/>
                </a:path>
              </a:pathLst>
            </a:custGeom>
            <a:solidFill>
              <a:srgbClr val="42E8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90">
              <a:extLst>
                <a:ext uri="{FF2B5EF4-FFF2-40B4-BE49-F238E27FC236}">
                  <a16:creationId xmlns:a16="http://schemas.microsoft.com/office/drawing/2014/main" id="{911FC156-5CDB-4E0E-92E9-AD223BC37F9C}"/>
                </a:ext>
              </a:extLst>
            </p:cNvPr>
            <p:cNvSpPr>
              <a:spLocks/>
            </p:cNvSpPr>
            <p:nvPr userDrawn="1"/>
          </p:nvSpPr>
          <p:spPr bwMode="auto">
            <a:xfrm>
              <a:off x="8142017" y="4267200"/>
              <a:ext cx="2168525" cy="1239838"/>
            </a:xfrm>
            <a:custGeom>
              <a:avLst/>
              <a:gdLst>
                <a:gd name="T0" fmla="*/ 270 w 538"/>
                <a:gd name="T1" fmla="*/ 0 h 307"/>
                <a:gd name="T2" fmla="*/ 249 w 538"/>
                <a:gd name="T3" fmla="*/ 6 h 307"/>
                <a:gd name="T4" fmla="*/ 13 w 538"/>
                <a:gd name="T5" fmla="*/ 142 h 307"/>
                <a:gd name="T6" fmla="*/ 10 w 538"/>
                <a:gd name="T7" fmla="*/ 164 h 307"/>
                <a:gd name="T8" fmla="*/ 251 w 538"/>
                <a:gd name="T9" fmla="*/ 303 h 307"/>
                <a:gd name="T10" fmla="*/ 268 w 538"/>
                <a:gd name="T11" fmla="*/ 307 h 307"/>
                <a:gd name="T12" fmla="*/ 290 w 538"/>
                <a:gd name="T13" fmla="*/ 302 h 307"/>
                <a:gd name="T14" fmla="*/ 525 w 538"/>
                <a:gd name="T15" fmla="*/ 166 h 307"/>
                <a:gd name="T16" fmla="*/ 528 w 538"/>
                <a:gd name="T17" fmla="*/ 144 h 307"/>
                <a:gd name="T18" fmla="*/ 287 w 538"/>
                <a:gd name="T19" fmla="*/ 4 h 307"/>
                <a:gd name="T20" fmla="*/ 270 w 538"/>
                <a:gd name="T21"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8" h="307">
                  <a:moveTo>
                    <a:pt x="270" y="0"/>
                  </a:moveTo>
                  <a:cubicBezTo>
                    <a:pt x="263" y="0"/>
                    <a:pt x="255" y="2"/>
                    <a:pt x="249" y="6"/>
                  </a:cubicBezTo>
                  <a:cubicBezTo>
                    <a:pt x="13" y="142"/>
                    <a:pt x="13" y="142"/>
                    <a:pt x="13" y="142"/>
                  </a:cubicBezTo>
                  <a:cubicBezTo>
                    <a:pt x="2" y="149"/>
                    <a:pt x="0" y="158"/>
                    <a:pt x="10" y="164"/>
                  </a:cubicBezTo>
                  <a:cubicBezTo>
                    <a:pt x="251" y="303"/>
                    <a:pt x="251" y="303"/>
                    <a:pt x="251" y="303"/>
                  </a:cubicBezTo>
                  <a:cubicBezTo>
                    <a:pt x="256" y="306"/>
                    <a:pt x="262" y="307"/>
                    <a:pt x="268" y="307"/>
                  </a:cubicBezTo>
                  <a:cubicBezTo>
                    <a:pt x="275" y="307"/>
                    <a:pt x="283" y="305"/>
                    <a:pt x="290" y="302"/>
                  </a:cubicBezTo>
                  <a:cubicBezTo>
                    <a:pt x="525" y="166"/>
                    <a:pt x="525" y="166"/>
                    <a:pt x="525" y="166"/>
                  </a:cubicBezTo>
                  <a:cubicBezTo>
                    <a:pt x="537" y="159"/>
                    <a:pt x="538" y="149"/>
                    <a:pt x="528" y="144"/>
                  </a:cubicBezTo>
                  <a:cubicBezTo>
                    <a:pt x="287" y="4"/>
                    <a:pt x="287" y="4"/>
                    <a:pt x="287" y="4"/>
                  </a:cubicBezTo>
                  <a:cubicBezTo>
                    <a:pt x="282" y="2"/>
                    <a:pt x="276" y="0"/>
                    <a:pt x="270" y="0"/>
                  </a:cubicBezTo>
                </a:path>
              </a:pathLst>
            </a:custGeom>
            <a:gradFill>
              <a:gsLst>
                <a:gs pos="22000">
                  <a:srgbClr val="180D5B">
                    <a:alpha val="34000"/>
                  </a:srgbClr>
                </a:gs>
                <a:gs pos="100000">
                  <a:srgbClr val="42E8E0">
                    <a:alpha val="74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7" name="任意多边形: 形状 66">
              <a:extLst>
                <a:ext uri="{FF2B5EF4-FFF2-40B4-BE49-F238E27FC236}">
                  <a16:creationId xmlns:a16="http://schemas.microsoft.com/office/drawing/2014/main" id="{5CB8E1C3-E366-4D22-9AF9-FBB35170BB67}"/>
                </a:ext>
              </a:extLst>
            </p:cNvPr>
            <p:cNvSpPr>
              <a:spLocks/>
            </p:cNvSpPr>
            <p:nvPr userDrawn="1"/>
          </p:nvSpPr>
          <p:spPr bwMode="auto">
            <a:xfrm>
              <a:off x="9278938" y="3259138"/>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8" name="任意多边形: 形状 67">
              <a:extLst>
                <a:ext uri="{FF2B5EF4-FFF2-40B4-BE49-F238E27FC236}">
                  <a16:creationId xmlns:a16="http://schemas.microsoft.com/office/drawing/2014/main" id="{20E11BDB-3C31-439E-9DDB-16AA665E410A}"/>
                </a:ext>
              </a:extLst>
            </p:cNvPr>
            <p:cNvSpPr>
              <a:spLocks/>
            </p:cNvSpPr>
            <p:nvPr userDrawn="1"/>
          </p:nvSpPr>
          <p:spPr bwMode="auto">
            <a:xfrm>
              <a:off x="9501188" y="3767138"/>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F7AE4EF4-FD61-4FC6-8585-EC7A430BAE21}"/>
                </a:ext>
              </a:extLst>
            </p:cNvPr>
            <p:cNvSpPr>
              <a:spLocks/>
            </p:cNvSpPr>
            <p:nvPr userDrawn="1"/>
          </p:nvSpPr>
          <p:spPr bwMode="auto">
            <a:xfrm>
              <a:off x="9726613" y="4365625"/>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0" name="任意多边形: 形状 69">
              <a:extLst>
                <a:ext uri="{FF2B5EF4-FFF2-40B4-BE49-F238E27FC236}">
                  <a16:creationId xmlns:a16="http://schemas.microsoft.com/office/drawing/2014/main" id="{95F02460-F328-4C7B-811F-E3D7D6C35355}"/>
                </a:ext>
              </a:extLst>
            </p:cNvPr>
            <p:cNvSpPr>
              <a:spLocks/>
            </p:cNvSpPr>
            <p:nvPr userDrawn="1"/>
          </p:nvSpPr>
          <p:spPr bwMode="auto">
            <a:xfrm>
              <a:off x="9945688" y="4695825"/>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1" name="任意多边形: 形状 70">
              <a:extLst>
                <a:ext uri="{FF2B5EF4-FFF2-40B4-BE49-F238E27FC236}">
                  <a16:creationId xmlns:a16="http://schemas.microsoft.com/office/drawing/2014/main" id="{044DA748-443B-4276-8AB5-330D73460CE3}"/>
                </a:ext>
              </a:extLst>
            </p:cNvPr>
            <p:cNvSpPr>
              <a:spLocks/>
            </p:cNvSpPr>
            <p:nvPr userDrawn="1"/>
          </p:nvSpPr>
          <p:spPr bwMode="auto">
            <a:xfrm flipH="1">
              <a:off x="9056822" y="3261347"/>
              <a:ext cx="120650" cy="2243743"/>
            </a:xfrm>
            <a:custGeom>
              <a:avLst/>
              <a:gdLst>
                <a:gd name="connsiteX0" fmla="*/ 33514 w 120650"/>
                <a:gd name="connsiteY0" fmla="*/ 0 h 2243743"/>
                <a:gd name="connsiteX1" fmla="*/ 56974 w 120650"/>
                <a:gd name="connsiteY1" fmla="*/ 6605 h 2243743"/>
                <a:gd name="connsiteX2" fmla="*/ 63676 w 120650"/>
                <a:gd name="connsiteY2" fmla="*/ 9908 h 2243743"/>
                <a:gd name="connsiteX3" fmla="*/ 120650 w 120650"/>
                <a:gd name="connsiteY3" fmla="*/ 115587 h 2243743"/>
                <a:gd name="connsiteX4" fmla="*/ 120650 w 120650"/>
                <a:gd name="connsiteY4" fmla="*/ 2080273 h 2243743"/>
                <a:gd name="connsiteX5" fmla="*/ 120650 w 120650"/>
                <a:gd name="connsiteY5" fmla="*/ 2177592 h 2243743"/>
                <a:gd name="connsiteX6" fmla="*/ 0 w 120650"/>
                <a:gd name="connsiteY6" fmla="*/ 2243743 h 2243743"/>
                <a:gd name="connsiteX7" fmla="*/ 0 w 120650"/>
                <a:gd name="connsiteY7" fmla="*/ 2132585 h 2243743"/>
                <a:gd name="connsiteX8" fmla="*/ 0 w 120650"/>
                <a:gd name="connsiteY8" fmla="*/ 46235 h 2243743"/>
                <a:gd name="connsiteX9" fmla="*/ 33514 w 120650"/>
                <a:gd name="connsiteY9" fmla="*/ 0 h 224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650" h="2243743">
                  <a:moveTo>
                    <a:pt x="33514" y="0"/>
                  </a:moveTo>
                  <a:cubicBezTo>
                    <a:pt x="40217" y="0"/>
                    <a:pt x="46919" y="0"/>
                    <a:pt x="56974" y="6605"/>
                  </a:cubicBezTo>
                  <a:cubicBezTo>
                    <a:pt x="56974" y="6605"/>
                    <a:pt x="56974" y="6605"/>
                    <a:pt x="63676" y="9908"/>
                  </a:cubicBezTo>
                  <a:cubicBezTo>
                    <a:pt x="97190" y="26420"/>
                    <a:pt x="120650" y="75957"/>
                    <a:pt x="120650" y="115587"/>
                  </a:cubicBezTo>
                  <a:cubicBezTo>
                    <a:pt x="120650" y="115587"/>
                    <a:pt x="120650" y="115587"/>
                    <a:pt x="120650" y="2080273"/>
                  </a:cubicBezTo>
                  <a:lnTo>
                    <a:pt x="120650" y="2177592"/>
                  </a:lnTo>
                  <a:lnTo>
                    <a:pt x="0" y="2243743"/>
                  </a:lnTo>
                  <a:lnTo>
                    <a:pt x="0" y="2132585"/>
                  </a:lnTo>
                  <a:cubicBezTo>
                    <a:pt x="0" y="1834535"/>
                    <a:pt x="0" y="1238435"/>
                    <a:pt x="0" y="46235"/>
                  </a:cubicBezTo>
                  <a:cubicBezTo>
                    <a:pt x="0" y="16513"/>
                    <a:pt x="13406" y="0"/>
                    <a:pt x="33514"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2" name="任意多边形: 形状 71">
              <a:extLst>
                <a:ext uri="{FF2B5EF4-FFF2-40B4-BE49-F238E27FC236}">
                  <a16:creationId xmlns:a16="http://schemas.microsoft.com/office/drawing/2014/main" id="{8E6C05D2-B2A6-4C87-B0F6-6FB68429918C}"/>
                </a:ext>
              </a:extLst>
            </p:cNvPr>
            <p:cNvSpPr>
              <a:spLocks/>
            </p:cNvSpPr>
            <p:nvPr userDrawn="1"/>
          </p:nvSpPr>
          <p:spPr bwMode="auto">
            <a:xfrm flipH="1">
              <a:off x="8836159" y="3769347"/>
              <a:ext cx="119063" cy="1621772"/>
            </a:xfrm>
            <a:custGeom>
              <a:avLst/>
              <a:gdLst>
                <a:gd name="connsiteX0" fmla="*/ 33073 w 119063"/>
                <a:gd name="connsiteY0" fmla="*/ 0 h 1621772"/>
                <a:gd name="connsiteX1" fmla="*/ 56224 w 119063"/>
                <a:gd name="connsiteY1" fmla="*/ 6607 h 1621772"/>
                <a:gd name="connsiteX2" fmla="*/ 66146 w 119063"/>
                <a:gd name="connsiteY2" fmla="*/ 9910 h 1621772"/>
                <a:gd name="connsiteX3" fmla="*/ 119063 w 119063"/>
                <a:gd name="connsiteY3" fmla="*/ 115614 h 1621772"/>
                <a:gd name="connsiteX4" fmla="*/ 119063 w 119063"/>
                <a:gd name="connsiteY4" fmla="*/ 1458860 h 1621772"/>
                <a:gd name="connsiteX5" fmla="*/ 119063 w 119063"/>
                <a:gd name="connsiteY5" fmla="*/ 1553686 h 1621772"/>
                <a:gd name="connsiteX6" fmla="*/ 0 w 119063"/>
                <a:gd name="connsiteY6" fmla="*/ 1621772 h 1621772"/>
                <a:gd name="connsiteX7" fmla="*/ 0 w 119063"/>
                <a:gd name="connsiteY7" fmla="*/ 1561802 h 1621772"/>
                <a:gd name="connsiteX8" fmla="*/ 0 w 119063"/>
                <a:gd name="connsiteY8" fmla="*/ 46246 h 1621772"/>
                <a:gd name="connsiteX9" fmla="*/ 33073 w 119063"/>
                <a:gd name="connsiteY9" fmla="*/ 0 h 1621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063" h="1621772">
                  <a:moveTo>
                    <a:pt x="33073" y="0"/>
                  </a:moveTo>
                  <a:cubicBezTo>
                    <a:pt x="39688" y="0"/>
                    <a:pt x="49610" y="0"/>
                    <a:pt x="56224" y="6607"/>
                  </a:cubicBezTo>
                  <a:cubicBezTo>
                    <a:pt x="56224" y="6607"/>
                    <a:pt x="56224" y="6607"/>
                    <a:pt x="66146" y="9910"/>
                  </a:cubicBezTo>
                  <a:cubicBezTo>
                    <a:pt x="95912" y="26426"/>
                    <a:pt x="119063" y="75975"/>
                    <a:pt x="119063" y="115614"/>
                  </a:cubicBezTo>
                  <a:cubicBezTo>
                    <a:pt x="119063" y="115614"/>
                    <a:pt x="119063" y="115614"/>
                    <a:pt x="119063" y="1458860"/>
                  </a:cubicBezTo>
                  <a:lnTo>
                    <a:pt x="119063" y="1553686"/>
                  </a:lnTo>
                  <a:lnTo>
                    <a:pt x="0" y="1621772"/>
                  </a:lnTo>
                  <a:lnTo>
                    <a:pt x="0" y="1561802"/>
                  </a:lnTo>
                  <a:cubicBezTo>
                    <a:pt x="0" y="1268090"/>
                    <a:pt x="0" y="798150"/>
                    <a:pt x="0" y="46246"/>
                  </a:cubicBezTo>
                  <a:cubicBezTo>
                    <a:pt x="0" y="16516"/>
                    <a:pt x="16537"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3" name="任意多边形: 形状 72">
              <a:extLst>
                <a:ext uri="{FF2B5EF4-FFF2-40B4-BE49-F238E27FC236}">
                  <a16:creationId xmlns:a16="http://schemas.microsoft.com/office/drawing/2014/main" id="{69418B36-BBFD-4077-8C67-A8378FA40868}"/>
                </a:ext>
              </a:extLst>
            </p:cNvPr>
            <p:cNvSpPr>
              <a:spLocks/>
            </p:cNvSpPr>
            <p:nvPr userDrawn="1"/>
          </p:nvSpPr>
          <p:spPr bwMode="auto">
            <a:xfrm flipH="1">
              <a:off x="8613909" y="4367834"/>
              <a:ext cx="115888" cy="874224"/>
            </a:xfrm>
            <a:custGeom>
              <a:avLst/>
              <a:gdLst>
                <a:gd name="connsiteX0" fmla="*/ 33111 w 115888"/>
                <a:gd name="connsiteY0" fmla="*/ 0 h 874224"/>
                <a:gd name="connsiteX1" fmla="*/ 52977 w 115888"/>
                <a:gd name="connsiteY1" fmla="*/ 6602 h 874224"/>
                <a:gd name="connsiteX2" fmla="*/ 62911 w 115888"/>
                <a:gd name="connsiteY2" fmla="*/ 13203 h 874224"/>
                <a:gd name="connsiteX3" fmla="*/ 115888 w 115888"/>
                <a:gd name="connsiteY3" fmla="*/ 118823 h 874224"/>
                <a:gd name="connsiteX4" fmla="*/ 115888 w 115888"/>
                <a:gd name="connsiteY4" fmla="*/ 620757 h 874224"/>
                <a:gd name="connsiteX5" fmla="*/ 115888 w 115888"/>
                <a:gd name="connsiteY5" fmla="*/ 825103 h 874224"/>
                <a:gd name="connsiteX6" fmla="*/ 26514 w 115888"/>
                <a:gd name="connsiteY6" fmla="*/ 874224 h 874224"/>
                <a:gd name="connsiteX7" fmla="*/ 15314 w 115888"/>
                <a:gd name="connsiteY7" fmla="*/ 861465 h 874224"/>
                <a:gd name="connsiteX8" fmla="*/ 0 w 115888"/>
                <a:gd name="connsiteY8" fmla="*/ 798753 h 874224"/>
                <a:gd name="connsiteX9" fmla="*/ 0 w 115888"/>
                <a:gd name="connsiteY9" fmla="*/ 49510 h 874224"/>
                <a:gd name="connsiteX10" fmla="*/ 33111 w 115888"/>
                <a:gd name="connsiteY10" fmla="*/ 0 h 87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88" h="874224">
                  <a:moveTo>
                    <a:pt x="33111" y="0"/>
                  </a:moveTo>
                  <a:cubicBezTo>
                    <a:pt x="39733" y="0"/>
                    <a:pt x="46355" y="3301"/>
                    <a:pt x="52977" y="6602"/>
                  </a:cubicBezTo>
                  <a:cubicBezTo>
                    <a:pt x="52977" y="6602"/>
                    <a:pt x="52977" y="6602"/>
                    <a:pt x="62911" y="13203"/>
                  </a:cubicBezTo>
                  <a:cubicBezTo>
                    <a:pt x="92710" y="29706"/>
                    <a:pt x="115888" y="75915"/>
                    <a:pt x="115888" y="118823"/>
                  </a:cubicBezTo>
                  <a:cubicBezTo>
                    <a:pt x="115888" y="118823"/>
                    <a:pt x="115888" y="118823"/>
                    <a:pt x="115888" y="620757"/>
                  </a:cubicBezTo>
                  <a:lnTo>
                    <a:pt x="115888" y="825103"/>
                  </a:lnTo>
                  <a:lnTo>
                    <a:pt x="26514" y="874224"/>
                  </a:lnTo>
                  <a:lnTo>
                    <a:pt x="15314" y="861465"/>
                  </a:lnTo>
                  <a:cubicBezTo>
                    <a:pt x="5795" y="842486"/>
                    <a:pt x="0" y="820207"/>
                    <a:pt x="0" y="798753"/>
                  </a:cubicBezTo>
                  <a:cubicBezTo>
                    <a:pt x="0" y="798753"/>
                    <a:pt x="0" y="798753"/>
                    <a:pt x="0" y="49510"/>
                  </a:cubicBezTo>
                  <a:cubicBezTo>
                    <a:pt x="0" y="19804"/>
                    <a:pt x="13244" y="0"/>
                    <a:pt x="33111"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4" name="任意多边形: 形状 73">
              <a:extLst>
                <a:ext uri="{FF2B5EF4-FFF2-40B4-BE49-F238E27FC236}">
                  <a16:creationId xmlns:a16="http://schemas.microsoft.com/office/drawing/2014/main" id="{EF0C0E3C-2AFE-47E6-B968-7228E9662A2B}"/>
                </a:ext>
              </a:extLst>
            </p:cNvPr>
            <p:cNvSpPr>
              <a:spLocks/>
            </p:cNvSpPr>
            <p:nvPr userDrawn="1"/>
          </p:nvSpPr>
          <p:spPr bwMode="auto">
            <a:xfrm flipH="1">
              <a:off x="8391659" y="4698034"/>
              <a:ext cx="119063" cy="414899"/>
            </a:xfrm>
            <a:custGeom>
              <a:avLst/>
              <a:gdLst>
                <a:gd name="connsiteX0" fmla="*/ 33073 w 119063"/>
                <a:gd name="connsiteY0" fmla="*/ 0 h 414899"/>
                <a:gd name="connsiteX1" fmla="*/ 56224 w 119063"/>
                <a:gd name="connsiteY1" fmla="*/ 6605 h 414899"/>
                <a:gd name="connsiteX2" fmla="*/ 62839 w 119063"/>
                <a:gd name="connsiteY2" fmla="*/ 9908 h 414899"/>
                <a:gd name="connsiteX3" fmla="*/ 119063 w 119063"/>
                <a:gd name="connsiteY3" fmla="*/ 115586 h 414899"/>
                <a:gd name="connsiteX4" fmla="*/ 119063 w 119063"/>
                <a:gd name="connsiteY4" fmla="*/ 310277 h 414899"/>
                <a:gd name="connsiteX5" fmla="*/ 119063 w 119063"/>
                <a:gd name="connsiteY5" fmla="*/ 363731 h 414899"/>
                <a:gd name="connsiteX6" fmla="*/ 29159 w 119063"/>
                <a:gd name="connsiteY6" fmla="*/ 414899 h 414899"/>
                <a:gd name="connsiteX7" fmla="*/ 16950 w 119063"/>
                <a:gd name="connsiteY7" fmla="*/ 397121 h 414899"/>
                <a:gd name="connsiteX8" fmla="*/ 0 w 119063"/>
                <a:gd name="connsiteY8" fmla="*/ 336851 h 414899"/>
                <a:gd name="connsiteX9" fmla="*/ 0 w 119063"/>
                <a:gd name="connsiteY9" fmla="*/ 49537 h 414899"/>
                <a:gd name="connsiteX10" fmla="*/ 33073 w 119063"/>
                <a:gd name="connsiteY10" fmla="*/ 0 h 4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063" h="414899">
                  <a:moveTo>
                    <a:pt x="33073" y="0"/>
                  </a:moveTo>
                  <a:cubicBezTo>
                    <a:pt x="39688" y="0"/>
                    <a:pt x="49610" y="3303"/>
                    <a:pt x="56224" y="6605"/>
                  </a:cubicBezTo>
                  <a:cubicBezTo>
                    <a:pt x="56224" y="6605"/>
                    <a:pt x="56224" y="6605"/>
                    <a:pt x="62839" y="9908"/>
                  </a:cubicBezTo>
                  <a:cubicBezTo>
                    <a:pt x="95912" y="29722"/>
                    <a:pt x="119063" y="75957"/>
                    <a:pt x="119063" y="115586"/>
                  </a:cubicBezTo>
                  <a:cubicBezTo>
                    <a:pt x="119063" y="115586"/>
                    <a:pt x="119063" y="115586"/>
                    <a:pt x="119063" y="310277"/>
                  </a:cubicBezTo>
                  <a:lnTo>
                    <a:pt x="119063" y="363731"/>
                  </a:lnTo>
                  <a:lnTo>
                    <a:pt x="29159" y="414899"/>
                  </a:lnTo>
                  <a:lnTo>
                    <a:pt x="16950" y="397121"/>
                  </a:lnTo>
                  <a:cubicBezTo>
                    <a:pt x="6615" y="378132"/>
                    <a:pt x="0" y="356666"/>
                    <a:pt x="0" y="336851"/>
                  </a:cubicBezTo>
                  <a:cubicBezTo>
                    <a:pt x="0" y="336851"/>
                    <a:pt x="0" y="336851"/>
                    <a:pt x="0" y="49537"/>
                  </a:cubicBezTo>
                  <a:cubicBezTo>
                    <a:pt x="0" y="16513"/>
                    <a:pt x="13229" y="0"/>
                    <a:pt x="33073" y="0"/>
                  </a:cubicBezTo>
                  <a:close/>
                </a:path>
              </a:pathLst>
            </a:custGeom>
            <a:gradFill>
              <a:gsLst>
                <a:gs pos="51000">
                  <a:srgbClr val="42E6E0">
                    <a:alpha val="40000"/>
                  </a:srgbClr>
                </a:gs>
                <a:gs pos="0">
                  <a:srgbClr val="566BD8">
                    <a:alpha val="20000"/>
                  </a:srgbClr>
                </a:gs>
                <a:gs pos="98000">
                  <a:srgbClr val="5666D7">
                    <a:alpha val="20000"/>
                  </a:srgb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5" name="Freeform 106">
              <a:extLst>
                <a:ext uri="{FF2B5EF4-FFF2-40B4-BE49-F238E27FC236}">
                  <a16:creationId xmlns:a16="http://schemas.microsoft.com/office/drawing/2014/main" id="{CCBE267B-8FF3-4D30-9A4A-1C1BC6BBDFF6}"/>
                </a:ext>
              </a:extLst>
            </p:cNvPr>
            <p:cNvSpPr>
              <a:spLocks/>
            </p:cNvSpPr>
            <p:nvPr userDrawn="1"/>
          </p:nvSpPr>
          <p:spPr bwMode="auto">
            <a:xfrm>
              <a:off x="8255909" y="2437995"/>
              <a:ext cx="1951037" cy="3057525"/>
            </a:xfrm>
            <a:custGeom>
              <a:avLst/>
              <a:gdLst>
                <a:gd name="T0" fmla="*/ 531 w 531"/>
                <a:gd name="T1" fmla="*/ 0 h 835"/>
                <a:gd name="T2" fmla="*/ 0 w 531"/>
                <a:gd name="T3" fmla="*/ 0 h 835"/>
                <a:gd name="T4" fmla="*/ 0 w 531"/>
                <a:gd name="T5" fmla="*/ 682 h 835"/>
                <a:gd name="T6" fmla="*/ 0 w 531"/>
                <a:gd name="T7" fmla="*/ 682 h 835"/>
                <a:gd name="T8" fmla="*/ 6 w 531"/>
                <a:gd name="T9" fmla="*/ 692 h 835"/>
                <a:gd name="T10" fmla="*/ 248 w 531"/>
                <a:gd name="T11" fmla="*/ 831 h 835"/>
                <a:gd name="T12" fmla="*/ 264 w 531"/>
                <a:gd name="T13" fmla="*/ 835 h 835"/>
                <a:gd name="T14" fmla="*/ 286 w 531"/>
                <a:gd name="T15" fmla="*/ 830 h 835"/>
                <a:gd name="T16" fmla="*/ 522 w 531"/>
                <a:gd name="T17" fmla="*/ 693 h 835"/>
                <a:gd name="T18" fmla="*/ 531 w 531"/>
                <a:gd name="T19" fmla="*/ 682 h 835"/>
                <a:gd name="T20" fmla="*/ 531 w 531"/>
                <a:gd name="T21" fmla="*/ 682 h 835"/>
                <a:gd name="T22" fmla="*/ 531 w 531"/>
                <a:gd name="T23" fmla="*/ 0 h 8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31" h="835">
                  <a:moveTo>
                    <a:pt x="531" y="0"/>
                  </a:moveTo>
                  <a:cubicBezTo>
                    <a:pt x="0" y="0"/>
                    <a:pt x="0" y="0"/>
                    <a:pt x="0" y="0"/>
                  </a:cubicBezTo>
                  <a:cubicBezTo>
                    <a:pt x="0" y="682"/>
                    <a:pt x="0" y="682"/>
                    <a:pt x="0" y="682"/>
                  </a:cubicBezTo>
                  <a:cubicBezTo>
                    <a:pt x="0" y="682"/>
                    <a:pt x="0" y="682"/>
                    <a:pt x="0" y="682"/>
                  </a:cubicBezTo>
                  <a:cubicBezTo>
                    <a:pt x="0" y="685"/>
                    <a:pt x="2" y="689"/>
                    <a:pt x="6" y="692"/>
                  </a:cubicBezTo>
                  <a:cubicBezTo>
                    <a:pt x="248" y="831"/>
                    <a:pt x="248" y="831"/>
                    <a:pt x="248" y="831"/>
                  </a:cubicBezTo>
                  <a:cubicBezTo>
                    <a:pt x="252" y="834"/>
                    <a:pt x="258" y="835"/>
                    <a:pt x="264" y="835"/>
                  </a:cubicBezTo>
                  <a:cubicBezTo>
                    <a:pt x="272" y="835"/>
                    <a:pt x="280" y="833"/>
                    <a:pt x="286" y="830"/>
                  </a:cubicBezTo>
                  <a:cubicBezTo>
                    <a:pt x="522" y="693"/>
                    <a:pt x="522" y="693"/>
                    <a:pt x="522" y="693"/>
                  </a:cubicBezTo>
                  <a:cubicBezTo>
                    <a:pt x="528" y="690"/>
                    <a:pt x="531" y="686"/>
                    <a:pt x="531" y="682"/>
                  </a:cubicBezTo>
                  <a:cubicBezTo>
                    <a:pt x="531" y="682"/>
                    <a:pt x="531" y="682"/>
                    <a:pt x="531" y="682"/>
                  </a:cubicBezTo>
                  <a:cubicBezTo>
                    <a:pt x="531" y="0"/>
                    <a:pt x="531" y="0"/>
                    <a:pt x="531" y="0"/>
                  </a:cubicBezTo>
                </a:path>
              </a:pathLst>
            </a:custGeom>
            <a:gradFill>
              <a:gsLst>
                <a:gs pos="100000">
                  <a:srgbClr val="42E6E0">
                    <a:alpha val="20000"/>
                  </a:srgbClr>
                </a:gs>
                <a:gs pos="0">
                  <a:srgbClr val="180D5B">
                    <a:alpha val="5000"/>
                  </a:srgbClr>
                </a:gs>
              </a:gsLst>
              <a:lin ang="5400000" scaled="0"/>
            </a:gradFill>
            <a:ln>
              <a:noFill/>
            </a:ln>
          </p:spPr>
          <p:txBody>
            <a:bodyPr vert="horz" wrap="square" lIns="91440" tIns="45720" rIns="91440" bIns="45720" numCol="1" anchor="t" anchorCtr="0" compatLnSpc="1">
              <a:prstTxWarp prst="textNoShape">
                <a:avLst/>
              </a:prstTxWarp>
            </a:bodyPr>
            <a:lstStyle/>
            <a:p>
              <a:endParaRPr lang="zh-CN" altLang="en-US" dirty="0"/>
            </a:p>
          </p:txBody>
        </p:sp>
      </p:gr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297" y="352343"/>
            <a:ext cx="5331223" cy="42932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143530"/>
            <a:ext cx="10972800" cy="5028036"/>
          </a:xfrm>
          <a:prstGeom prst="rect">
            <a:avLst/>
          </a:prstGeom>
        </p:spPr>
        <p:txBody>
          <a:bodyPr/>
          <a:lstStyle>
            <a:lvl1pPr marL="457131" indent="-457131">
              <a:lnSpc>
                <a:spcPct val="120000"/>
              </a:lnSpc>
              <a:buSzPct val="80000"/>
              <a:buFont typeface="Wingdings" pitchFamily="2" charset="2"/>
              <a:buChar char="l"/>
              <a:defRPr>
                <a:solidFill>
                  <a:schemeClr val="tx1">
                    <a:lumMod val="75000"/>
                    <a:lumOff val="25000"/>
                  </a:schemeClr>
                </a:solidFill>
              </a:defRPr>
            </a:lvl1pPr>
            <a:lvl2pPr>
              <a:defRPr>
                <a:solidFill>
                  <a:schemeClr val="tx1">
                    <a:lumMod val="75000"/>
                    <a:lumOff val="25000"/>
                  </a:schemeClr>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2307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alphaModFix amt="31000"/>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sp>
        <p:nvSpPr>
          <p:cNvPr id="8" name="日期占位符 3">
            <a:extLst>
              <a:ext uri="{FF2B5EF4-FFF2-40B4-BE49-F238E27FC236}">
                <a16:creationId xmlns:a16="http://schemas.microsoft.com/office/drawing/2014/main" id="{04388434-9949-479C-A9C3-67A953F6A939}"/>
              </a:ext>
            </a:extLst>
          </p:cNvPr>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2026/6/15</a:t>
            </a:fld>
            <a:endParaRPr lang="zh-CN" altLang="en-US"/>
          </a:p>
        </p:txBody>
      </p:sp>
      <p:sp>
        <p:nvSpPr>
          <p:cNvPr id="9" name="页脚占位符 4">
            <a:extLst>
              <a:ext uri="{FF2B5EF4-FFF2-40B4-BE49-F238E27FC236}">
                <a16:creationId xmlns:a16="http://schemas.microsoft.com/office/drawing/2014/main" id="{50A5656E-7A33-4865-A262-1F96263BAA16}"/>
              </a:ext>
            </a:extLst>
          </p:cNvPr>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10" name="灯片编号占位符 5">
            <a:extLst>
              <a:ext uri="{FF2B5EF4-FFF2-40B4-BE49-F238E27FC236}">
                <a16:creationId xmlns:a16="http://schemas.microsoft.com/office/drawing/2014/main" id="{5BF52F79-380E-4278-8B67-588AFE5840F9}"/>
              </a:ext>
            </a:extLst>
          </p:cNvPr>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69" r:id="rId3"/>
    <p:sldLayoutId id="2147483662" r:id="rId4"/>
    <p:sldLayoutId id="2147483655" r:id="rId5"/>
    <p:sldLayoutId id="2147483661" r:id="rId6"/>
    <p:sldLayoutId id="2147483670" r:id="rId7"/>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12" userDrawn="1">
          <p15:clr>
            <a:srgbClr val="F26B43"/>
          </p15:clr>
        </p15:guide>
        <p15:guide id="5" orient="horz" pos="3931" userDrawn="1">
          <p15:clr>
            <a:srgbClr val="F26B43"/>
          </p15:clr>
        </p15:guide>
        <p15:guide id="6" orient="horz" pos="386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3C326D0B-7DAB-41B6-8030-2E4A18CC94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EC933494-1B63-4A32-964F-D05236799BAA}"/>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4000" b="1" dirty="0">
              <a:cs typeface="+mn-ea"/>
              <a:sym typeface="+mn-lt"/>
            </a:endParaRPr>
          </a:p>
        </p:txBody>
      </p:sp>
      <p:sp>
        <p:nvSpPr>
          <p:cNvPr id="4" name="标题 3"/>
          <p:cNvSpPr>
            <a:spLocks noGrp="1"/>
          </p:cNvSpPr>
          <p:nvPr>
            <p:ph type="ctrTitle"/>
          </p:nvPr>
        </p:nvSpPr>
        <p:spPr>
          <a:xfrm>
            <a:off x="3978949" y="2023969"/>
            <a:ext cx="6041284" cy="1058852"/>
          </a:xfrm>
        </p:spPr>
        <p:txBody>
          <a:bodyPr>
            <a:normAutofit/>
          </a:bodyPr>
          <a:lstStyle/>
          <a:p>
            <a:r>
              <a:rPr lang="en-US" altLang="zh-CN" dirty="0" err="1">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LiteOS</a:t>
            </a:r>
            <a:r>
              <a:rPr lang="zh-CN" altLang="en-US" dirty="0">
                <a:ln w="12700">
                  <a:solidFill>
                    <a:schemeClr val="accent5"/>
                  </a:solidFill>
                  <a:prstDash val="solid"/>
                </a:ln>
                <a:pattFill prst="ltDnDiag">
                  <a:fgClr>
                    <a:schemeClr val="accent5">
                      <a:lumMod val="60000"/>
                      <a:lumOff val="40000"/>
                    </a:schemeClr>
                  </a:fgClr>
                  <a:bgClr>
                    <a:schemeClr val="bg1"/>
                  </a:bgClr>
                </a:pattFill>
                <a:latin typeface="+mn-lt"/>
                <a:ea typeface="+mn-ea"/>
                <a:cs typeface="+mn-ea"/>
                <a:sym typeface="+mn-lt"/>
              </a:rPr>
              <a:t>内核开发与实践</a:t>
            </a:r>
          </a:p>
        </p:txBody>
      </p:sp>
      <p:sp>
        <p:nvSpPr>
          <p:cNvPr id="11" name="文本占位符 10">
            <a:extLst>
              <a:ext uri="{FF2B5EF4-FFF2-40B4-BE49-F238E27FC236}">
                <a16:creationId xmlns:a16="http://schemas.microsoft.com/office/drawing/2014/main" id="{3AE36C13-51F4-4440-8DB2-2A4E128FFD33}"/>
              </a:ext>
            </a:extLst>
          </p:cNvPr>
          <p:cNvSpPr>
            <a:spLocks noGrp="1"/>
          </p:cNvSpPr>
          <p:nvPr>
            <p:ph type="body" sz="quarter" idx="10"/>
          </p:nvPr>
        </p:nvSpPr>
        <p:spPr>
          <a:xfrm>
            <a:off x="876322" y="3993091"/>
            <a:ext cx="3267310" cy="548173"/>
          </a:xfrm>
          <a:effectLst>
            <a:glow rad="101600">
              <a:schemeClr val="accent3">
                <a:satMod val="175000"/>
                <a:alpha val="40000"/>
              </a:schemeClr>
            </a:glow>
          </a:effectLst>
        </p:spPr>
        <p:txBody>
          <a:bodyPr anchor="ctr"/>
          <a:lstStyle/>
          <a:p>
            <a:r>
              <a:rPr lang="zh-CN" altLang="en-US" sz="2000" b="1" dirty="0">
                <a:ln w="6600">
                  <a:solidFill>
                    <a:schemeClr val="accent2"/>
                  </a:solidFill>
                  <a:prstDash val="solid"/>
                </a:ln>
                <a:solidFill>
                  <a:srgbClr val="FFFFFF"/>
                </a:solidFill>
                <a:effectLst>
                  <a:glow rad="63500">
                    <a:schemeClr val="accent2">
                      <a:satMod val="175000"/>
                      <a:alpha val="40000"/>
                    </a:schemeClr>
                  </a:glow>
                  <a:outerShdw blurRad="50800" dist="38100" dir="2700000" algn="tl" rotWithShape="0">
                    <a:prstClr val="black">
                      <a:alpha val="40000"/>
                    </a:prstClr>
                  </a:outerShdw>
                </a:effectLst>
                <a:cs typeface="+mn-ea"/>
                <a:sym typeface="+mn-lt"/>
              </a:rPr>
              <a:t>重庆大学   电气工程学院</a:t>
            </a:r>
          </a:p>
        </p:txBody>
      </p:sp>
      <p:sp>
        <p:nvSpPr>
          <p:cNvPr id="5" name="矩形 4"/>
          <p:cNvSpPr/>
          <p:nvPr/>
        </p:nvSpPr>
        <p:spPr>
          <a:xfrm>
            <a:off x="622577" y="1378227"/>
            <a:ext cx="6950075" cy="707886"/>
          </a:xfrm>
          <a:prstGeom prst="rect">
            <a:avLst/>
          </a:prstGeom>
        </p:spPr>
        <p:txBody>
          <a:bodyPr wrap="square">
            <a:spAutoFit/>
          </a:bodyPr>
          <a:lstStyle/>
          <a:p>
            <a:r>
              <a:rPr lang="zh-CN" altLang="en-US" sz="2800" b="1" kern="1800" dirty="0">
                <a:solidFill>
                  <a:schemeClr val="bg1"/>
                </a:solidFill>
                <a:cs typeface="+mn-ea"/>
                <a:sym typeface="+mn-lt"/>
              </a:rPr>
              <a:t>物联网操作系统</a:t>
            </a:r>
            <a:r>
              <a:rPr lang="zh-CN" altLang="zh-CN" sz="4000" b="1" dirty="0">
                <a:ln w="12700">
                  <a:solidFill>
                    <a:schemeClr val="accent5"/>
                  </a:solidFill>
                  <a:prstDash val="solid"/>
                </a:ln>
                <a:pattFill prst="ltDnDiag">
                  <a:fgClr>
                    <a:schemeClr val="accent5">
                      <a:lumMod val="60000"/>
                      <a:lumOff val="40000"/>
                    </a:schemeClr>
                  </a:fgClr>
                  <a:bgClr>
                    <a:schemeClr val="bg1"/>
                  </a:bgClr>
                </a:pattFill>
                <a:cs typeface="+mn-ea"/>
                <a:sym typeface="+mn-lt"/>
              </a:rPr>
              <a:t>——</a:t>
            </a:r>
            <a:endParaRPr lang="zh-CN" altLang="en-US" sz="4000" b="1" dirty="0">
              <a:ln w="12700">
                <a:solidFill>
                  <a:schemeClr val="accent5"/>
                </a:solidFill>
                <a:prstDash val="solid"/>
              </a:ln>
              <a:pattFill prst="ltDnDiag">
                <a:fgClr>
                  <a:schemeClr val="accent5">
                    <a:lumMod val="60000"/>
                    <a:lumOff val="40000"/>
                  </a:schemeClr>
                </a:fgClr>
                <a:bgClr>
                  <a:schemeClr val="bg1"/>
                </a:bgClr>
              </a:pattFill>
              <a:cs typeface="+mn-ea"/>
              <a:sym typeface="+mn-lt"/>
            </a:endParaRPr>
          </a:p>
        </p:txBody>
      </p:sp>
      <p:sp>
        <p:nvSpPr>
          <p:cNvPr id="6" name="文本框 5"/>
          <p:cNvSpPr txBox="1"/>
          <p:nvPr/>
        </p:nvSpPr>
        <p:spPr>
          <a:xfrm>
            <a:off x="622577" y="3167390"/>
            <a:ext cx="6816910" cy="523220"/>
          </a:xfrm>
          <a:prstGeom prst="rect">
            <a:avLst/>
          </a:prstGeom>
          <a:noFill/>
        </p:spPr>
        <p:txBody>
          <a:bodyPr wrap="square" rtlCol="0">
            <a:spAutoFit/>
          </a:bodyPr>
          <a:lstStyle/>
          <a:p>
            <a:r>
              <a:rPr lang="en-US" altLang="zh-CN" sz="2800" b="1" dirty="0" err="1">
                <a:solidFill>
                  <a:srgbClr val="42E6E0"/>
                </a:solidFill>
                <a:cs typeface="+mn-ea"/>
                <a:sym typeface="+mn-lt"/>
              </a:rPr>
              <a:t>LiteOS</a:t>
            </a:r>
            <a:r>
              <a:rPr lang="zh-CN" altLang="en-US" sz="2800" b="1">
                <a:solidFill>
                  <a:srgbClr val="42E6E0"/>
                </a:solidFill>
                <a:cs typeface="+mn-ea"/>
                <a:sym typeface="+mn-lt"/>
              </a:rPr>
              <a:t>任务概述</a:t>
            </a:r>
            <a:endParaRPr lang="en-US" altLang="zh-CN" sz="2800" b="1" dirty="0">
              <a:solidFill>
                <a:srgbClr val="42E6E0"/>
              </a:solidFill>
              <a:cs typeface="+mn-ea"/>
              <a:sym typeface="+mn-lt"/>
            </a:endParaRPr>
          </a:p>
        </p:txBody>
      </p:sp>
    </p:spTree>
    <p:extLst>
      <p:ext uri="{BB962C8B-B14F-4D97-AF65-F5344CB8AC3E}">
        <p14:creationId xmlns:p14="http://schemas.microsoft.com/office/powerpoint/2010/main" val="2010881281"/>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目录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8" name="内容占位符 2">
            <a:extLst>
              <a:ext uri="{FF2B5EF4-FFF2-40B4-BE49-F238E27FC236}">
                <a16:creationId xmlns:a16="http://schemas.microsoft.com/office/drawing/2014/main" id="{5D02CDF3-99CB-47D4-9923-DEE71CF4F2DE}"/>
              </a:ext>
            </a:extLst>
          </p:cNvPr>
          <p:cNvSpPr>
            <a:spLocks noGrp="1"/>
          </p:cNvSpPr>
          <p:nvPr>
            <p:ph idx="1"/>
          </p:nvPr>
        </p:nvSpPr>
        <p:spPr>
          <a:xfrm>
            <a:off x="627797" y="1102970"/>
            <a:ext cx="7886700" cy="4351338"/>
          </a:xfrm>
        </p:spPr>
        <p:txBody>
          <a:bodyPr>
            <a:normAutofit/>
          </a:bodyPr>
          <a:lstStyle/>
          <a:p>
            <a:r>
              <a:rPr lang="zh-CN" altLang="en-US" sz="3200" b="1" dirty="0">
                <a:solidFill>
                  <a:schemeClr val="tx1"/>
                </a:solidFill>
              </a:rPr>
              <a:t>基础概念</a:t>
            </a:r>
            <a:endParaRPr lang="en-US" altLang="zh-CN" sz="3200" b="1" dirty="0">
              <a:solidFill>
                <a:schemeClr val="tx1"/>
              </a:solidFill>
            </a:endParaRPr>
          </a:p>
          <a:p>
            <a:r>
              <a:rPr lang="zh-CN" altLang="en-US" sz="3200" b="1" dirty="0">
                <a:solidFill>
                  <a:schemeClr val="tx1"/>
                </a:solidFill>
              </a:rPr>
              <a:t>任务管理</a:t>
            </a:r>
            <a:endParaRPr lang="en-US" altLang="zh-CN" sz="3200" b="1" dirty="0">
              <a:solidFill>
                <a:schemeClr val="tx1"/>
              </a:solidFill>
            </a:endParaRPr>
          </a:p>
          <a:p>
            <a:pPr lvl="1"/>
            <a:r>
              <a:rPr lang="zh-CN" altLang="en-US" sz="2800" dirty="0"/>
              <a:t>任务信息</a:t>
            </a:r>
            <a:endParaRPr lang="en-US" altLang="zh-CN" sz="2800" dirty="0"/>
          </a:p>
          <a:p>
            <a:pPr lvl="1"/>
            <a:r>
              <a:rPr lang="zh-CN" altLang="en-US" sz="2800" dirty="0"/>
              <a:t>任务状态</a:t>
            </a:r>
            <a:endParaRPr lang="en-US" altLang="zh-CN" sz="2800" dirty="0"/>
          </a:p>
          <a:p>
            <a:r>
              <a:rPr lang="zh-CN" altLang="en-US" sz="3200" b="1" dirty="0">
                <a:solidFill>
                  <a:schemeClr val="tx1"/>
                </a:solidFill>
              </a:rPr>
              <a:t>任务调度</a:t>
            </a:r>
            <a:endParaRPr lang="en-US" altLang="zh-CN" sz="3200" b="1" dirty="0">
              <a:solidFill>
                <a:schemeClr val="tx1"/>
              </a:solidFill>
            </a:endParaRPr>
          </a:p>
          <a:p>
            <a:pPr lvl="1"/>
            <a:r>
              <a:rPr lang="zh-CN" altLang="en-US" sz="2800" dirty="0"/>
              <a:t>任务上下文</a:t>
            </a:r>
            <a:endParaRPr lang="en-US" altLang="zh-CN" sz="2800" dirty="0"/>
          </a:p>
          <a:p>
            <a:pPr lvl="1"/>
            <a:r>
              <a:rPr lang="zh-CN" altLang="en-US" sz="2800" dirty="0"/>
              <a:t>调度算法</a:t>
            </a:r>
            <a:endParaRPr lang="en-US" altLang="zh-CN" sz="2800" dirty="0"/>
          </a:p>
        </p:txBody>
      </p:sp>
    </p:spTree>
    <p:extLst>
      <p:ext uri="{BB962C8B-B14F-4D97-AF65-F5344CB8AC3E}">
        <p14:creationId xmlns:p14="http://schemas.microsoft.com/office/powerpoint/2010/main" val="712534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基础概念</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7" name="内容占位符 2">
            <a:extLst>
              <a:ext uri="{FF2B5EF4-FFF2-40B4-BE49-F238E27FC236}">
                <a16:creationId xmlns:a16="http://schemas.microsoft.com/office/drawing/2014/main" id="{A3A221BB-75CD-43B8-98EF-22F235229ABF}"/>
              </a:ext>
            </a:extLst>
          </p:cNvPr>
          <p:cNvSpPr>
            <a:spLocks noGrp="1"/>
          </p:cNvSpPr>
          <p:nvPr>
            <p:ph idx="1"/>
          </p:nvPr>
        </p:nvSpPr>
        <p:spPr>
          <a:xfrm>
            <a:off x="227746" y="1134006"/>
            <a:ext cx="7458929" cy="3516652"/>
          </a:xfrm>
        </p:spPr>
        <p:txBody>
          <a:bodyPr>
            <a:normAutofit fontScale="92500" lnSpcReduction="10000"/>
          </a:bodyPr>
          <a:lstStyle/>
          <a:p>
            <a:r>
              <a:rPr lang="zh-CN" altLang="en-US" sz="2400" b="1" dirty="0">
                <a:solidFill>
                  <a:srgbClr val="C00000"/>
                </a:solidFill>
              </a:rPr>
              <a:t>进程与线程：</a:t>
            </a:r>
            <a:r>
              <a:rPr lang="zh-CN" altLang="en-US" sz="2400" b="1" dirty="0">
                <a:solidFill>
                  <a:schemeClr val="tx1"/>
                </a:solidFill>
              </a:rPr>
              <a:t>软件运行及资源占用为出发点</a:t>
            </a:r>
            <a:endParaRPr lang="en-US" altLang="zh-CN" sz="2400" b="1" dirty="0">
              <a:solidFill>
                <a:schemeClr val="tx1"/>
              </a:solidFill>
            </a:endParaRPr>
          </a:p>
          <a:p>
            <a:pPr lvl="1"/>
            <a:r>
              <a:rPr lang="zh-CN" altLang="en-US" sz="2000" dirty="0"/>
              <a:t>进程是运行程序的实例，</a:t>
            </a:r>
            <a:r>
              <a:rPr lang="zh-CN" altLang="en-US" sz="2000" dirty="0">
                <a:solidFill>
                  <a:srgbClr val="FF0000"/>
                </a:solidFill>
              </a:rPr>
              <a:t>资源分配的最小单位</a:t>
            </a:r>
            <a:endParaRPr lang="en-US" altLang="zh-CN" sz="2000" dirty="0">
              <a:solidFill>
                <a:srgbClr val="FF0000"/>
              </a:solidFill>
            </a:endParaRPr>
          </a:p>
          <a:p>
            <a:pPr lvl="1"/>
            <a:r>
              <a:rPr lang="zh-CN" altLang="en-US" sz="2000" dirty="0"/>
              <a:t>线程是系统调度的基本单位，</a:t>
            </a:r>
            <a:r>
              <a:rPr lang="zh-CN" altLang="en-US" sz="2000" dirty="0">
                <a:solidFill>
                  <a:srgbClr val="FF0000"/>
                </a:solidFill>
              </a:rPr>
              <a:t>程序执行的最小单位</a:t>
            </a:r>
            <a:endParaRPr lang="en-US" altLang="zh-CN" sz="2000" dirty="0">
              <a:solidFill>
                <a:srgbClr val="FF0000"/>
              </a:solidFill>
            </a:endParaRPr>
          </a:p>
          <a:p>
            <a:pPr lvl="1"/>
            <a:r>
              <a:rPr lang="zh-CN" altLang="en-US" sz="2000" dirty="0"/>
              <a:t>一个进程包含</a:t>
            </a:r>
            <a:r>
              <a:rPr lang="zh-CN" altLang="en-US" sz="2000" dirty="0">
                <a:solidFill>
                  <a:srgbClr val="FF0000"/>
                </a:solidFill>
              </a:rPr>
              <a:t>多个线程</a:t>
            </a:r>
            <a:endParaRPr lang="en-US" altLang="zh-CN" sz="2000" dirty="0">
              <a:solidFill>
                <a:srgbClr val="FF0000"/>
              </a:solidFill>
            </a:endParaRPr>
          </a:p>
          <a:p>
            <a:pPr lvl="1"/>
            <a:r>
              <a:rPr lang="zh-CN" altLang="en-US" sz="2000" dirty="0"/>
              <a:t>进程之间相互独立，同一进程中的</a:t>
            </a:r>
            <a:r>
              <a:rPr lang="zh-CN" altLang="en-US" sz="2000" dirty="0">
                <a:solidFill>
                  <a:srgbClr val="FF0000"/>
                </a:solidFill>
              </a:rPr>
              <a:t>线程共享</a:t>
            </a:r>
            <a:r>
              <a:rPr lang="zh-CN" altLang="en-US" sz="2000" dirty="0"/>
              <a:t>内存空间</a:t>
            </a:r>
            <a:endParaRPr lang="en-US" altLang="zh-CN" sz="2000" dirty="0"/>
          </a:p>
          <a:p>
            <a:r>
              <a:rPr lang="zh-CN" altLang="en-US" sz="2400" b="1" dirty="0">
                <a:solidFill>
                  <a:srgbClr val="C00000"/>
                </a:solidFill>
              </a:rPr>
              <a:t>任务：</a:t>
            </a:r>
            <a:r>
              <a:rPr lang="zh-CN" altLang="en-US" sz="2400" b="1" dirty="0">
                <a:solidFill>
                  <a:schemeClr val="tx1"/>
                </a:solidFill>
              </a:rPr>
              <a:t>以功能、业务为出发点</a:t>
            </a:r>
            <a:endParaRPr lang="en-US" altLang="zh-CN" sz="2400" b="1" dirty="0">
              <a:solidFill>
                <a:schemeClr val="tx1"/>
              </a:solidFill>
            </a:endParaRPr>
          </a:p>
          <a:p>
            <a:pPr lvl="1"/>
            <a:r>
              <a:rPr lang="zh-CN" altLang="en-US" sz="2000" dirty="0"/>
              <a:t>竞争系统资源的最小单位</a:t>
            </a:r>
            <a:endParaRPr lang="en-US" altLang="zh-CN" sz="2000" dirty="0"/>
          </a:p>
          <a:p>
            <a:pPr lvl="1"/>
            <a:r>
              <a:rPr lang="zh-CN" altLang="en-US" sz="2000" dirty="0"/>
              <a:t>多任务并发执行</a:t>
            </a:r>
            <a:endParaRPr lang="en-US" altLang="zh-CN" sz="2000" dirty="0"/>
          </a:p>
          <a:p>
            <a:pPr lvl="1"/>
            <a:r>
              <a:rPr lang="zh-CN" altLang="en-US" sz="2000" dirty="0"/>
              <a:t>通过任务管理实现任务调度，管理业务流程</a:t>
            </a:r>
            <a:endParaRPr lang="en-US" altLang="zh-CN" sz="2000" dirty="0"/>
          </a:p>
          <a:p>
            <a:pPr lvl="1"/>
            <a:r>
              <a:rPr lang="zh-CN" altLang="en-US" sz="2000" dirty="0"/>
              <a:t>一个任务可以是一个进程，也可以是一个线程</a:t>
            </a:r>
          </a:p>
        </p:txBody>
      </p:sp>
      <p:pic>
        <p:nvPicPr>
          <p:cNvPr id="27650" name="Picture 2" descr="https://pic1.zhimg.com/v2-868dadb4181974b1fb4e078164e99cf0_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237" y="1134005"/>
            <a:ext cx="4589506" cy="3210766"/>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a:extLst>
              <a:ext uri="{FF2B5EF4-FFF2-40B4-BE49-F238E27FC236}">
                <a16:creationId xmlns:a16="http://schemas.microsoft.com/office/drawing/2014/main" id="{A3A221BB-75CD-43B8-98EF-22F235229ABF}"/>
              </a:ext>
            </a:extLst>
          </p:cNvPr>
          <p:cNvSpPr txBox="1">
            <a:spLocks/>
          </p:cNvSpPr>
          <p:nvPr/>
        </p:nvSpPr>
        <p:spPr>
          <a:xfrm>
            <a:off x="627796" y="4777310"/>
            <a:ext cx="5716247" cy="1509978"/>
          </a:xfrm>
          <a:prstGeom prst="rect">
            <a:avLst/>
          </a:prstGeom>
        </p:spPr>
        <p:txBody>
          <a:bodyPr vert="horz" lIns="91440" tIns="45720" rIns="91440" bIns="45720" rtlCol="0">
            <a:normAutofit fontScale="92500" lnSpcReduction="20000"/>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zh-CN" altLang="en-US" sz="2400" dirty="0">
                <a:solidFill>
                  <a:srgbClr val="C00000"/>
                </a:solidFill>
              </a:rPr>
              <a:t>实例：</a:t>
            </a:r>
            <a:endParaRPr lang="en-US" altLang="zh-CN" sz="2400" dirty="0">
              <a:solidFill>
                <a:srgbClr val="C00000"/>
              </a:solidFill>
            </a:endParaRPr>
          </a:p>
          <a:p>
            <a:pPr marL="0" indent="0">
              <a:spcBef>
                <a:spcPts val="0"/>
              </a:spcBef>
              <a:buNone/>
            </a:pPr>
            <a:r>
              <a:rPr lang="zh-CN" altLang="en-US" sz="2400" dirty="0">
                <a:solidFill>
                  <a:srgbClr val="C00000"/>
                </a:solidFill>
              </a:rPr>
              <a:t>一个运行的</a:t>
            </a:r>
            <a:r>
              <a:rPr lang="en-US" altLang="zh-CN" sz="2400" dirty="0">
                <a:solidFill>
                  <a:srgbClr val="C00000"/>
                </a:solidFill>
              </a:rPr>
              <a:t>WORD</a:t>
            </a:r>
            <a:r>
              <a:rPr lang="zh-CN" altLang="en-US" sz="2400" dirty="0">
                <a:solidFill>
                  <a:srgbClr val="C00000"/>
                </a:solidFill>
              </a:rPr>
              <a:t>是一个进程</a:t>
            </a:r>
            <a:endParaRPr lang="en-US" altLang="zh-CN" sz="2400" dirty="0">
              <a:solidFill>
                <a:srgbClr val="C00000"/>
              </a:solidFill>
            </a:endParaRPr>
          </a:p>
          <a:p>
            <a:pPr marL="0" indent="0">
              <a:spcBef>
                <a:spcPts val="0"/>
              </a:spcBef>
              <a:buNone/>
            </a:pPr>
            <a:r>
              <a:rPr lang="zh-CN" altLang="en-US" sz="2400" dirty="0">
                <a:solidFill>
                  <a:srgbClr val="C00000"/>
                </a:solidFill>
              </a:rPr>
              <a:t>其中文字输入、拼写检查、自动保存就是三个线程</a:t>
            </a:r>
            <a:endParaRPr lang="zh-CN" altLang="en-US" sz="2400" dirty="0"/>
          </a:p>
        </p:txBody>
      </p:sp>
    </p:spTree>
    <p:extLst>
      <p:ext uri="{BB962C8B-B14F-4D97-AF65-F5344CB8AC3E}">
        <p14:creationId xmlns:p14="http://schemas.microsoft.com/office/powerpoint/2010/main" val="187783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任务管理原理</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内容占位符 2">
            <a:extLst>
              <a:ext uri="{FF2B5EF4-FFF2-40B4-BE49-F238E27FC236}">
                <a16:creationId xmlns:a16="http://schemas.microsoft.com/office/drawing/2014/main" id="{A3A221BB-75CD-43B8-98EF-22F235229ABF}"/>
              </a:ext>
            </a:extLst>
          </p:cNvPr>
          <p:cNvSpPr txBox="1">
            <a:spLocks/>
          </p:cNvSpPr>
          <p:nvPr/>
        </p:nvSpPr>
        <p:spPr>
          <a:xfrm>
            <a:off x="627797" y="1102970"/>
            <a:ext cx="7886700" cy="4351338"/>
          </a:xfrm>
          <a:prstGeom prst="rect">
            <a:avLst/>
          </a:prstGeom>
        </p:spPr>
        <p:txBody>
          <a:bodyPr vert="horz" lIns="91440" tIns="45720" rIns="91440" bIns="45720" rtlCol="0">
            <a:normAutofit/>
          </a:bodyPr>
          <a:lstStyle>
            <a:lvl1pPr marL="457131" indent="-457131" algn="l" defTabSz="914354" rtl="0" eaLnBrk="1" latinLnBrk="0" hangingPunct="1">
              <a:lnSpc>
                <a:spcPct val="120000"/>
              </a:lnSpc>
              <a:spcBef>
                <a:spcPts val="1000"/>
              </a:spcBef>
              <a:buSzPct val="80000"/>
              <a:buFont typeface="Wingdings" pitchFamily="2" charset="2"/>
              <a:buChar char="l"/>
              <a:defRPr sz="1800" kern="1200">
                <a:solidFill>
                  <a:schemeClr val="tx1">
                    <a:lumMod val="75000"/>
                    <a:lumOff val="25000"/>
                  </a:schemeClr>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4000" b="1" dirty="0">
                <a:solidFill>
                  <a:srgbClr val="C00000"/>
                </a:solidFill>
              </a:rPr>
              <a:t>任务信息</a:t>
            </a:r>
            <a:endParaRPr lang="en-US" altLang="zh-CN" sz="4000" b="1" dirty="0">
              <a:solidFill>
                <a:srgbClr val="C00000"/>
              </a:solidFill>
            </a:endParaRPr>
          </a:p>
          <a:p>
            <a:r>
              <a:rPr lang="zh-CN" altLang="en-US" sz="4000" b="1" dirty="0">
                <a:solidFill>
                  <a:srgbClr val="C00000"/>
                </a:solidFill>
              </a:rPr>
              <a:t>任务状态</a:t>
            </a:r>
            <a:endParaRPr lang="en-US" altLang="zh-CN" sz="4000" b="1" dirty="0">
              <a:solidFill>
                <a:srgbClr val="C00000"/>
              </a:solidFill>
            </a:endParaRPr>
          </a:p>
          <a:p>
            <a:pPr lvl="1"/>
            <a:r>
              <a:rPr lang="zh-CN" altLang="en-US" sz="3600" dirty="0"/>
              <a:t>任务状态迁移</a:t>
            </a:r>
            <a:endParaRPr lang="en-US" altLang="zh-CN" sz="3600" dirty="0"/>
          </a:p>
          <a:p>
            <a:r>
              <a:rPr lang="zh-CN" altLang="en-US" sz="4000" b="1" dirty="0">
                <a:solidFill>
                  <a:srgbClr val="C00000"/>
                </a:solidFill>
              </a:rPr>
              <a:t>任务栈</a:t>
            </a:r>
            <a:endParaRPr lang="en-US" altLang="zh-CN" sz="4000" b="1" dirty="0">
              <a:solidFill>
                <a:srgbClr val="C00000"/>
              </a:solidFill>
            </a:endParaRPr>
          </a:p>
          <a:p>
            <a:r>
              <a:rPr lang="zh-CN" altLang="en-US" sz="4000" b="1" dirty="0">
                <a:solidFill>
                  <a:srgbClr val="C00000"/>
                </a:solidFill>
              </a:rPr>
              <a:t>任务优先级</a:t>
            </a:r>
          </a:p>
        </p:txBody>
      </p:sp>
    </p:spTree>
    <p:extLst>
      <p:ext uri="{BB962C8B-B14F-4D97-AF65-F5344CB8AC3E}">
        <p14:creationId xmlns:p14="http://schemas.microsoft.com/office/powerpoint/2010/main" val="340654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任务信息</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6" name="内容占位符 2">
            <a:extLst>
              <a:ext uri="{FF2B5EF4-FFF2-40B4-BE49-F238E27FC236}">
                <a16:creationId xmlns:a16="http://schemas.microsoft.com/office/drawing/2014/main" id="{ABE6EB6A-F530-41A6-8CD6-17E5BFB335B4}"/>
              </a:ext>
            </a:extLst>
          </p:cNvPr>
          <p:cNvSpPr>
            <a:spLocks noGrp="1"/>
          </p:cNvSpPr>
          <p:nvPr>
            <p:ph idx="1"/>
          </p:nvPr>
        </p:nvSpPr>
        <p:spPr>
          <a:xfrm>
            <a:off x="138303" y="899794"/>
            <a:ext cx="4528947" cy="5716905"/>
          </a:xfrm>
        </p:spPr>
        <p:txBody>
          <a:bodyPr>
            <a:noAutofit/>
          </a:bodyPr>
          <a:lstStyle/>
          <a:p>
            <a:pPr marL="357188" indent="-357188">
              <a:lnSpc>
                <a:spcPct val="114000"/>
              </a:lnSpc>
            </a:pPr>
            <a:r>
              <a:rPr lang="zh-CN" altLang="en-US" sz="2400" b="1" dirty="0">
                <a:solidFill>
                  <a:srgbClr val="C00000"/>
                </a:solidFill>
              </a:rPr>
              <a:t>任务包含多个信息</a:t>
            </a:r>
            <a:endParaRPr lang="en-US" altLang="zh-CN" sz="2400" b="1" dirty="0">
              <a:solidFill>
                <a:srgbClr val="C00000"/>
              </a:solidFill>
            </a:endParaRPr>
          </a:p>
          <a:p>
            <a:pPr marL="357188" lvl="1" indent="-227013">
              <a:lnSpc>
                <a:spcPct val="114000"/>
              </a:lnSpc>
            </a:pPr>
            <a:r>
              <a:rPr lang="zh-CN" altLang="en-US" sz="2100" b="1" dirty="0">
                <a:solidFill>
                  <a:srgbClr val="C00000"/>
                </a:solidFill>
              </a:rPr>
              <a:t>上下文栈指针：</a:t>
            </a:r>
            <a:r>
              <a:rPr lang="zh-CN" altLang="en-US" sz="2100" dirty="0"/>
              <a:t>任务上下文“书签”，决定任务切换时的状态保存与恢复</a:t>
            </a:r>
          </a:p>
          <a:p>
            <a:pPr marL="357188" lvl="1" indent="-227013">
              <a:lnSpc>
                <a:spcPct val="114000"/>
              </a:lnSpc>
            </a:pPr>
            <a:r>
              <a:rPr lang="zh-CN" altLang="en-US" sz="2100" b="1" dirty="0">
                <a:solidFill>
                  <a:srgbClr val="C00000"/>
                </a:solidFill>
              </a:rPr>
              <a:t>任务状态：</a:t>
            </a:r>
            <a:r>
              <a:rPr lang="zh-CN" altLang="en-US" sz="2100" dirty="0"/>
              <a:t>用于表示任务当前正在执行或在等待</a:t>
            </a:r>
          </a:p>
          <a:p>
            <a:pPr marL="357188" lvl="1" indent="-227013">
              <a:lnSpc>
                <a:spcPct val="114000"/>
              </a:lnSpc>
            </a:pPr>
            <a:r>
              <a:rPr lang="zh-CN" altLang="en-US" sz="2100" b="1" dirty="0">
                <a:solidFill>
                  <a:srgbClr val="C00000"/>
                </a:solidFill>
              </a:rPr>
              <a:t>优先级：</a:t>
            </a:r>
            <a:r>
              <a:rPr lang="zh-CN" altLang="en-US" sz="2100" dirty="0"/>
              <a:t>任务的优先级代表着任务执行的优先顺序</a:t>
            </a:r>
            <a:endParaRPr lang="en-US" altLang="zh-CN" sz="2100" dirty="0"/>
          </a:p>
          <a:p>
            <a:pPr marL="357188" lvl="1" indent="-227013">
              <a:lnSpc>
                <a:spcPct val="114000"/>
              </a:lnSpc>
            </a:pPr>
            <a:r>
              <a:rPr lang="zh-CN" altLang="en-US" sz="2100" b="1" dirty="0">
                <a:solidFill>
                  <a:srgbClr val="C00000"/>
                </a:solidFill>
              </a:rPr>
              <a:t>标识符</a:t>
            </a:r>
            <a:r>
              <a:rPr lang="zh-CN" altLang="en-US" sz="2100" dirty="0"/>
              <a:t>：和任务相关的唯一标识符，用于区别于其他任务</a:t>
            </a:r>
          </a:p>
          <a:p>
            <a:pPr marL="357188" lvl="1" indent="-227013">
              <a:lnSpc>
                <a:spcPct val="114000"/>
              </a:lnSpc>
            </a:pPr>
            <a:r>
              <a:rPr lang="zh-CN" altLang="en-US" sz="2100" b="1" dirty="0">
                <a:solidFill>
                  <a:srgbClr val="C00000"/>
                </a:solidFill>
              </a:rPr>
              <a:t>任务名：</a:t>
            </a:r>
            <a:r>
              <a:rPr lang="zh-CN" altLang="en-US" sz="2100" dirty="0"/>
              <a:t>任务的名称，便于用户对任务进行区分</a:t>
            </a:r>
            <a:endParaRPr lang="en-US" altLang="zh-CN" sz="2100" dirty="0"/>
          </a:p>
          <a:p>
            <a:pPr marL="357188" indent="-357188">
              <a:lnSpc>
                <a:spcPct val="114000"/>
              </a:lnSpc>
            </a:pPr>
            <a:r>
              <a:rPr lang="zh-CN" altLang="en-US" sz="2400" b="1" dirty="0">
                <a:solidFill>
                  <a:srgbClr val="C00000"/>
                </a:solidFill>
              </a:rPr>
              <a:t>任务控制块</a:t>
            </a:r>
            <a:endParaRPr lang="en-US" altLang="zh-CN" sz="2400" b="1" dirty="0">
              <a:solidFill>
                <a:srgbClr val="C00000"/>
              </a:solidFill>
            </a:endParaRPr>
          </a:p>
          <a:p>
            <a:pPr marL="130175" lvl="1" indent="0">
              <a:lnSpc>
                <a:spcPct val="114000"/>
              </a:lnSpc>
              <a:buNone/>
            </a:pPr>
            <a:r>
              <a:rPr lang="zh-CN" altLang="en-US" sz="2100" dirty="0"/>
              <a:t>   存放任务信息的数据结构</a:t>
            </a:r>
          </a:p>
          <a:p>
            <a:pPr lvl="1">
              <a:lnSpc>
                <a:spcPct val="114000"/>
              </a:lnSpc>
            </a:pPr>
            <a:endParaRPr lang="zh-CN" altLang="en-US" dirty="0"/>
          </a:p>
        </p:txBody>
      </p:sp>
      <p:pic>
        <p:nvPicPr>
          <p:cNvPr id="3" name="图片 2"/>
          <p:cNvPicPr>
            <a:picLocks noChangeAspect="1"/>
          </p:cNvPicPr>
          <p:nvPr/>
        </p:nvPicPr>
        <p:blipFill>
          <a:blip r:embed="rId2"/>
          <a:stretch>
            <a:fillRect/>
          </a:stretch>
        </p:blipFill>
        <p:spPr>
          <a:xfrm>
            <a:off x="4513718" y="1205206"/>
            <a:ext cx="7574199" cy="4881269"/>
          </a:xfrm>
          <a:prstGeom prst="rect">
            <a:avLst/>
          </a:prstGeom>
        </p:spPr>
      </p:pic>
    </p:spTree>
    <p:extLst>
      <p:ext uri="{BB962C8B-B14F-4D97-AF65-F5344CB8AC3E}">
        <p14:creationId xmlns:p14="http://schemas.microsoft.com/office/powerpoint/2010/main" val="2280097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任务状态</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4" name="矩形 3"/>
          <p:cNvSpPr/>
          <p:nvPr/>
        </p:nvSpPr>
        <p:spPr>
          <a:xfrm>
            <a:off x="444917" y="1025327"/>
            <a:ext cx="6815420" cy="5446812"/>
          </a:xfrm>
          <a:prstGeom prst="rect">
            <a:avLst/>
          </a:prstGeom>
        </p:spPr>
        <p:txBody>
          <a:bodyPr wrap="square">
            <a:spAutoFit/>
          </a:bodyPr>
          <a:lstStyle/>
          <a:p>
            <a:pPr marL="357188" indent="-357188" defTabSz="914354">
              <a:lnSpc>
                <a:spcPct val="125000"/>
              </a:lnSpc>
              <a:spcBef>
                <a:spcPts val="1000"/>
              </a:spcBef>
              <a:buSzPct val="80000"/>
              <a:buFont typeface="Wingdings" pitchFamily="2" charset="2"/>
              <a:buChar char="l"/>
            </a:pPr>
            <a:r>
              <a:rPr lang="zh-CN" altLang="en-US" sz="2000" b="1" dirty="0">
                <a:solidFill>
                  <a:srgbClr val="C00000"/>
                </a:solidFill>
              </a:rPr>
              <a:t>就绪态（</a:t>
            </a:r>
            <a:r>
              <a:rPr lang="en-US" altLang="zh-CN" sz="2000" b="1" dirty="0">
                <a:solidFill>
                  <a:srgbClr val="C00000"/>
                </a:solidFill>
              </a:rPr>
              <a:t>Ready</a:t>
            </a:r>
            <a:r>
              <a:rPr lang="zh-CN" altLang="en-US" sz="2000" b="1" dirty="0">
                <a:solidFill>
                  <a:srgbClr val="C00000"/>
                </a:solidFill>
              </a:rPr>
              <a:t>）</a:t>
            </a:r>
            <a:endParaRPr lang="en-US" altLang="zh-CN" sz="2000" b="1" dirty="0">
              <a:solidFill>
                <a:srgbClr val="C00000"/>
              </a:solidFill>
            </a:endParaRPr>
          </a:p>
          <a:p>
            <a:pPr lvl="1">
              <a:lnSpc>
                <a:spcPct val="125000"/>
              </a:lnSpc>
            </a:pPr>
            <a:r>
              <a:rPr lang="zh-CN" altLang="en-US" dirty="0"/>
              <a:t>该任务处于就绪列表中，就绪的任务已经</a:t>
            </a:r>
            <a:r>
              <a:rPr lang="zh-CN" altLang="en-US" dirty="0">
                <a:solidFill>
                  <a:srgbClr val="FF0000"/>
                </a:solidFill>
              </a:rPr>
              <a:t>具备执行的能力</a:t>
            </a:r>
            <a:r>
              <a:rPr lang="zh-CN" altLang="en-US" dirty="0"/>
              <a:t>，只等待调度器进行调度，新创建的任务会被初始化为该状态</a:t>
            </a:r>
          </a:p>
          <a:p>
            <a:pPr marL="357188" indent="-357188" defTabSz="914354">
              <a:lnSpc>
                <a:spcPct val="125000"/>
              </a:lnSpc>
              <a:spcBef>
                <a:spcPts val="1000"/>
              </a:spcBef>
              <a:buSzPct val="80000"/>
              <a:buFont typeface="Wingdings" pitchFamily="2" charset="2"/>
              <a:buChar char="l"/>
            </a:pPr>
            <a:r>
              <a:rPr lang="zh-CN" altLang="en-US" sz="2000" b="1" dirty="0">
                <a:solidFill>
                  <a:srgbClr val="C00000"/>
                </a:solidFill>
              </a:rPr>
              <a:t>运行态（</a:t>
            </a:r>
            <a:r>
              <a:rPr lang="en-US" altLang="zh-CN" sz="2000" b="1" dirty="0">
                <a:solidFill>
                  <a:srgbClr val="C00000"/>
                </a:solidFill>
              </a:rPr>
              <a:t>Running</a:t>
            </a:r>
            <a:r>
              <a:rPr lang="zh-CN" altLang="en-US" sz="2000" b="1" dirty="0">
                <a:solidFill>
                  <a:srgbClr val="C00000"/>
                </a:solidFill>
              </a:rPr>
              <a:t>）</a:t>
            </a:r>
            <a:endParaRPr lang="en-US" altLang="zh-CN" sz="2000" b="1" dirty="0">
              <a:solidFill>
                <a:srgbClr val="C00000"/>
              </a:solidFill>
            </a:endParaRPr>
          </a:p>
          <a:p>
            <a:pPr lvl="1">
              <a:lnSpc>
                <a:spcPct val="125000"/>
              </a:lnSpc>
            </a:pPr>
            <a:r>
              <a:rPr lang="zh-CN" altLang="en-US" dirty="0"/>
              <a:t>该状态表明任务正在执行，此时它占用处理器，</a:t>
            </a:r>
            <a:r>
              <a:rPr lang="en-US" altLang="zh-CN" dirty="0" err="1"/>
              <a:t>LiteOS</a:t>
            </a:r>
            <a:r>
              <a:rPr lang="zh-CN" altLang="en-US" dirty="0"/>
              <a:t>调度器选择运行的永远是</a:t>
            </a:r>
            <a:r>
              <a:rPr lang="zh-CN" altLang="en-US" dirty="0">
                <a:solidFill>
                  <a:srgbClr val="FF0000"/>
                </a:solidFill>
              </a:rPr>
              <a:t>处于最高优先级的就绪态任务</a:t>
            </a:r>
            <a:r>
              <a:rPr lang="zh-CN" altLang="en-US" dirty="0"/>
              <a:t>，当任务被运行的一刻，它的任务状态就变成了运行态。</a:t>
            </a:r>
          </a:p>
          <a:p>
            <a:pPr marL="357188" indent="-357188" defTabSz="914354">
              <a:lnSpc>
                <a:spcPct val="125000"/>
              </a:lnSpc>
              <a:spcBef>
                <a:spcPts val="1000"/>
              </a:spcBef>
              <a:buSzPct val="80000"/>
              <a:buFont typeface="Wingdings" pitchFamily="2" charset="2"/>
              <a:buChar char="l"/>
            </a:pPr>
            <a:r>
              <a:rPr lang="zh-CN" altLang="en-US" sz="2000" b="1" dirty="0">
                <a:solidFill>
                  <a:srgbClr val="C00000"/>
                </a:solidFill>
              </a:rPr>
              <a:t>阻塞态（</a:t>
            </a:r>
            <a:r>
              <a:rPr lang="en-US" altLang="zh-CN" sz="2000" b="1" dirty="0">
                <a:solidFill>
                  <a:srgbClr val="C00000"/>
                </a:solidFill>
              </a:rPr>
              <a:t>Blocked</a:t>
            </a:r>
            <a:r>
              <a:rPr lang="zh-CN" altLang="en-US" sz="2000" b="1" dirty="0">
                <a:solidFill>
                  <a:srgbClr val="C00000"/>
                </a:solidFill>
              </a:rPr>
              <a:t>）</a:t>
            </a:r>
            <a:endParaRPr lang="en-US" altLang="zh-CN" sz="2000" b="1" dirty="0">
              <a:solidFill>
                <a:srgbClr val="C00000"/>
              </a:solidFill>
            </a:endParaRPr>
          </a:p>
          <a:p>
            <a:pPr lvl="1">
              <a:lnSpc>
                <a:spcPct val="125000"/>
              </a:lnSpc>
            </a:pPr>
            <a:r>
              <a:rPr lang="zh-CN" altLang="en-US" dirty="0"/>
              <a:t>如果任务当前正在等待某个时序或外部中断，那么该任务处于阻塞状态，它</a:t>
            </a:r>
            <a:r>
              <a:rPr lang="zh-CN" altLang="en-US" dirty="0">
                <a:solidFill>
                  <a:srgbClr val="FF0000"/>
                </a:solidFill>
              </a:rPr>
              <a:t>不处于就绪列表</a:t>
            </a:r>
            <a:r>
              <a:rPr lang="zh-CN" altLang="en-US" dirty="0"/>
              <a:t>中，无法得到调度器的调度。阻塞态包含</a:t>
            </a:r>
            <a:r>
              <a:rPr lang="zh-CN" altLang="en-US" dirty="0">
                <a:solidFill>
                  <a:srgbClr val="FF0000"/>
                </a:solidFill>
              </a:rPr>
              <a:t>任务被挂起、任务被延时、任务正在等待信号量、读写队列</a:t>
            </a:r>
            <a:r>
              <a:rPr lang="zh-CN" altLang="en-US" dirty="0"/>
              <a:t>或者</a:t>
            </a:r>
            <a:r>
              <a:rPr lang="zh-CN" altLang="en-US" dirty="0">
                <a:solidFill>
                  <a:srgbClr val="FF0000"/>
                </a:solidFill>
              </a:rPr>
              <a:t>等待读写事件</a:t>
            </a:r>
            <a:r>
              <a:rPr lang="zh-CN" altLang="en-US" dirty="0"/>
              <a:t>等。</a:t>
            </a:r>
            <a:endParaRPr lang="en-US" altLang="zh-CN" dirty="0"/>
          </a:p>
          <a:p>
            <a:pPr marL="357188" lvl="1" indent="-357188" defTabSz="914354">
              <a:lnSpc>
                <a:spcPct val="125000"/>
              </a:lnSpc>
              <a:spcBef>
                <a:spcPts val="1000"/>
              </a:spcBef>
              <a:buSzPct val="80000"/>
              <a:buFont typeface="Wingdings" pitchFamily="2" charset="2"/>
              <a:buChar char="l"/>
            </a:pPr>
            <a:r>
              <a:rPr lang="zh-CN" altLang="en-US" sz="2000" b="1" dirty="0">
                <a:solidFill>
                  <a:srgbClr val="C00000"/>
                </a:solidFill>
              </a:rPr>
              <a:t>退出态（</a:t>
            </a:r>
            <a:r>
              <a:rPr lang="en-US" altLang="zh-CN" sz="2000" b="1" dirty="0">
                <a:solidFill>
                  <a:srgbClr val="C00000"/>
                </a:solidFill>
              </a:rPr>
              <a:t>Dead</a:t>
            </a:r>
            <a:r>
              <a:rPr lang="zh-CN" altLang="en-US" sz="2000" b="1" dirty="0">
                <a:solidFill>
                  <a:srgbClr val="C00000"/>
                </a:solidFill>
              </a:rPr>
              <a:t>）</a:t>
            </a:r>
            <a:endParaRPr lang="en-US" altLang="zh-CN" sz="2000" b="1" dirty="0">
              <a:solidFill>
                <a:srgbClr val="C00000"/>
              </a:solidFill>
            </a:endParaRPr>
          </a:p>
          <a:p>
            <a:pPr lvl="1">
              <a:lnSpc>
                <a:spcPct val="125000"/>
              </a:lnSpc>
            </a:pPr>
            <a:r>
              <a:rPr lang="zh-CN" altLang="en-US" dirty="0"/>
              <a:t>该任务</a:t>
            </a:r>
            <a:r>
              <a:rPr lang="zh-CN" altLang="en-US" dirty="0">
                <a:solidFill>
                  <a:srgbClr val="FF0000"/>
                </a:solidFill>
              </a:rPr>
              <a:t>运行结束</a:t>
            </a:r>
            <a:r>
              <a:rPr lang="zh-CN" altLang="en-US" dirty="0"/>
              <a:t>，等待系统回收资源</a:t>
            </a:r>
          </a:p>
        </p:txBody>
      </p:sp>
      <p:pic>
        <p:nvPicPr>
          <p:cNvPr id="7" name="图片 6"/>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1704650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任务状态迁移</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3" name="矩形 2"/>
          <p:cNvSpPr/>
          <p:nvPr/>
        </p:nvSpPr>
        <p:spPr>
          <a:xfrm>
            <a:off x="402336" y="982162"/>
            <a:ext cx="6775704" cy="5392054"/>
          </a:xfrm>
          <a:prstGeom prst="rect">
            <a:avLst/>
          </a:prstGeom>
        </p:spPr>
        <p:txBody>
          <a:bodyPr wrap="square">
            <a:spAutoFit/>
          </a:bodyPr>
          <a:lstStyle/>
          <a:p>
            <a:pPr>
              <a:lnSpc>
                <a:spcPct val="150000"/>
              </a:lnSpc>
              <a:buFont typeface="Arial" panose="020B0604020202020204" pitchFamily="34" charset="0"/>
              <a:buChar char="•"/>
            </a:pPr>
            <a:r>
              <a:rPr lang="zh-CN" altLang="en-US" sz="2400" b="1" dirty="0">
                <a:solidFill>
                  <a:srgbClr val="C00000"/>
                </a:solidFill>
              </a:rPr>
              <a:t>创建任务→就绪态：</a:t>
            </a:r>
            <a:r>
              <a:rPr lang="zh-CN" altLang="en-US" sz="2000" dirty="0">
                <a:solidFill>
                  <a:srgbClr val="404040"/>
                </a:solidFill>
                <a:latin typeface="Lato"/>
              </a:rPr>
              <a:t>任务</a:t>
            </a:r>
            <a:r>
              <a:rPr lang="zh-CN" altLang="en-US" sz="2000" dirty="0">
                <a:solidFill>
                  <a:srgbClr val="FF0000"/>
                </a:solidFill>
                <a:latin typeface="Lato"/>
              </a:rPr>
              <a:t>创建完成后进入就绪态</a:t>
            </a:r>
            <a:r>
              <a:rPr lang="zh-CN" altLang="en-US" sz="2000" dirty="0">
                <a:solidFill>
                  <a:srgbClr val="404040"/>
                </a:solidFill>
                <a:latin typeface="Lato"/>
              </a:rPr>
              <a:t>，表明任务已准备就绪，随时可以运行，只等待调度器进行调度。</a:t>
            </a:r>
          </a:p>
          <a:p>
            <a:pPr>
              <a:lnSpc>
                <a:spcPct val="150000"/>
              </a:lnSpc>
              <a:buFont typeface="Arial" panose="020B0604020202020204" pitchFamily="34" charset="0"/>
              <a:buChar char="•"/>
            </a:pPr>
            <a:r>
              <a:rPr lang="zh-CN" altLang="en-US" sz="2400" b="1" dirty="0">
                <a:solidFill>
                  <a:srgbClr val="C00000"/>
                </a:solidFill>
              </a:rPr>
              <a:t>就绪态→运行态：</a:t>
            </a:r>
            <a:r>
              <a:rPr lang="zh-CN" altLang="en-US" sz="2000" dirty="0">
                <a:solidFill>
                  <a:srgbClr val="404040"/>
                </a:solidFill>
                <a:latin typeface="Lato"/>
              </a:rPr>
              <a:t>任务创建后进入就绪态，发生任务切换时，就绪列表中最高优先级的任务被执行，从而进入</a:t>
            </a:r>
            <a:r>
              <a:rPr lang="zh-CN" altLang="en-US" sz="2000" dirty="0">
                <a:solidFill>
                  <a:srgbClr val="FF0000"/>
                </a:solidFill>
                <a:latin typeface="Lato"/>
              </a:rPr>
              <a:t>运行态，但此刻该任务依旧在就绪列表中。</a:t>
            </a:r>
          </a:p>
          <a:p>
            <a:pPr>
              <a:lnSpc>
                <a:spcPct val="150000"/>
              </a:lnSpc>
              <a:buFont typeface="Arial" panose="020B0604020202020204" pitchFamily="34" charset="0"/>
              <a:buChar char="•"/>
            </a:pPr>
            <a:r>
              <a:rPr lang="zh-CN" altLang="en-US" sz="2400" b="1" dirty="0">
                <a:solidFill>
                  <a:srgbClr val="C00000"/>
                </a:solidFill>
              </a:rPr>
              <a:t>运行态→就绪态：</a:t>
            </a:r>
            <a:r>
              <a:rPr lang="zh-CN" altLang="en-US" sz="2000" dirty="0">
                <a:solidFill>
                  <a:srgbClr val="404040"/>
                </a:solidFill>
                <a:latin typeface="Lato"/>
              </a:rPr>
              <a:t>有更高优先级任务创建或者恢复后，会发生任务调度，此刻就绪列表中最高优先级任务变为运行态，而</a:t>
            </a:r>
            <a:r>
              <a:rPr lang="zh-CN" altLang="en-US" sz="2000" dirty="0">
                <a:solidFill>
                  <a:srgbClr val="FF0000"/>
                </a:solidFill>
                <a:latin typeface="Lato"/>
              </a:rPr>
              <a:t>原先运行的任务由运行态变为就绪态，仍处于就绪列表中</a:t>
            </a:r>
            <a:r>
              <a:rPr lang="zh-CN" altLang="en-US" sz="2000" dirty="0">
                <a:solidFill>
                  <a:srgbClr val="404040"/>
                </a:solidFill>
                <a:latin typeface="Lato"/>
              </a:rPr>
              <a:t>，等待最高优先级的任务运行完毕后继续运行（</a:t>
            </a:r>
            <a:r>
              <a:rPr lang="en-US" altLang="zh-CN" sz="2000" dirty="0">
                <a:solidFill>
                  <a:srgbClr val="FF0000"/>
                </a:solidFill>
                <a:latin typeface="Lato"/>
              </a:rPr>
              <a:t>CPU</a:t>
            </a:r>
            <a:r>
              <a:rPr lang="zh-CN" altLang="en-US" sz="2000" dirty="0">
                <a:solidFill>
                  <a:srgbClr val="FF0000"/>
                </a:solidFill>
                <a:latin typeface="Lato"/>
              </a:rPr>
              <a:t>使用权被更高优先级的任务抢占了</a:t>
            </a:r>
            <a:r>
              <a:rPr lang="zh-CN" altLang="en-US" sz="2000" dirty="0">
                <a:solidFill>
                  <a:srgbClr val="404040"/>
                </a:solidFill>
                <a:latin typeface="Lato"/>
              </a:rPr>
              <a:t>）。</a:t>
            </a: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501199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任务状态迁移</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3" name="矩形 2"/>
          <p:cNvSpPr/>
          <p:nvPr/>
        </p:nvSpPr>
        <p:spPr>
          <a:xfrm>
            <a:off x="306230" y="869984"/>
            <a:ext cx="7167132" cy="5632311"/>
          </a:xfrm>
          <a:prstGeom prst="rect">
            <a:avLst/>
          </a:prstGeom>
        </p:spPr>
        <p:txBody>
          <a:bodyPr wrap="square">
            <a:spAutoFit/>
          </a:bodyPr>
          <a:lstStyle/>
          <a:p>
            <a:pPr>
              <a:lnSpc>
                <a:spcPct val="150000"/>
              </a:lnSpc>
              <a:buFont typeface="Arial" panose="020B0604020202020204" pitchFamily="34" charset="0"/>
              <a:buChar char="•"/>
            </a:pPr>
            <a:r>
              <a:rPr lang="zh-CN" altLang="en-US" sz="2000" b="1" dirty="0">
                <a:solidFill>
                  <a:srgbClr val="C00000"/>
                </a:solidFill>
              </a:rPr>
              <a:t>运行态→阻塞态：</a:t>
            </a:r>
            <a:r>
              <a:rPr lang="zh-CN" altLang="en-US" dirty="0">
                <a:latin typeface="Lato"/>
              </a:rPr>
              <a:t>正在运行的任务发生阻塞（</a:t>
            </a:r>
            <a:r>
              <a:rPr lang="zh-CN" altLang="en-US" dirty="0">
                <a:solidFill>
                  <a:srgbClr val="FF0000"/>
                </a:solidFill>
                <a:latin typeface="Lato"/>
              </a:rPr>
              <a:t>挂起、延时、读信号量等待</a:t>
            </a:r>
            <a:r>
              <a:rPr lang="zh-CN" altLang="en-US" dirty="0">
                <a:latin typeface="Lato"/>
              </a:rPr>
              <a:t>）时，该任务会从就绪列表中删除。任务状态由运行态变成阻塞态， 然后发生任务切换，系统运行就绪列表中最高优先级任务。</a:t>
            </a:r>
          </a:p>
          <a:p>
            <a:pPr>
              <a:lnSpc>
                <a:spcPct val="150000"/>
              </a:lnSpc>
              <a:buFont typeface="Arial" panose="020B0604020202020204" pitchFamily="34" charset="0"/>
              <a:buChar char="•"/>
            </a:pPr>
            <a:r>
              <a:rPr lang="zh-CN" altLang="en-US" sz="2000" b="1" dirty="0">
                <a:solidFill>
                  <a:srgbClr val="C00000"/>
                </a:solidFill>
              </a:rPr>
              <a:t>阻塞态→就绪态（阻塞态→运行态）：</a:t>
            </a:r>
            <a:r>
              <a:rPr lang="zh-CN" altLang="en-US" dirty="0">
                <a:latin typeface="Lato"/>
              </a:rPr>
              <a:t>阻塞的任务被恢复后（</a:t>
            </a:r>
            <a:r>
              <a:rPr lang="zh-CN" altLang="en-US" dirty="0">
                <a:solidFill>
                  <a:srgbClr val="FF0000"/>
                </a:solidFill>
                <a:latin typeface="Lato"/>
              </a:rPr>
              <a:t>任务恢复、延时时间超时、读信号量超时或读到信号量等</a:t>
            </a:r>
            <a:r>
              <a:rPr lang="zh-CN" altLang="en-US" dirty="0">
                <a:latin typeface="Lato"/>
              </a:rPr>
              <a:t>），此时被恢复的任务会被加入就绪列表，从而由阻塞态变成就绪态；如果此时被恢复任务的优先级高于正在运行任务的优先级，则会发生任务切换，该任务将再次转换任务状态，由就绪态变成运行态。</a:t>
            </a:r>
          </a:p>
          <a:p>
            <a:pPr>
              <a:lnSpc>
                <a:spcPct val="150000"/>
              </a:lnSpc>
              <a:buFont typeface="Arial" panose="020B0604020202020204" pitchFamily="34" charset="0"/>
              <a:buChar char="•"/>
            </a:pPr>
            <a:r>
              <a:rPr lang="zh-CN" altLang="en-US" sz="2000" b="1" dirty="0">
                <a:solidFill>
                  <a:srgbClr val="C00000"/>
                </a:solidFill>
              </a:rPr>
              <a:t>就绪态→阻塞态：</a:t>
            </a:r>
            <a:r>
              <a:rPr lang="zh-CN" altLang="en-US" dirty="0">
                <a:latin typeface="Lato"/>
              </a:rPr>
              <a:t>任务也有可能在</a:t>
            </a:r>
            <a:r>
              <a:rPr lang="zh-CN" altLang="en-US" dirty="0">
                <a:solidFill>
                  <a:srgbClr val="FF0000"/>
                </a:solidFill>
                <a:latin typeface="Lato"/>
              </a:rPr>
              <a:t>就绪态时被阻塞（挂起</a:t>
            </a:r>
            <a:r>
              <a:rPr lang="zh-CN" altLang="en-US" dirty="0">
                <a:latin typeface="Lato"/>
              </a:rPr>
              <a:t>），此时任务状态会由就绪态变为阻塞态，该任务从就绪列表中删除，不会参与系统调度，直到该任务被恢复就绪态。</a:t>
            </a:r>
          </a:p>
          <a:p>
            <a:pPr>
              <a:lnSpc>
                <a:spcPct val="150000"/>
              </a:lnSpc>
              <a:buFont typeface="Arial" panose="020B0604020202020204" pitchFamily="34" charset="0"/>
              <a:buChar char="•"/>
            </a:pPr>
            <a:r>
              <a:rPr lang="zh-CN" altLang="en-US" sz="2000" b="1" dirty="0">
                <a:solidFill>
                  <a:srgbClr val="C00000"/>
                </a:solidFill>
              </a:rPr>
              <a:t>运行态、阻塞态、就绪态→退出态：</a:t>
            </a:r>
            <a:r>
              <a:rPr lang="zh-CN" altLang="en-US" dirty="0">
                <a:latin typeface="Lato"/>
              </a:rPr>
              <a:t>调用系统中</a:t>
            </a:r>
            <a:r>
              <a:rPr lang="zh-CN" altLang="en-US" dirty="0">
                <a:solidFill>
                  <a:srgbClr val="FF0000"/>
                </a:solidFill>
                <a:latin typeface="Lato"/>
              </a:rPr>
              <a:t>删除任务的函数</a:t>
            </a:r>
            <a:r>
              <a:rPr lang="zh-CN" altLang="en-US" dirty="0">
                <a:latin typeface="Lato"/>
              </a:rPr>
              <a:t>，无论是处于何种状态的任务都将变为退出态。</a:t>
            </a:r>
            <a:endParaRPr lang="zh-CN" altLang="en-US" b="0" i="0" dirty="0">
              <a:effectLst/>
              <a:latin typeface="Lato"/>
            </a:endParaRP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2259437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任务栈</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609602" y="1143529"/>
            <a:ext cx="6048374" cy="5359629"/>
          </a:xfrm>
        </p:spPr>
        <p:txBody>
          <a:bodyPr>
            <a:normAutofit fontScale="92500" lnSpcReduction="10000"/>
          </a:bodyPr>
          <a:lstStyle/>
          <a:p>
            <a:pPr marL="357188" indent="-357188">
              <a:lnSpc>
                <a:spcPct val="125000"/>
              </a:lnSpc>
            </a:pPr>
            <a:r>
              <a:rPr lang="zh-CN" altLang="en-US" sz="2800" b="1" dirty="0">
                <a:solidFill>
                  <a:srgbClr val="C00000"/>
                </a:solidFill>
              </a:rPr>
              <a:t>每个任务拥有一个独立的任务栈，保存任务信息</a:t>
            </a:r>
            <a:endParaRPr lang="en-US" altLang="zh-CN" sz="2800" b="1" dirty="0">
              <a:solidFill>
                <a:srgbClr val="C00000"/>
              </a:solidFill>
            </a:endParaRPr>
          </a:p>
          <a:p>
            <a:pPr lvl="1">
              <a:lnSpc>
                <a:spcPct val="125000"/>
              </a:lnSpc>
            </a:pPr>
            <a:r>
              <a:rPr lang="zh-CN" altLang="en-US" sz="2400" dirty="0"/>
              <a:t>局部变量</a:t>
            </a:r>
            <a:endParaRPr lang="en-US" altLang="zh-CN" sz="2400" dirty="0"/>
          </a:p>
          <a:p>
            <a:pPr lvl="1">
              <a:lnSpc>
                <a:spcPct val="125000"/>
              </a:lnSpc>
            </a:pPr>
            <a:r>
              <a:rPr lang="en-US" altLang="zh-CN" sz="2400" dirty="0"/>
              <a:t>CPU</a:t>
            </a:r>
            <a:r>
              <a:rPr lang="zh-CN" altLang="en-US" sz="2400" dirty="0"/>
              <a:t>寄存器内容</a:t>
            </a:r>
            <a:endParaRPr lang="en-US" altLang="zh-CN" sz="2400" dirty="0"/>
          </a:p>
          <a:p>
            <a:pPr lvl="1">
              <a:lnSpc>
                <a:spcPct val="125000"/>
              </a:lnSpc>
            </a:pPr>
            <a:r>
              <a:rPr lang="zh-CN" altLang="en-US" sz="2400" dirty="0"/>
              <a:t>函数参数</a:t>
            </a:r>
            <a:endParaRPr lang="en-US" altLang="zh-CN" sz="2400" dirty="0"/>
          </a:p>
          <a:p>
            <a:pPr lvl="1">
              <a:lnSpc>
                <a:spcPct val="125000"/>
              </a:lnSpc>
            </a:pPr>
            <a:r>
              <a:rPr lang="zh-CN" altLang="en-US" sz="2400" dirty="0"/>
              <a:t>函数返回地址</a:t>
            </a:r>
            <a:endParaRPr lang="en-US" altLang="zh-CN" sz="2400" dirty="0"/>
          </a:p>
          <a:p>
            <a:pPr lvl="1">
              <a:lnSpc>
                <a:spcPct val="125000"/>
              </a:lnSpc>
            </a:pPr>
            <a:endParaRPr lang="en-US" altLang="zh-CN" sz="2000" dirty="0"/>
          </a:p>
          <a:p>
            <a:pPr marL="357188" indent="-357188">
              <a:lnSpc>
                <a:spcPct val="125000"/>
              </a:lnSpc>
            </a:pPr>
            <a:r>
              <a:rPr lang="zh-CN" altLang="en-US" sz="2800" b="1" dirty="0">
                <a:solidFill>
                  <a:srgbClr val="C00000"/>
                </a:solidFill>
              </a:rPr>
              <a:t>任务运行时，保存局部变量、函数参数等</a:t>
            </a:r>
            <a:endParaRPr lang="en-US" altLang="zh-CN" sz="2800" b="1" dirty="0">
              <a:solidFill>
                <a:srgbClr val="C00000"/>
              </a:solidFill>
            </a:endParaRPr>
          </a:p>
          <a:p>
            <a:pPr marL="357188" indent="-357188">
              <a:lnSpc>
                <a:spcPct val="125000"/>
              </a:lnSpc>
            </a:pPr>
            <a:r>
              <a:rPr lang="zh-CN" altLang="en-US" sz="2800" b="1" dirty="0">
                <a:solidFill>
                  <a:srgbClr val="C00000"/>
                </a:solidFill>
              </a:rPr>
              <a:t>任务切换时，将</a:t>
            </a:r>
            <a:r>
              <a:rPr lang="en-US" altLang="zh-CN" sz="2800" b="1" dirty="0">
                <a:solidFill>
                  <a:srgbClr val="C00000"/>
                </a:solidFill>
              </a:rPr>
              <a:t>CPU</a:t>
            </a:r>
            <a:r>
              <a:rPr lang="zh-CN" altLang="en-US" sz="2800" b="1" dirty="0">
                <a:solidFill>
                  <a:srgbClr val="C00000"/>
                </a:solidFill>
              </a:rPr>
              <a:t>寄存器内容压入栈内，等任务恢复时再弹出</a:t>
            </a:r>
            <a:endParaRPr lang="en-US" altLang="zh-CN" sz="2800" b="1" dirty="0">
              <a:solidFill>
                <a:srgbClr val="C00000"/>
              </a:solidFill>
            </a:endParaRPr>
          </a:p>
        </p:txBody>
      </p:sp>
      <p:pic>
        <p:nvPicPr>
          <p:cNvPr id="8" name="图片 7"/>
          <p:cNvPicPr>
            <a:picLocks noChangeAspect="1"/>
          </p:cNvPicPr>
          <p:nvPr/>
        </p:nvPicPr>
        <p:blipFill>
          <a:blip r:embed="rId2"/>
          <a:stretch>
            <a:fillRect/>
          </a:stretch>
        </p:blipFill>
        <p:spPr>
          <a:xfrm>
            <a:off x="7473362" y="1293957"/>
            <a:ext cx="4621169" cy="3798137"/>
          </a:xfrm>
          <a:prstGeom prst="rect">
            <a:avLst/>
          </a:prstGeom>
        </p:spPr>
      </p:pic>
    </p:spTree>
    <p:extLst>
      <p:ext uri="{BB962C8B-B14F-4D97-AF65-F5344CB8AC3E}">
        <p14:creationId xmlns:p14="http://schemas.microsoft.com/office/powerpoint/2010/main" val="1403661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任务优先级</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445770" y="1102969"/>
            <a:ext cx="7886700" cy="5400189"/>
          </a:xfrm>
        </p:spPr>
        <p:txBody>
          <a:bodyPr>
            <a:normAutofit/>
          </a:bodyPr>
          <a:lstStyle/>
          <a:p>
            <a:pPr marL="357188" indent="-357188">
              <a:lnSpc>
                <a:spcPct val="125000"/>
              </a:lnSpc>
            </a:pPr>
            <a:r>
              <a:rPr lang="zh-CN" altLang="en-US" sz="2800" b="1" dirty="0">
                <a:solidFill>
                  <a:srgbClr val="C00000"/>
                </a:solidFill>
              </a:rPr>
              <a:t>任务执行的优先顺序</a:t>
            </a:r>
            <a:endParaRPr lang="en-US" altLang="zh-CN" sz="2800" b="1" dirty="0">
              <a:solidFill>
                <a:srgbClr val="C00000"/>
              </a:solidFill>
            </a:endParaRPr>
          </a:p>
          <a:p>
            <a:pPr marL="357188" indent="-357188">
              <a:lnSpc>
                <a:spcPct val="125000"/>
              </a:lnSpc>
            </a:pPr>
            <a:r>
              <a:rPr lang="zh-CN" altLang="en-US" sz="2800" b="1" dirty="0">
                <a:solidFill>
                  <a:srgbClr val="C00000"/>
                </a:solidFill>
              </a:rPr>
              <a:t>就绪列表中的最高优先级任务优先执行</a:t>
            </a:r>
            <a:endParaRPr lang="en-US" altLang="zh-CN" sz="2800" b="1" dirty="0">
              <a:solidFill>
                <a:srgbClr val="C00000"/>
              </a:solidFill>
            </a:endParaRPr>
          </a:p>
          <a:p>
            <a:pPr>
              <a:lnSpc>
                <a:spcPct val="125000"/>
              </a:lnSpc>
            </a:pPr>
            <a:endParaRPr lang="en-US" altLang="zh-CN" sz="2400" dirty="0"/>
          </a:p>
          <a:p>
            <a:pPr marL="0" indent="0">
              <a:lnSpc>
                <a:spcPct val="125000"/>
              </a:lnSpc>
              <a:buNone/>
            </a:pPr>
            <a:endParaRPr lang="en-US" altLang="zh-CN" sz="2400" dirty="0"/>
          </a:p>
          <a:p>
            <a:pPr marL="0" indent="0">
              <a:lnSpc>
                <a:spcPct val="125000"/>
              </a:lnSpc>
              <a:buNone/>
            </a:pPr>
            <a:endParaRPr lang="en-US" altLang="zh-CN" sz="2400" dirty="0"/>
          </a:p>
          <a:p>
            <a:pPr marL="357188" indent="-357188">
              <a:lnSpc>
                <a:spcPct val="125000"/>
              </a:lnSpc>
            </a:pPr>
            <a:r>
              <a:rPr lang="en-US" altLang="zh-CN" sz="2800" b="1" dirty="0">
                <a:solidFill>
                  <a:srgbClr val="C00000"/>
                </a:solidFill>
              </a:rPr>
              <a:t>Huawei </a:t>
            </a:r>
            <a:r>
              <a:rPr lang="en-US" altLang="zh-CN" sz="2800" b="1" dirty="0" err="1">
                <a:solidFill>
                  <a:srgbClr val="C00000"/>
                </a:solidFill>
              </a:rPr>
              <a:t>LiteOS</a:t>
            </a:r>
            <a:r>
              <a:rPr lang="zh-CN" altLang="en-US" sz="2800" b="1" dirty="0">
                <a:solidFill>
                  <a:srgbClr val="C00000"/>
                </a:solidFill>
              </a:rPr>
              <a:t>中有</a:t>
            </a:r>
            <a:r>
              <a:rPr lang="en-US" altLang="zh-CN" sz="2800" b="1" dirty="0">
                <a:solidFill>
                  <a:srgbClr val="C00000"/>
                </a:solidFill>
              </a:rPr>
              <a:t>32</a:t>
            </a:r>
            <a:r>
              <a:rPr lang="zh-CN" altLang="en-US" sz="2800" b="1" dirty="0">
                <a:solidFill>
                  <a:srgbClr val="C00000"/>
                </a:solidFill>
              </a:rPr>
              <a:t>个优先级（</a:t>
            </a:r>
            <a:r>
              <a:rPr lang="en-US" altLang="zh-CN" sz="2800" b="1" dirty="0">
                <a:solidFill>
                  <a:srgbClr val="C00000"/>
                </a:solidFill>
              </a:rPr>
              <a:t>0~31</a:t>
            </a:r>
            <a:r>
              <a:rPr lang="zh-CN" altLang="en-US" sz="2800" b="1" dirty="0">
                <a:solidFill>
                  <a:srgbClr val="C00000"/>
                </a:solidFill>
              </a:rPr>
              <a:t>）</a:t>
            </a:r>
            <a:endParaRPr lang="en-US" altLang="zh-CN" sz="2800" b="1" dirty="0">
              <a:solidFill>
                <a:srgbClr val="C00000"/>
              </a:solidFill>
            </a:endParaRPr>
          </a:p>
          <a:p>
            <a:pPr lvl="1">
              <a:lnSpc>
                <a:spcPct val="125000"/>
              </a:lnSpc>
            </a:pPr>
            <a:r>
              <a:rPr lang="zh-CN" altLang="en-US" sz="2400" dirty="0"/>
              <a:t>最高优先级为</a:t>
            </a:r>
            <a:r>
              <a:rPr lang="en-US" altLang="zh-CN" sz="2400" dirty="0"/>
              <a:t>0</a:t>
            </a:r>
          </a:p>
          <a:p>
            <a:pPr lvl="1">
              <a:lnSpc>
                <a:spcPct val="125000"/>
              </a:lnSpc>
            </a:pPr>
            <a:r>
              <a:rPr lang="zh-CN" altLang="en-US" sz="2400" dirty="0"/>
              <a:t>最低优先级为</a:t>
            </a:r>
            <a:r>
              <a:rPr lang="en-US" altLang="zh-CN" sz="2400" dirty="0"/>
              <a:t>31</a:t>
            </a:r>
          </a:p>
          <a:p>
            <a:pPr lvl="1">
              <a:lnSpc>
                <a:spcPct val="125000"/>
              </a:lnSpc>
            </a:pPr>
            <a:r>
              <a:rPr lang="zh-CN" altLang="en-US" sz="2400" dirty="0"/>
              <a:t>在任务创建时给定，可动态调整</a:t>
            </a:r>
            <a:endParaRPr lang="en-US" altLang="zh-CN" sz="2400" dirty="0"/>
          </a:p>
        </p:txBody>
      </p:sp>
      <p:pic>
        <p:nvPicPr>
          <p:cNvPr id="9" name="图片 8"/>
          <p:cNvPicPr>
            <a:picLocks noChangeAspect="1"/>
          </p:cNvPicPr>
          <p:nvPr/>
        </p:nvPicPr>
        <p:blipFill>
          <a:blip r:embed="rId2"/>
          <a:stretch>
            <a:fillRect/>
          </a:stretch>
        </p:blipFill>
        <p:spPr>
          <a:xfrm>
            <a:off x="6728724" y="833604"/>
            <a:ext cx="5359502" cy="4404973"/>
          </a:xfrm>
          <a:prstGeom prst="rect">
            <a:avLst/>
          </a:prstGeom>
        </p:spPr>
      </p:pic>
    </p:spTree>
    <p:extLst>
      <p:ext uri="{BB962C8B-B14F-4D97-AF65-F5344CB8AC3E}">
        <p14:creationId xmlns:p14="http://schemas.microsoft.com/office/powerpoint/2010/main" val="1202689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任务调度</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1125357" y="2189664"/>
            <a:ext cx="3761323" cy="3798137"/>
          </a:xfrm>
        </p:spPr>
        <p:txBody>
          <a:bodyPr>
            <a:normAutofit/>
          </a:bodyPr>
          <a:lstStyle/>
          <a:p>
            <a:r>
              <a:rPr lang="zh-CN" altLang="en-US" sz="3200" dirty="0">
                <a:solidFill>
                  <a:schemeClr val="tx1"/>
                </a:solidFill>
              </a:rPr>
              <a:t>任务上下文</a:t>
            </a:r>
            <a:endParaRPr lang="en-US" altLang="zh-CN" sz="3200" dirty="0">
              <a:solidFill>
                <a:schemeClr val="tx1"/>
              </a:solidFill>
            </a:endParaRPr>
          </a:p>
          <a:p>
            <a:r>
              <a:rPr lang="zh-CN" altLang="en-US" sz="3200" dirty="0">
                <a:solidFill>
                  <a:schemeClr val="tx1"/>
                </a:solidFill>
              </a:rPr>
              <a:t>任务切换</a:t>
            </a:r>
            <a:endParaRPr lang="en-US" altLang="zh-CN" sz="3200" dirty="0">
              <a:solidFill>
                <a:schemeClr val="tx1"/>
              </a:solidFill>
            </a:endParaRPr>
          </a:p>
          <a:p>
            <a:r>
              <a:rPr lang="zh-CN" altLang="en-US" sz="3200" dirty="0">
                <a:solidFill>
                  <a:schemeClr val="tx1"/>
                </a:solidFill>
              </a:rPr>
              <a:t>调度算法</a:t>
            </a:r>
            <a:endParaRPr lang="en-US" altLang="zh-CN" sz="3200" dirty="0">
              <a:solidFill>
                <a:schemeClr val="tx1"/>
              </a:solidFill>
            </a:endParaRPr>
          </a:p>
          <a:p>
            <a:r>
              <a:rPr lang="zh-CN" altLang="en-US" sz="3200" dirty="0">
                <a:solidFill>
                  <a:schemeClr val="tx1"/>
                </a:solidFill>
              </a:rPr>
              <a:t>任务创建</a:t>
            </a:r>
            <a:endParaRPr lang="en-US" altLang="zh-CN" sz="3200" dirty="0">
              <a:solidFill>
                <a:schemeClr val="tx1"/>
              </a:solidFill>
            </a:endParaRPr>
          </a:p>
          <a:p>
            <a:r>
              <a:rPr lang="zh-CN" altLang="en-US" sz="3200" dirty="0">
                <a:solidFill>
                  <a:schemeClr val="tx1"/>
                </a:solidFill>
              </a:rPr>
              <a:t>任务终止</a:t>
            </a:r>
            <a:endParaRPr lang="en-US" altLang="zh-CN" sz="3200" dirty="0">
              <a:solidFill>
                <a:schemeClr val="tx1"/>
              </a:solidFill>
            </a:endParaRPr>
          </a:p>
        </p:txBody>
      </p:sp>
      <p:sp>
        <p:nvSpPr>
          <p:cNvPr id="3" name="文本框 2"/>
          <p:cNvSpPr txBox="1"/>
          <p:nvPr/>
        </p:nvSpPr>
        <p:spPr>
          <a:xfrm>
            <a:off x="627797" y="982162"/>
            <a:ext cx="2928904" cy="707886"/>
          </a:xfrm>
          <a:prstGeom prst="rect">
            <a:avLst/>
          </a:prstGeom>
          <a:noFill/>
        </p:spPr>
        <p:txBody>
          <a:bodyPr wrap="square" rtlCol="0">
            <a:spAutoFit/>
          </a:bodyPr>
          <a:lstStyle/>
          <a:p>
            <a:r>
              <a:rPr lang="zh-CN" altLang="en-US" sz="4000" b="1" dirty="0">
                <a:solidFill>
                  <a:srgbClr val="C00000"/>
                </a:solidFill>
              </a:rPr>
              <a:t>主要内容</a:t>
            </a:r>
          </a:p>
        </p:txBody>
      </p:sp>
      <p:pic>
        <p:nvPicPr>
          <p:cNvPr id="8" name="图片 7"/>
          <p:cNvPicPr>
            <a:picLocks noChangeAspect="1"/>
          </p:cNvPicPr>
          <p:nvPr/>
        </p:nvPicPr>
        <p:blipFill>
          <a:blip r:embed="rId2"/>
          <a:stretch>
            <a:fillRect/>
          </a:stretch>
        </p:blipFill>
        <p:spPr>
          <a:xfrm>
            <a:off x="4886680" y="484879"/>
            <a:ext cx="7207852" cy="5924131"/>
          </a:xfrm>
          <a:prstGeom prst="rect">
            <a:avLst/>
          </a:prstGeom>
        </p:spPr>
      </p:pic>
    </p:spTree>
    <p:extLst>
      <p:ext uri="{BB962C8B-B14F-4D97-AF65-F5344CB8AC3E}">
        <p14:creationId xmlns:p14="http://schemas.microsoft.com/office/powerpoint/2010/main" val="1903275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任务上下文</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609601" y="1143529"/>
            <a:ext cx="5857874" cy="5359629"/>
          </a:xfrm>
        </p:spPr>
        <p:txBody>
          <a:bodyPr>
            <a:normAutofit/>
          </a:bodyPr>
          <a:lstStyle/>
          <a:p>
            <a:pPr>
              <a:lnSpc>
                <a:spcPct val="125000"/>
              </a:lnSpc>
            </a:pPr>
            <a:r>
              <a:rPr lang="zh-CN" altLang="en-US" sz="2800" b="1" dirty="0">
                <a:solidFill>
                  <a:srgbClr val="C00000"/>
                </a:solidFill>
              </a:rPr>
              <a:t>任务在运行过程中使用的资源</a:t>
            </a:r>
            <a:endParaRPr lang="en-US" altLang="zh-CN" sz="2800" b="1" dirty="0">
              <a:solidFill>
                <a:srgbClr val="C00000"/>
              </a:solidFill>
            </a:endParaRPr>
          </a:p>
          <a:p>
            <a:pPr lvl="1">
              <a:lnSpc>
                <a:spcPct val="125000"/>
              </a:lnSpc>
            </a:pPr>
            <a:r>
              <a:rPr lang="zh-CN" altLang="en-US" sz="2400" dirty="0"/>
              <a:t>寄存器</a:t>
            </a:r>
            <a:endParaRPr lang="en-US" altLang="zh-CN" sz="2400" dirty="0"/>
          </a:p>
          <a:p>
            <a:pPr lvl="1">
              <a:lnSpc>
                <a:spcPct val="125000"/>
              </a:lnSpc>
            </a:pPr>
            <a:r>
              <a:rPr lang="zh-CN" altLang="en-US" sz="2400" dirty="0"/>
              <a:t>内存</a:t>
            </a:r>
            <a:endParaRPr lang="en-US" altLang="zh-CN" sz="2000" dirty="0"/>
          </a:p>
          <a:p>
            <a:pPr>
              <a:lnSpc>
                <a:spcPct val="125000"/>
              </a:lnSpc>
            </a:pPr>
            <a:r>
              <a:rPr lang="zh-CN" altLang="en-US" sz="2800" b="1" dirty="0">
                <a:solidFill>
                  <a:srgbClr val="C00000"/>
                </a:solidFill>
              </a:rPr>
              <a:t>任务挂起时</a:t>
            </a:r>
            <a:endParaRPr lang="en-US" altLang="zh-CN" sz="2800" b="1" dirty="0">
              <a:solidFill>
                <a:srgbClr val="C00000"/>
              </a:solidFill>
            </a:endParaRPr>
          </a:p>
          <a:p>
            <a:pPr lvl="1">
              <a:lnSpc>
                <a:spcPct val="125000"/>
              </a:lnSpc>
            </a:pPr>
            <a:r>
              <a:rPr lang="zh-CN" altLang="en-US" sz="2400" dirty="0"/>
              <a:t>将任务的上下文保存在任务栈中</a:t>
            </a:r>
            <a:endParaRPr lang="en-US" altLang="zh-CN" sz="2400" dirty="0"/>
          </a:p>
          <a:p>
            <a:pPr lvl="1">
              <a:lnSpc>
                <a:spcPct val="125000"/>
              </a:lnSpc>
            </a:pPr>
            <a:endParaRPr lang="en-US" altLang="zh-CN" sz="2000" dirty="0"/>
          </a:p>
          <a:p>
            <a:pPr>
              <a:lnSpc>
                <a:spcPct val="125000"/>
              </a:lnSpc>
            </a:pPr>
            <a:r>
              <a:rPr lang="zh-CN" altLang="en-US" sz="2800" b="1" dirty="0">
                <a:solidFill>
                  <a:srgbClr val="C00000"/>
                </a:solidFill>
              </a:rPr>
              <a:t>任务恢复时</a:t>
            </a:r>
            <a:endParaRPr lang="en-US" altLang="zh-CN" sz="2800" b="1" dirty="0">
              <a:solidFill>
                <a:srgbClr val="C00000"/>
              </a:solidFill>
            </a:endParaRPr>
          </a:p>
          <a:p>
            <a:pPr lvl="1">
              <a:lnSpc>
                <a:spcPct val="125000"/>
              </a:lnSpc>
            </a:pPr>
            <a:r>
              <a:rPr lang="zh-CN" altLang="en-US" sz="2400" dirty="0"/>
              <a:t>读取任务栈中的上下文信息</a:t>
            </a:r>
            <a:endParaRPr lang="en-US" altLang="zh-CN" sz="2400" dirty="0"/>
          </a:p>
          <a:p>
            <a:pPr lvl="1">
              <a:lnSpc>
                <a:spcPct val="125000"/>
              </a:lnSpc>
            </a:pPr>
            <a:r>
              <a:rPr lang="zh-CN" altLang="en-US" sz="2400" dirty="0"/>
              <a:t>恢复任务上下文，继续执行任务</a:t>
            </a:r>
            <a:endParaRPr lang="en-US" altLang="zh-CN" sz="2400" dirty="0"/>
          </a:p>
        </p:txBody>
      </p:sp>
      <p:pic>
        <p:nvPicPr>
          <p:cNvPr id="9" name="图片 8"/>
          <p:cNvPicPr>
            <a:picLocks noChangeAspect="1"/>
          </p:cNvPicPr>
          <p:nvPr/>
        </p:nvPicPr>
        <p:blipFill>
          <a:blip r:embed="rId2"/>
          <a:stretch>
            <a:fillRect/>
          </a:stretch>
        </p:blipFill>
        <p:spPr>
          <a:xfrm>
            <a:off x="6042196" y="1293957"/>
            <a:ext cx="6052336" cy="4974413"/>
          </a:xfrm>
          <a:prstGeom prst="rect">
            <a:avLst/>
          </a:prstGeom>
        </p:spPr>
      </p:pic>
    </p:spTree>
    <p:extLst>
      <p:ext uri="{BB962C8B-B14F-4D97-AF65-F5344CB8AC3E}">
        <p14:creationId xmlns:p14="http://schemas.microsoft.com/office/powerpoint/2010/main" val="39761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任务切换流程</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390906" y="781662"/>
            <a:ext cx="6805422" cy="5728865"/>
          </a:xfrm>
        </p:spPr>
        <p:txBody>
          <a:bodyPr>
            <a:noAutofit/>
          </a:bodyPr>
          <a:lstStyle/>
          <a:p>
            <a:pPr marL="514350" indent="-514350">
              <a:buFont typeface="+mj-lt"/>
              <a:buAutoNum type="arabicPeriod"/>
            </a:pPr>
            <a:r>
              <a:rPr lang="zh-CN" altLang="en-US" sz="2000" b="1" dirty="0">
                <a:solidFill>
                  <a:srgbClr val="C00000"/>
                </a:solidFill>
              </a:rPr>
              <a:t>保存任务上下文环境，包括程序计数器和其他寄存器</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更新当前处于运行态任务的任务控制块</a:t>
            </a:r>
            <a:endParaRPr lang="en-US" altLang="zh-CN" sz="2000" b="1" dirty="0">
              <a:solidFill>
                <a:srgbClr val="C00000"/>
              </a:solidFill>
            </a:endParaRPr>
          </a:p>
          <a:p>
            <a:pPr lvl="1">
              <a:lnSpc>
                <a:spcPct val="120000"/>
              </a:lnSpc>
            </a:pPr>
            <a:r>
              <a:rPr lang="zh-CN" altLang="en-US" sz="1800" dirty="0"/>
              <a:t>包括将任务的状态改变到另一个状态（就绪态、阻塞态或退出态）</a:t>
            </a:r>
            <a:endParaRPr lang="en-US" altLang="zh-CN" sz="1800" dirty="0"/>
          </a:p>
          <a:p>
            <a:pPr lvl="1"/>
            <a:r>
              <a:rPr lang="zh-CN" altLang="en-US" sz="1800" dirty="0"/>
              <a:t>更新其他相关域，包括离开运行态的原因和记账信息</a:t>
            </a:r>
            <a:endParaRPr lang="en-US" altLang="zh-CN" sz="1800" dirty="0"/>
          </a:p>
          <a:p>
            <a:pPr marL="514350" indent="-514350">
              <a:lnSpc>
                <a:spcPct val="130000"/>
              </a:lnSpc>
              <a:buFont typeface="+mj-lt"/>
              <a:buAutoNum type="arabicPeriod"/>
            </a:pPr>
            <a:r>
              <a:rPr lang="zh-CN" altLang="en-US" sz="2000" b="1" dirty="0">
                <a:solidFill>
                  <a:srgbClr val="C00000"/>
                </a:solidFill>
              </a:rPr>
              <a:t>将任务的任务控制块移到相应的队列中</a:t>
            </a:r>
            <a:endParaRPr lang="en-US" altLang="zh-CN" sz="2000" b="1" dirty="0">
              <a:solidFill>
                <a:srgbClr val="C00000"/>
              </a:solidFill>
            </a:endParaRPr>
          </a:p>
          <a:p>
            <a:pPr marL="514350" indent="-514350">
              <a:lnSpc>
                <a:spcPct val="130000"/>
              </a:lnSpc>
              <a:buFont typeface="+mj-lt"/>
              <a:buAutoNum type="arabicPeriod"/>
            </a:pPr>
            <a:r>
              <a:rPr lang="zh-CN" altLang="en-US" sz="2000" b="1" dirty="0">
                <a:solidFill>
                  <a:srgbClr val="C00000"/>
                </a:solidFill>
              </a:rPr>
              <a:t>从就绪列表中获取最高优先级的任务并执行</a:t>
            </a:r>
            <a:endParaRPr lang="en-US" altLang="zh-CN" sz="2000" b="1" dirty="0">
              <a:solidFill>
                <a:srgbClr val="C00000"/>
              </a:solidFill>
            </a:endParaRPr>
          </a:p>
          <a:p>
            <a:pPr marL="514350" indent="-514350">
              <a:lnSpc>
                <a:spcPct val="130000"/>
              </a:lnSpc>
              <a:buFont typeface="+mj-lt"/>
              <a:buAutoNum type="arabicPeriod"/>
            </a:pPr>
            <a:r>
              <a:rPr lang="zh-CN" altLang="en-US" sz="2000" b="1" dirty="0">
                <a:solidFill>
                  <a:srgbClr val="C00000"/>
                </a:solidFill>
              </a:rPr>
              <a:t>更新所选择任务的任务控制块</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更新内存管理的数据结构</a:t>
            </a:r>
            <a:endParaRPr lang="en-US" altLang="zh-CN" sz="2000" b="1" dirty="0">
              <a:solidFill>
                <a:srgbClr val="C00000"/>
              </a:solidFill>
            </a:endParaRPr>
          </a:p>
          <a:p>
            <a:pPr marL="514350" indent="-514350">
              <a:buFont typeface="+mj-lt"/>
              <a:buAutoNum type="arabicPeriod"/>
            </a:pPr>
            <a:r>
              <a:rPr lang="zh-CN" altLang="en-US" sz="2000" b="1" dirty="0">
                <a:solidFill>
                  <a:srgbClr val="C00000"/>
                </a:solidFill>
              </a:rPr>
              <a:t>恢复处理器在被选择的任务最近一次切换出运行状态时的上下文环境</a:t>
            </a:r>
            <a:endParaRPr lang="en-US" altLang="zh-CN" sz="2000" b="1" dirty="0">
              <a:solidFill>
                <a:srgbClr val="C00000"/>
              </a:solidFill>
            </a:endParaRPr>
          </a:p>
          <a:p>
            <a:pPr lvl="1">
              <a:lnSpc>
                <a:spcPct val="120000"/>
              </a:lnSpc>
            </a:pPr>
            <a:r>
              <a:rPr lang="zh-CN" altLang="en-US" sz="1800" dirty="0"/>
              <a:t>可以通过载入程序计数器和其他寄存器以前的值来实现</a:t>
            </a:r>
          </a:p>
          <a:p>
            <a:endParaRPr lang="en-US" altLang="zh-CN" sz="2000" b="1" dirty="0"/>
          </a:p>
        </p:txBody>
      </p:sp>
      <p:pic>
        <p:nvPicPr>
          <p:cNvPr id="8" name="图片 7"/>
          <p:cNvPicPr>
            <a:picLocks noChangeAspect="1"/>
          </p:cNvPicPr>
          <p:nvPr/>
        </p:nvPicPr>
        <p:blipFill>
          <a:blip r:embed="rId2"/>
          <a:stretch>
            <a:fillRect/>
          </a:stretch>
        </p:blipFill>
        <p:spPr>
          <a:xfrm>
            <a:off x="6464196" y="1293957"/>
            <a:ext cx="5630336" cy="4627571"/>
          </a:xfrm>
          <a:prstGeom prst="rect">
            <a:avLst/>
          </a:prstGeom>
        </p:spPr>
      </p:pic>
    </p:spTree>
    <p:extLst>
      <p:ext uri="{BB962C8B-B14F-4D97-AF65-F5344CB8AC3E}">
        <p14:creationId xmlns:p14="http://schemas.microsoft.com/office/powerpoint/2010/main" val="3634436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调度算法</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8" name="内容占位符 2">
            <a:extLst>
              <a:ext uri="{FF2B5EF4-FFF2-40B4-BE49-F238E27FC236}">
                <a16:creationId xmlns:a16="http://schemas.microsoft.com/office/drawing/2014/main" id="{ABE6EB6A-F530-41A6-8CD6-17E5BFB335B4}"/>
              </a:ext>
            </a:extLst>
          </p:cNvPr>
          <p:cNvSpPr>
            <a:spLocks noGrp="1"/>
          </p:cNvSpPr>
          <p:nvPr>
            <p:ph idx="1"/>
          </p:nvPr>
        </p:nvSpPr>
        <p:spPr>
          <a:xfrm>
            <a:off x="168297" y="1036402"/>
            <a:ext cx="6970014" cy="5307641"/>
          </a:xfrm>
        </p:spPr>
        <p:txBody>
          <a:bodyPr>
            <a:normAutofit lnSpcReduction="10000"/>
          </a:bodyPr>
          <a:lstStyle/>
          <a:p>
            <a:pPr marL="514350" indent="-514350">
              <a:lnSpc>
                <a:spcPct val="125000"/>
              </a:lnSpc>
              <a:buFont typeface="+mj-lt"/>
              <a:buAutoNum type="arabicPeriod"/>
            </a:pPr>
            <a:r>
              <a:rPr lang="zh-CN" altLang="en-US" sz="2800" b="1" dirty="0">
                <a:solidFill>
                  <a:srgbClr val="C00000"/>
                </a:solidFill>
              </a:rPr>
              <a:t>抢占式调度</a:t>
            </a:r>
            <a:endParaRPr lang="en-US" altLang="zh-CN" sz="2800" b="1" dirty="0">
              <a:solidFill>
                <a:srgbClr val="C00000"/>
              </a:solidFill>
            </a:endParaRPr>
          </a:p>
          <a:p>
            <a:pPr lvl="1">
              <a:lnSpc>
                <a:spcPct val="125000"/>
              </a:lnSpc>
            </a:pPr>
            <a:r>
              <a:rPr lang="zh-CN" altLang="en-US" sz="2400" dirty="0"/>
              <a:t>任务一直运行至被阻塞或更高优先级任务出现为止</a:t>
            </a:r>
            <a:endParaRPr lang="en-US" altLang="zh-CN" sz="2400" dirty="0"/>
          </a:p>
          <a:p>
            <a:pPr lvl="1">
              <a:lnSpc>
                <a:spcPct val="125000"/>
              </a:lnSpc>
              <a:spcBef>
                <a:spcPts val="0"/>
              </a:spcBef>
            </a:pPr>
            <a:r>
              <a:rPr lang="zh-CN" altLang="en-US" sz="2400" dirty="0"/>
              <a:t>任务可能会长时间被同优先级任务阻塞，缺少公平性</a:t>
            </a:r>
            <a:endParaRPr lang="en-US" altLang="zh-CN" sz="2400" dirty="0"/>
          </a:p>
          <a:p>
            <a:pPr lvl="1">
              <a:lnSpc>
                <a:spcPct val="125000"/>
              </a:lnSpc>
            </a:pPr>
            <a:endParaRPr lang="en-US" altLang="zh-CN" sz="2000" dirty="0"/>
          </a:p>
          <a:p>
            <a:pPr marL="514350" indent="-514350">
              <a:lnSpc>
                <a:spcPct val="125000"/>
              </a:lnSpc>
              <a:buFont typeface="+mj-lt"/>
              <a:buAutoNum type="arabicPeriod"/>
            </a:pPr>
            <a:r>
              <a:rPr lang="zh-CN" altLang="en-US" sz="2800" b="1" dirty="0">
                <a:solidFill>
                  <a:srgbClr val="C00000"/>
                </a:solidFill>
              </a:rPr>
              <a:t>时间片轮转调度</a:t>
            </a:r>
            <a:endParaRPr lang="en-US" altLang="zh-CN" sz="2800" b="1" dirty="0">
              <a:solidFill>
                <a:srgbClr val="C00000"/>
              </a:solidFill>
            </a:endParaRPr>
          </a:p>
          <a:p>
            <a:pPr lvl="1">
              <a:lnSpc>
                <a:spcPct val="125000"/>
              </a:lnSpc>
            </a:pPr>
            <a:r>
              <a:rPr lang="zh-CN" altLang="en-US" sz="2400" dirty="0"/>
              <a:t>每个任务被分配一个时间段（时间片）</a:t>
            </a:r>
            <a:endParaRPr lang="en-US" altLang="zh-CN" sz="2400" dirty="0"/>
          </a:p>
          <a:p>
            <a:pPr lvl="1">
              <a:lnSpc>
                <a:spcPct val="125000"/>
              </a:lnSpc>
            </a:pPr>
            <a:r>
              <a:rPr lang="zh-CN" altLang="en-US" sz="2400" dirty="0"/>
              <a:t>时间片结束时，任务强制阻塞，让出</a:t>
            </a:r>
            <a:r>
              <a:rPr lang="en-US" altLang="zh-CN" sz="2400" dirty="0"/>
              <a:t>CPU</a:t>
            </a:r>
            <a:r>
              <a:rPr lang="zh-CN" altLang="en-US" sz="2400" dirty="0"/>
              <a:t>资源</a:t>
            </a:r>
            <a:endParaRPr lang="en-US" altLang="zh-CN" sz="2400" dirty="0"/>
          </a:p>
          <a:p>
            <a:pPr lvl="1">
              <a:lnSpc>
                <a:spcPct val="125000"/>
              </a:lnSpc>
            </a:pPr>
            <a:r>
              <a:rPr lang="zh-CN" altLang="en-US" sz="2400" dirty="0"/>
              <a:t>同优先级任务会轮流执行，更具公平性</a:t>
            </a:r>
            <a:endParaRPr lang="en-US" altLang="zh-CN" sz="2400" dirty="0"/>
          </a:p>
          <a:p>
            <a:pPr lvl="1">
              <a:lnSpc>
                <a:spcPct val="125000"/>
              </a:lnSpc>
            </a:pPr>
            <a:endParaRPr lang="en-US" altLang="zh-CN" sz="2000" dirty="0"/>
          </a:p>
        </p:txBody>
      </p:sp>
      <p:pic>
        <p:nvPicPr>
          <p:cNvPr id="9" name="图片 8"/>
          <p:cNvPicPr>
            <a:picLocks noChangeAspect="1"/>
          </p:cNvPicPr>
          <p:nvPr/>
        </p:nvPicPr>
        <p:blipFill>
          <a:blip r:embed="rId2"/>
          <a:stretch>
            <a:fillRect/>
          </a:stretch>
        </p:blipFill>
        <p:spPr>
          <a:xfrm>
            <a:off x="6608202" y="1621879"/>
            <a:ext cx="5415501" cy="4450998"/>
          </a:xfrm>
          <a:prstGeom prst="rect">
            <a:avLst/>
          </a:prstGeom>
        </p:spPr>
      </p:pic>
    </p:spTree>
    <p:extLst>
      <p:ext uri="{BB962C8B-B14F-4D97-AF65-F5344CB8AC3E}">
        <p14:creationId xmlns:p14="http://schemas.microsoft.com/office/powerpoint/2010/main" val="2088870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任务创建</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9" name="内容占位符 2">
            <a:extLst>
              <a:ext uri="{FF2B5EF4-FFF2-40B4-BE49-F238E27FC236}">
                <a16:creationId xmlns:a16="http://schemas.microsoft.com/office/drawing/2014/main" id="{ABE6EB6A-F530-41A6-8CD6-17E5BFB335B4}"/>
              </a:ext>
            </a:extLst>
          </p:cNvPr>
          <p:cNvSpPr>
            <a:spLocks noGrp="1"/>
          </p:cNvSpPr>
          <p:nvPr>
            <p:ph idx="1"/>
          </p:nvPr>
        </p:nvSpPr>
        <p:spPr>
          <a:xfrm>
            <a:off x="103775" y="895090"/>
            <a:ext cx="7886700" cy="2533910"/>
          </a:xfrm>
        </p:spPr>
        <p:txBody>
          <a:bodyPr>
            <a:normAutofit/>
          </a:bodyPr>
          <a:lstStyle/>
          <a:p>
            <a:pPr>
              <a:lnSpc>
                <a:spcPct val="125000"/>
              </a:lnSpc>
            </a:pPr>
            <a:r>
              <a:rPr lang="zh-CN" altLang="en-US" sz="2400" b="1" dirty="0">
                <a:solidFill>
                  <a:srgbClr val="C00000"/>
                </a:solidFill>
              </a:rPr>
              <a:t>用户配置任务信息，并调用接口创建任务</a:t>
            </a:r>
            <a:endParaRPr lang="en-US" altLang="zh-CN" sz="2400" b="1" dirty="0">
              <a:solidFill>
                <a:srgbClr val="C00000"/>
              </a:solidFill>
            </a:endParaRPr>
          </a:p>
          <a:p>
            <a:pPr lvl="1">
              <a:lnSpc>
                <a:spcPct val="125000"/>
              </a:lnSpc>
            </a:pPr>
            <a:r>
              <a:rPr lang="zh-CN" altLang="en-US" sz="2000" dirty="0"/>
              <a:t>系统对任务栈进行初始化</a:t>
            </a:r>
            <a:endParaRPr lang="en-US" altLang="zh-CN" sz="2000" dirty="0"/>
          </a:p>
          <a:p>
            <a:pPr lvl="1">
              <a:lnSpc>
                <a:spcPct val="125000"/>
              </a:lnSpc>
            </a:pPr>
            <a:r>
              <a:rPr lang="zh-CN" altLang="en-US" sz="2000" dirty="0"/>
              <a:t>预置任务上下文</a:t>
            </a:r>
            <a:endParaRPr lang="en-US" altLang="zh-CN" sz="2000" dirty="0"/>
          </a:p>
          <a:p>
            <a:pPr lvl="1">
              <a:lnSpc>
                <a:spcPct val="125000"/>
              </a:lnSpc>
            </a:pPr>
            <a:r>
              <a:rPr lang="zh-CN" altLang="en-US" sz="2000" dirty="0"/>
              <a:t>准备任务入口函数地址</a:t>
            </a:r>
            <a:endParaRPr lang="en-US" altLang="zh-CN" sz="2000" dirty="0"/>
          </a:p>
          <a:p>
            <a:pPr>
              <a:lnSpc>
                <a:spcPct val="125000"/>
              </a:lnSpc>
            </a:pPr>
            <a:r>
              <a:rPr lang="zh-CN" altLang="en-US" sz="2400" b="1" dirty="0">
                <a:solidFill>
                  <a:srgbClr val="C00000"/>
                </a:solidFill>
              </a:rPr>
              <a:t>创建新任务时，会对删除的任务进行资源回收</a:t>
            </a:r>
            <a:endParaRPr lang="en-US" altLang="zh-CN" sz="2400" b="1" dirty="0">
              <a:solidFill>
                <a:srgbClr val="C00000"/>
              </a:solidFill>
            </a:endParaRPr>
          </a:p>
          <a:p>
            <a:pPr marL="0" indent="0">
              <a:lnSpc>
                <a:spcPct val="125000"/>
              </a:lnSpc>
              <a:buNone/>
            </a:pPr>
            <a:endParaRPr lang="en-US" altLang="zh-CN" sz="2000" dirty="0"/>
          </a:p>
        </p:txBody>
      </p:sp>
      <p:sp>
        <p:nvSpPr>
          <p:cNvPr id="10" name="文本框 9">
            <a:extLst>
              <a:ext uri="{FF2B5EF4-FFF2-40B4-BE49-F238E27FC236}">
                <a16:creationId xmlns:a16="http://schemas.microsoft.com/office/drawing/2014/main" id="{000F36C4-F8EE-43CE-9CD7-AF19E99ADD8B}"/>
              </a:ext>
            </a:extLst>
          </p:cNvPr>
          <p:cNvSpPr txBox="1"/>
          <p:nvPr/>
        </p:nvSpPr>
        <p:spPr>
          <a:xfrm>
            <a:off x="509542" y="3635731"/>
            <a:ext cx="8256085" cy="3221395"/>
          </a:xfrm>
          <a:prstGeom prst="rect">
            <a:avLst/>
          </a:prstGeom>
          <a:noFill/>
        </p:spPr>
        <p:txBody>
          <a:bodyPr wrap="square" rtlCol="0">
            <a:spAutoFit/>
          </a:bodyPr>
          <a:lstStyle/>
          <a:p>
            <a:pPr marL="254000" algn="just">
              <a:spcBef>
                <a:spcPts val="155"/>
              </a:spcBef>
              <a:spcAft>
                <a:spcPts val="155"/>
              </a:spcAft>
            </a:pPr>
            <a:r>
              <a:rPr lang="en-US" altLang="zh-CN" b="1" kern="100" dirty="0">
                <a:effectLst/>
                <a:latin typeface="Courier New" panose="02070309020205020404" pitchFamily="49" charset="0"/>
                <a:ea typeface="方正书宋简体"/>
              </a:rPr>
              <a:t>/**********************************************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Function : </a:t>
            </a:r>
            <a:r>
              <a:rPr lang="en-US" altLang="zh-CN" b="1" kern="100" dirty="0" err="1">
                <a:effectLst/>
                <a:latin typeface="Courier New" panose="02070309020205020404" pitchFamily="49" charset="0"/>
                <a:ea typeface="方正书宋简体"/>
              </a:rPr>
              <a:t>LOS_TaskCreate</a:t>
            </a:r>
            <a:r>
              <a:rPr lang="en-US" altLang="zh-CN" b="1" kern="100" dirty="0">
                <a:effectLst/>
                <a:latin typeface="Courier New" panose="02070309020205020404" pitchFamily="49" charset="0"/>
                <a:ea typeface="方正书宋简体"/>
              </a:rPr>
              <a:t>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Description : Create a task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Input       : </a:t>
            </a:r>
            <a:r>
              <a:rPr lang="en-US" altLang="zh-CN" b="1" kern="100" dirty="0" err="1">
                <a:effectLst/>
                <a:latin typeface="Courier New" panose="02070309020205020404" pitchFamily="49" charset="0"/>
                <a:ea typeface="方正书宋简体"/>
              </a:rPr>
              <a:t>pstInitParam</a:t>
            </a:r>
            <a:r>
              <a:rPr lang="en-US" altLang="zh-CN" b="1" kern="100" dirty="0">
                <a:effectLst/>
                <a:latin typeface="Courier New" panose="02070309020205020404" pitchFamily="49" charset="0"/>
                <a:ea typeface="方正书宋简体"/>
              </a:rPr>
              <a:t> </a:t>
            </a:r>
            <a:r>
              <a:rPr lang="zh-CN" altLang="zh-CN" b="1" kern="100" spc="-30" dirty="0">
                <a:effectLst/>
                <a:latin typeface="Courier New" panose="02070309020205020404" pitchFamily="49" charset="0"/>
                <a:ea typeface="方正书宋简体"/>
              </a:rPr>
              <a:t>—</a:t>
            </a:r>
            <a:r>
              <a:rPr lang="zh-CN" altLang="zh-CN" b="1" kern="100" dirty="0">
                <a:effectLst/>
                <a:latin typeface="Courier New" panose="02070309020205020404" pitchFamily="49" charset="0"/>
                <a:ea typeface="方正书宋简体"/>
              </a:rPr>
              <a:t>—</a:t>
            </a:r>
            <a:r>
              <a:rPr lang="en-US" altLang="zh-CN" b="1" kern="100" dirty="0">
                <a:effectLst/>
                <a:latin typeface="Courier New" panose="02070309020205020404" pitchFamily="49" charset="0"/>
                <a:ea typeface="方正书宋简体"/>
              </a:rPr>
              <a:t> Task </a:t>
            </a:r>
            <a:r>
              <a:rPr lang="en-US" altLang="zh-CN" b="1" kern="100" dirty="0" err="1">
                <a:effectLst/>
                <a:latin typeface="Courier New" panose="02070309020205020404" pitchFamily="49" charset="0"/>
                <a:ea typeface="方正书宋简体"/>
              </a:rPr>
              <a:t>init</a:t>
            </a:r>
            <a:r>
              <a:rPr lang="en-US" altLang="zh-CN" b="1" kern="100" dirty="0">
                <a:effectLst/>
                <a:latin typeface="Courier New" panose="02070309020205020404" pitchFamily="49" charset="0"/>
                <a:ea typeface="方正书宋简体"/>
              </a:rPr>
              <a:t> parameters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Output      : </a:t>
            </a:r>
            <a:r>
              <a:rPr lang="en-US" altLang="zh-CN" b="1" kern="100" dirty="0" err="1">
                <a:effectLst/>
                <a:latin typeface="Courier New" panose="02070309020205020404" pitchFamily="49" charset="0"/>
                <a:ea typeface="方正书宋简体"/>
              </a:rPr>
              <a:t>puwTaskID</a:t>
            </a:r>
            <a:r>
              <a:rPr lang="en-US" altLang="zh-CN" b="1" kern="100" dirty="0">
                <a:effectLst/>
                <a:latin typeface="Courier New" panose="02070309020205020404" pitchFamily="49" charset="0"/>
                <a:ea typeface="方正书宋简体"/>
              </a:rPr>
              <a:t>    </a:t>
            </a:r>
            <a:r>
              <a:rPr lang="zh-CN" altLang="zh-CN" b="1" kern="100" spc="-30" dirty="0">
                <a:effectLst/>
                <a:latin typeface="Courier New" panose="02070309020205020404" pitchFamily="49" charset="0"/>
                <a:ea typeface="方正书宋简体"/>
              </a:rPr>
              <a:t>—</a:t>
            </a:r>
            <a:r>
              <a:rPr lang="zh-CN" altLang="zh-CN" b="1" kern="100" dirty="0">
                <a:effectLst/>
                <a:latin typeface="Courier New" panose="02070309020205020404" pitchFamily="49" charset="0"/>
                <a:ea typeface="方正书宋简体"/>
              </a:rPr>
              <a:t>—</a:t>
            </a:r>
            <a:r>
              <a:rPr lang="en-US" altLang="zh-CN" b="1" kern="100" dirty="0">
                <a:effectLst/>
                <a:latin typeface="Courier New" panose="02070309020205020404" pitchFamily="49" charset="0"/>
                <a:ea typeface="方正书宋简体"/>
              </a:rPr>
              <a:t> Save task ID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Return      : LOS_OK on success or error code on failure </a:t>
            </a:r>
            <a:endParaRPr lang="zh-CN" altLang="zh-CN" b="1" kern="100" dirty="0">
              <a:effectLst/>
              <a:latin typeface="Courier New" panose="02070309020205020404" pitchFamily="49" charset="0"/>
              <a:ea typeface="方正书宋简体"/>
            </a:endParaRPr>
          </a:p>
          <a:p>
            <a:pPr marL="254000" algn="just">
              <a:spcBef>
                <a:spcPts val="155"/>
              </a:spcBef>
              <a:spcAft>
                <a:spcPts val="155"/>
              </a:spcAft>
            </a:pPr>
            <a:r>
              <a:rPr lang="en-US" altLang="zh-CN" b="1" kern="100" dirty="0">
                <a:effectLst/>
                <a:latin typeface="Courier New" panose="02070309020205020404" pitchFamily="49" charset="0"/>
                <a:ea typeface="方正书宋简体"/>
              </a:rPr>
              <a:t>*****************************************/  </a:t>
            </a:r>
            <a:endParaRPr lang="zh-CN" altLang="zh-CN" b="1" kern="100" dirty="0">
              <a:effectLst/>
              <a:latin typeface="Courier New" panose="02070309020205020404" pitchFamily="49" charset="0"/>
              <a:ea typeface="方正书宋简体"/>
            </a:endParaRPr>
          </a:p>
          <a:p>
            <a:pPr marL="127000" indent="250190" algn="just">
              <a:spcBef>
                <a:spcPts val="155"/>
              </a:spcBef>
              <a:spcAft>
                <a:spcPts val="155"/>
              </a:spcAft>
            </a:pPr>
            <a:r>
              <a:rPr lang="en-US" altLang="zh-CN" b="1" kern="100" dirty="0">
                <a:effectLst/>
                <a:latin typeface="Courier New" panose="02070309020205020404" pitchFamily="49" charset="0"/>
                <a:ea typeface="方正书宋简体"/>
              </a:rPr>
              <a:t>LITE_OS_SEC_TEXT_INIT UINT32 </a:t>
            </a:r>
            <a:r>
              <a:rPr lang="en-US" altLang="zh-CN" b="1" kern="100" dirty="0" err="1">
                <a:solidFill>
                  <a:srgbClr val="C00000"/>
                </a:solidFill>
                <a:effectLst/>
                <a:latin typeface="Courier New" panose="02070309020205020404" pitchFamily="49" charset="0"/>
                <a:ea typeface="方正书宋简体"/>
              </a:rPr>
              <a:t>LOS_TaskCreate</a:t>
            </a:r>
            <a:r>
              <a:rPr lang="en-US" altLang="zh-CN" b="1" kern="100" dirty="0">
                <a:effectLst/>
                <a:latin typeface="Courier New" panose="02070309020205020404" pitchFamily="49" charset="0"/>
                <a:ea typeface="方正书宋简体"/>
              </a:rPr>
              <a:t>(UINT32 *</a:t>
            </a:r>
            <a:r>
              <a:rPr lang="en-US" altLang="zh-CN" b="1" kern="100" dirty="0" err="1">
                <a:effectLst/>
                <a:latin typeface="Courier New" panose="02070309020205020404" pitchFamily="49" charset="0"/>
                <a:ea typeface="方正书宋简体"/>
              </a:rPr>
              <a:t>puwTaskID</a:t>
            </a:r>
            <a:r>
              <a:rPr lang="en-US" altLang="zh-CN" b="1" kern="100" dirty="0">
                <a:effectLst/>
                <a:latin typeface="Courier New" panose="02070309020205020404" pitchFamily="49" charset="0"/>
                <a:ea typeface="方正书宋简体"/>
              </a:rPr>
              <a:t>, TSK_INIT_PARAM_S *</a:t>
            </a:r>
            <a:r>
              <a:rPr lang="en-US" altLang="zh-CN" b="1" kern="100" dirty="0" err="1">
                <a:effectLst/>
                <a:latin typeface="Courier New" panose="02070309020205020404" pitchFamily="49" charset="0"/>
                <a:ea typeface="方正书宋简体"/>
              </a:rPr>
              <a:t>pstInitParam</a:t>
            </a:r>
            <a:r>
              <a:rPr lang="en-US" altLang="zh-CN" b="1" kern="100" dirty="0">
                <a:effectLst/>
                <a:latin typeface="Courier New" panose="02070309020205020404" pitchFamily="49" charset="0"/>
                <a:ea typeface="方正书宋简体"/>
              </a:rPr>
              <a:t>)</a:t>
            </a:r>
            <a:endParaRPr lang="zh-CN" altLang="zh-CN" b="1" kern="100" dirty="0">
              <a:effectLst/>
              <a:latin typeface="Courier New" panose="02070309020205020404" pitchFamily="49" charset="0"/>
              <a:ea typeface="方正书宋简体"/>
            </a:endParaRPr>
          </a:p>
        </p:txBody>
      </p:sp>
      <p:pic>
        <p:nvPicPr>
          <p:cNvPr id="8" name="图片 7"/>
          <p:cNvPicPr>
            <a:picLocks noChangeAspect="1"/>
          </p:cNvPicPr>
          <p:nvPr/>
        </p:nvPicPr>
        <p:blipFill>
          <a:blip r:embed="rId2"/>
          <a:stretch>
            <a:fillRect/>
          </a:stretch>
        </p:blipFill>
        <p:spPr>
          <a:xfrm>
            <a:off x="6879816" y="631805"/>
            <a:ext cx="5208409" cy="4280789"/>
          </a:xfrm>
          <a:prstGeom prst="rect">
            <a:avLst/>
          </a:prstGeom>
        </p:spPr>
      </p:pic>
    </p:spTree>
    <p:extLst>
      <p:ext uri="{BB962C8B-B14F-4D97-AF65-F5344CB8AC3E}">
        <p14:creationId xmlns:p14="http://schemas.microsoft.com/office/powerpoint/2010/main" val="2161630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endParaRPr lang="zh-CN" altLang="en-US"/>
          </a:p>
        </p:txBody>
      </p:sp>
      <p:sp>
        <p:nvSpPr>
          <p:cNvPr id="29" name="矩形 28">
            <a:extLst>
              <a:ext uri="{FF2B5EF4-FFF2-40B4-BE49-F238E27FC236}">
                <a16:creationId xmlns:a16="http://schemas.microsoft.com/office/drawing/2014/main" id="{ADFA951A-978E-4E8D-A85A-85B6177AC588}"/>
              </a:ext>
            </a:extLst>
          </p:cNvPr>
          <p:cNvSpPr/>
          <p:nvPr/>
        </p:nvSpPr>
        <p:spPr>
          <a:xfrm>
            <a:off x="1" y="0"/>
            <a:ext cx="12192000" cy="750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zh-CN" altLang="en-US" sz="2800" b="1" dirty="0">
                <a:cs typeface="+mn-ea"/>
                <a:sym typeface="+mn-lt"/>
              </a:rPr>
              <a:t>       任务终止</a:t>
            </a:r>
            <a:endParaRPr lang="zh-CN" altLang="en-US" sz="2800" b="1" dirty="0">
              <a:solidFill>
                <a:schemeClr val="bg1"/>
              </a:solidFill>
              <a:cs typeface="+mn-ea"/>
              <a:sym typeface="+mn-lt"/>
            </a:endParaRPr>
          </a:p>
        </p:txBody>
      </p:sp>
      <p:sp>
        <p:nvSpPr>
          <p:cNvPr id="30" name="hdmi_130129">
            <a:extLst>
              <a:ext uri="{FF2B5EF4-FFF2-40B4-BE49-F238E27FC236}">
                <a16:creationId xmlns:a16="http://schemas.microsoft.com/office/drawing/2014/main" id="{3CA7E7D0-7908-41F4-A494-E785B89F8C69}"/>
              </a:ext>
            </a:extLst>
          </p:cNvPr>
          <p:cNvSpPr>
            <a:spLocks noChangeAspect="1"/>
          </p:cNvSpPr>
          <p:nvPr/>
        </p:nvSpPr>
        <p:spPr bwMode="auto">
          <a:xfrm>
            <a:off x="0" y="354841"/>
            <a:ext cx="627797" cy="395786"/>
          </a:xfrm>
          <a:custGeom>
            <a:avLst/>
            <a:gdLst>
              <a:gd name="connsiteX0" fmla="*/ 536968 w 608415"/>
              <a:gd name="connsiteY0" fmla="*/ 156443 h 542789"/>
              <a:gd name="connsiteX1" fmla="*/ 547100 w 608415"/>
              <a:gd name="connsiteY1" fmla="*/ 160588 h 542789"/>
              <a:gd name="connsiteX2" fmla="*/ 551398 w 608415"/>
              <a:gd name="connsiteY2" fmla="*/ 170874 h 542789"/>
              <a:gd name="connsiteX3" fmla="*/ 547100 w 608415"/>
              <a:gd name="connsiteY3" fmla="*/ 181006 h 542789"/>
              <a:gd name="connsiteX4" fmla="*/ 536968 w 608415"/>
              <a:gd name="connsiteY4" fmla="*/ 185304 h 542789"/>
              <a:gd name="connsiteX5" fmla="*/ 526682 w 608415"/>
              <a:gd name="connsiteY5" fmla="*/ 181006 h 542789"/>
              <a:gd name="connsiteX6" fmla="*/ 522537 w 608415"/>
              <a:gd name="connsiteY6" fmla="*/ 170874 h 542789"/>
              <a:gd name="connsiteX7" fmla="*/ 526682 w 608415"/>
              <a:gd name="connsiteY7" fmla="*/ 160588 h 542789"/>
              <a:gd name="connsiteX8" fmla="*/ 536968 w 608415"/>
              <a:gd name="connsiteY8" fmla="*/ 156443 h 542789"/>
              <a:gd name="connsiteX9" fmla="*/ 116152 w 608415"/>
              <a:gd name="connsiteY9" fmla="*/ 116443 h 542789"/>
              <a:gd name="connsiteX10" fmla="*/ 41176 w 608415"/>
              <a:gd name="connsiteY10" fmla="*/ 191158 h 542789"/>
              <a:gd name="connsiteX11" fmla="*/ 41176 w 608415"/>
              <a:gd name="connsiteY11" fmla="*/ 501674 h 542789"/>
              <a:gd name="connsiteX12" fmla="*/ 85424 w 608415"/>
              <a:gd name="connsiteY12" fmla="*/ 501674 h 542789"/>
              <a:gd name="connsiteX13" fmla="*/ 85424 w 608415"/>
              <a:gd name="connsiteY13" fmla="*/ 194993 h 542789"/>
              <a:gd name="connsiteX14" fmla="*/ 125985 w 608415"/>
              <a:gd name="connsiteY14" fmla="*/ 154337 h 542789"/>
              <a:gd name="connsiteX15" fmla="*/ 263339 w 608415"/>
              <a:gd name="connsiteY15" fmla="*/ 154337 h 542789"/>
              <a:gd name="connsiteX16" fmla="*/ 263339 w 608415"/>
              <a:gd name="connsiteY16" fmla="*/ 116443 h 542789"/>
              <a:gd name="connsiteX17" fmla="*/ 536968 w 608415"/>
              <a:gd name="connsiteY17" fmla="*/ 91453 h 542789"/>
              <a:gd name="connsiteX18" fmla="*/ 547100 w 608415"/>
              <a:gd name="connsiteY18" fmla="*/ 95741 h 542789"/>
              <a:gd name="connsiteX19" fmla="*/ 551398 w 608415"/>
              <a:gd name="connsiteY19" fmla="*/ 105848 h 542789"/>
              <a:gd name="connsiteX20" fmla="*/ 547100 w 608415"/>
              <a:gd name="connsiteY20" fmla="*/ 116109 h 542789"/>
              <a:gd name="connsiteX21" fmla="*/ 536968 w 608415"/>
              <a:gd name="connsiteY21" fmla="*/ 120244 h 542789"/>
              <a:gd name="connsiteX22" fmla="*/ 526682 w 608415"/>
              <a:gd name="connsiteY22" fmla="*/ 116109 h 542789"/>
              <a:gd name="connsiteX23" fmla="*/ 522537 w 608415"/>
              <a:gd name="connsiteY23" fmla="*/ 105848 h 542789"/>
              <a:gd name="connsiteX24" fmla="*/ 526682 w 608415"/>
              <a:gd name="connsiteY24" fmla="*/ 95741 h 542789"/>
              <a:gd name="connsiteX25" fmla="*/ 536968 w 608415"/>
              <a:gd name="connsiteY25" fmla="*/ 91453 h 542789"/>
              <a:gd name="connsiteX26" fmla="*/ 507627 w 608415"/>
              <a:gd name="connsiteY26" fmla="*/ 74714 h 542789"/>
              <a:gd name="connsiteX27" fmla="*/ 507627 w 608415"/>
              <a:gd name="connsiteY27" fmla="*/ 201130 h 542789"/>
              <a:gd name="connsiteX28" fmla="*/ 567239 w 608415"/>
              <a:gd name="connsiteY28" fmla="*/ 201130 h 542789"/>
              <a:gd name="connsiteX29" fmla="*/ 567239 w 608415"/>
              <a:gd name="connsiteY29" fmla="*/ 74714 h 542789"/>
              <a:gd name="connsiteX30" fmla="*/ 357674 w 608415"/>
              <a:gd name="connsiteY30" fmla="*/ 41115 h 542789"/>
              <a:gd name="connsiteX31" fmla="*/ 306205 w 608415"/>
              <a:gd name="connsiteY31" fmla="*/ 66736 h 542789"/>
              <a:gd name="connsiteX32" fmla="*/ 306205 w 608415"/>
              <a:gd name="connsiteY32" fmla="*/ 208954 h 542789"/>
              <a:gd name="connsiteX33" fmla="*/ 357674 w 608415"/>
              <a:gd name="connsiteY33" fmla="*/ 234575 h 542789"/>
              <a:gd name="connsiteX34" fmla="*/ 466452 w 608415"/>
              <a:gd name="connsiteY34" fmla="*/ 234575 h 542789"/>
              <a:gd name="connsiteX35" fmla="*/ 466452 w 608415"/>
              <a:gd name="connsiteY35" fmla="*/ 41115 h 542789"/>
              <a:gd name="connsiteX36" fmla="*/ 352758 w 608415"/>
              <a:gd name="connsiteY36" fmla="*/ 0 h 542789"/>
              <a:gd name="connsiteX37" fmla="*/ 487039 w 608415"/>
              <a:gd name="connsiteY37" fmla="*/ 0 h 542789"/>
              <a:gd name="connsiteX38" fmla="*/ 507627 w 608415"/>
              <a:gd name="connsiteY38" fmla="*/ 20558 h 542789"/>
              <a:gd name="connsiteX39" fmla="*/ 507627 w 608415"/>
              <a:gd name="connsiteY39" fmla="*/ 33445 h 542789"/>
              <a:gd name="connsiteX40" fmla="*/ 587827 w 608415"/>
              <a:gd name="connsiteY40" fmla="*/ 33445 h 542789"/>
              <a:gd name="connsiteX41" fmla="*/ 608415 w 608415"/>
              <a:gd name="connsiteY41" fmla="*/ 54003 h 542789"/>
              <a:gd name="connsiteX42" fmla="*/ 608415 w 608415"/>
              <a:gd name="connsiteY42" fmla="*/ 221688 h 542789"/>
              <a:gd name="connsiteX43" fmla="*/ 587827 w 608415"/>
              <a:gd name="connsiteY43" fmla="*/ 242246 h 542789"/>
              <a:gd name="connsiteX44" fmla="*/ 507627 w 608415"/>
              <a:gd name="connsiteY44" fmla="*/ 242246 h 542789"/>
              <a:gd name="connsiteX45" fmla="*/ 507627 w 608415"/>
              <a:gd name="connsiteY45" fmla="*/ 255286 h 542789"/>
              <a:gd name="connsiteX46" fmla="*/ 487039 w 608415"/>
              <a:gd name="connsiteY46" fmla="*/ 275844 h 542789"/>
              <a:gd name="connsiteX47" fmla="*/ 352758 w 608415"/>
              <a:gd name="connsiteY47" fmla="*/ 275844 h 542789"/>
              <a:gd name="connsiteX48" fmla="*/ 343539 w 608415"/>
              <a:gd name="connsiteY48" fmla="*/ 273696 h 542789"/>
              <a:gd name="connsiteX49" fmla="*/ 276399 w 608415"/>
              <a:gd name="connsiteY49" fmla="*/ 240098 h 542789"/>
              <a:gd name="connsiteX50" fmla="*/ 265029 w 608415"/>
              <a:gd name="connsiteY50" fmla="*/ 221688 h 542789"/>
              <a:gd name="connsiteX51" fmla="*/ 265029 w 608415"/>
              <a:gd name="connsiteY51" fmla="*/ 195607 h 542789"/>
              <a:gd name="connsiteX52" fmla="*/ 126599 w 608415"/>
              <a:gd name="connsiteY52" fmla="*/ 195607 h 542789"/>
              <a:gd name="connsiteX53" fmla="*/ 126599 w 608415"/>
              <a:gd name="connsiteY53" fmla="*/ 522231 h 542789"/>
              <a:gd name="connsiteX54" fmla="*/ 106012 w 608415"/>
              <a:gd name="connsiteY54" fmla="*/ 542789 h 542789"/>
              <a:gd name="connsiteX55" fmla="*/ 20588 w 608415"/>
              <a:gd name="connsiteY55" fmla="*/ 542789 h 542789"/>
              <a:gd name="connsiteX56" fmla="*/ 0 w 608415"/>
              <a:gd name="connsiteY56" fmla="*/ 522231 h 542789"/>
              <a:gd name="connsiteX57" fmla="*/ 0 w 608415"/>
              <a:gd name="connsiteY57" fmla="*/ 191158 h 542789"/>
              <a:gd name="connsiteX58" fmla="*/ 116152 w 608415"/>
              <a:gd name="connsiteY58" fmla="*/ 75327 h 542789"/>
              <a:gd name="connsiteX59" fmla="*/ 265029 w 608415"/>
              <a:gd name="connsiteY59" fmla="*/ 75327 h 542789"/>
              <a:gd name="connsiteX60" fmla="*/ 265029 w 608415"/>
              <a:gd name="connsiteY60" fmla="*/ 54003 h 542789"/>
              <a:gd name="connsiteX61" fmla="*/ 276399 w 608415"/>
              <a:gd name="connsiteY61" fmla="*/ 35592 h 542789"/>
              <a:gd name="connsiteX62" fmla="*/ 343539 w 608415"/>
              <a:gd name="connsiteY62" fmla="*/ 2148 h 542789"/>
              <a:gd name="connsiteX63" fmla="*/ 352758 w 608415"/>
              <a:gd name="connsiteY63" fmla="*/ 0 h 542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542789">
                <a:moveTo>
                  <a:pt x="536968" y="156443"/>
                </a:moveTo>
                <a:cubicBezTo>
                  <a:pt x="540652" y="156443"/>
                  <a:pt x="544490" y="157978"/>
                  <a:pt x="547100" y="160588"/>
                </a:cubicBezTo>
                <a:cubicBezTo>
                  <a:pt x="549863" y="163351"/>
                  <a:pt x="551398" y="167036"/>
                  <a:pt x="551398" y="170874"/>
                </a:cubicBezTo>
                <a:cubicBezTo>
                  <a:pt x="551398" y="174712"/>
                  <a:pt x="549863" y="178396"/>
                  <a:pt x="547100" y="181006"/>
                </a:cubicBezTo>
                <a:cubicBezTo>
                  <a:pt x="544490" y="183769"/>
                  <a:pt x="540652" y="185304"/>
                  <a:pt x="536968" y="185304"/>
                </a:cubicBezTo>
                <a:cubicBezTo>
                  <a:pt x="533130" y="185304"/>
                  <a:pt x="529445" y="183769"/>
                  <a:pt x="526682" y="181006"/>
                </a:cubicBezTo>
                <a:cubicBezTo>
                  <a:pt x="524072" y="178396"/>
                  <a:pt x="522537" y="174712"/>
                  <a:pt x="522537" y="170874"/>
                </a:cubicBezTo>
                <a:cubicBezTo>
                  <a:pt x="522537" y="167036"/>
                  <a:pt x="524072" y="163351"/>
                  <a:pt x="526682" y="160588"/>
                </a:cubicBezTo>
                <a:cubicBezTo>
                  <a:pt x="529445" y="157978"/>
                  <a:pt x="533130" y="156443"/>
                  <a:pt x="536968" y="156443"/>
                </a:cubicBezTo>
                <a:close/>
                <a:moveTo>
                  <a:pt x="116152" y="116443"/>
                </a:moveTo>
                <a:cubicBezTo>
                  <a:pt x="74823" y="116443"/>
                  <a:pt x="41176" y="150041"/>
                  <a:pt x="41176" y="191158"/>
                </a:cubicBezTo>
                <a:lnTo>
                  <a:pt x="41176" y="501674"/>
                </a:lnTo>
                <a:lnTo>
                  <a:pt x="85424" y="501674"/>
                </a:lnTo>
                <a:lnTo>
                  <a:pt x="85424" y="194993"/>
                </a:lnTo>
                <a:cubicBezTo>
                  <a:pt x="85424" y="172594"/>
                  <a:pt x="103553" y="154337"/>
                  <a:pt x="125985" y="154337"/>
                </a:cubicBezTo>
                <a:lnTo>
                  <a:pt x="263339" y="154337"/>
                </a:lnTo>
                <a:lnTo>
                  <a:pt x="263339" y="116443"/>
                </a:lnTo>
                <a:close/>
                <a:moveTo>
                  <a:pt x="536968" y="91453"/>
                </a:moveTo>
                <a:cubicBezTo>
                  <a:pt x="540652" y="91453"/>
                  <a:pt x="544490" y="92984"/>
                  <a:pt x="547100" y="95741"/>
                </a:cubicBezTo>
                <a:cubicBezTo>
                  <a:pt x="549863" y="98344"/>
                  <a:pt x="551398" y="102020"/>
                  <a:pt x="551398" y="105848"/>
                </a:cubicBezTo>
                <a:cubicBezTo>
                  <a:pt x="551398" y="109677"/>
                  <a:pt x="549863" y="113352"/>
                  <a:pt x="547100" y="116109"/>
                </a:cubicBezTo>
                <a:cubicBezTo>
                  <a:pt x="544490" y="118712"/>
                  <a:pt x="540652" y="120244"/>
                  <a:pt x="536968" y="120244"/>
                </a:cubicBezTo>
                <a:cubicBezTo>
                  <a:pt x="533130" y="120244"/>
                  <a:pt x="529445" y="118712"/>
                  <a:pt x="526682" y="116109"/>
                </a:cubicBezTo>
                <a:cubicBezTo>
                  <a:pt x="524072" y="113352"/>
                  <a:pt x="522537" y="109677"/>
                  <a:pt x="522537" y="105848"/>
                </a:cubicBezTo>
                <a:cubicBezTo>
                  <a:pt x="522537" y="102020"/>
                  <a:pt x="524072" y="98344"/>
                  <a:pt x="526682" y="95741"/>
                </a:cubicBezTo>
                <a:cubicBezTo>
                  <a:pt x="529445" y="92984"/>
                  <a:pt x="533130" y="91453"/>
                  <a:pt x="536968" y="91453"/>
                </a:cubicBezTo>
                <a:close/>
                <a:moveTo>
                  <a:pt x="507627" y="74714"/>
                </a:moveTo>
                <a:lnTo>
                  <a:pt x="507627" y="201130"/>
                </a:lnTo>
                <a:lnTo>
                  <a:pt x="567239" y="201130"/>
                </a:lnTo>
                <a:lnTo>
                  <a:pt x="567239" y="74714"/>
                </a:lnTo>
                <a:close/>
                <a:moveTo>
                  <a:pt x="357674" y="41115"/>
                </a:moveTo>
                <a:lnTo>
                  <a:pt x="306205" y="66736"/>
                </a:lnTo>
                <a:lnTo>
                  <a:pt x="306205" y="208954"/>
                </a:lnTo>
                <a:lnTo>
                  <a:pt x="357674" y="234575"/>
                </a:lnTo>
                <a:lnTo>
                  <a:pt x="466452" y="234575"/>
                </a:lnTo>
                <a:lnTo>
                  <a:pt x="466452" y="41115"/>
                </a:lnTo>
                <a:close/>
                <a:moveTo>
                  <a:pt x="352758" y="0"/>
                </a:moveTo>
                <a:lnTo>
                  <a:pt x="487039" y="0"/>
                </a:lnTo>
                <a:cubicBezTo>
                  <a:pt x="498409" y="0"/>
                  <a:pt x="507627" y="9205"/>
                  <a:pt x="507627" y="20558"/>
                </a:cubicBezTo>
                <a:lnTo>
                  <a:pt x="507627" y="33445"/>
                </a:lnTo>
                <a:lnTo>
                  <a:pt x="587827" y="33445"/>
                </a:lnTo>
                <a:cubicBezTo>
                  <a:pt x="599197" y="33445"/>
                  <a:pt x="608415" y="42650"/>
                  <a:pt x="608415" y="54003"/>
                </a:cubicBezTo>
                <a:lnTo>
                  <a:pt x="608415" y="221688"/>
                </a:lnTo>
                <a:cubicBezTo>
                  <a:pt x="608415" y="233041"/>
                  <a:pt x="599197" y="242246"/>
                  <a:pt x="587827" y="242246"/>
                </a:cubicBezTo>
                <a:lnTo>
                  <a:pt x="507627" y="242246"/>
                </a:lnTo>
                <a:lnTo>
                  <a:pt x="507627" y="255286"/>
                </a:lnTo>
                <a:cubicBezTo>
                  <a:pt x="507627" y="266639"/>
                  <a:pt x="498409" y="275844"/>
                  <a:pt x="487039" y="275844"/>
                </a:cubicBezTo>
                <a:lnTo>
                  <a:pt x="352758" y="275844"/>
                </a:lnTo>
                <a:cubicBezTo>
                  <a:pt x="349531" y="275844"/>
                  <a:pt x="346459" y="275077"/>
                  <a:pt x="343539" y="273696"/>
                </a:cubicBezTo>
                <a:lnTo>
                  <a:pt x="276399" y="240098"/>
                </a:lnTo>
                <a:cubicBezTo>
                  <a:pt x="269331" y="236569"/>
                  <a:pt x="265029" y="229512"/>
                  <a:pt x="265029" y="221688"/>
                </a:cubicBezTo>
                <a:lnTo>
                  <a:pt x="265029" y="195607"/>
                </a:lnTo>
                <a:lnTo>
                  <a:pt x="126599" y="195607"/>
                </a:lnTo>
                <a:lnTo>
                  <a:pt x="126599" y="522231"/>
                </a:lnTo>
                <a:cubicBezTo>
                  <a:pt x="126599" y="533584"/>
                  <a:pt x="117381" y="542789"/>
                  <a:pt x="106012" y="542789"/>
                </a:cubicBezTo>
                <a:lnTo>
                  <a:pt x="20588" y="542789"/>
                </a:lnTo>
                <a:cubicBezTo>
                  <a:pt x="9218" y="542789"/>
                  <a:pt x="0" y="533584"/>
                  <a:pt x="0" y="522231"/>
                </a:cubicBezTo>
                <a:lnTo>
                  <a:pt x="0" y="191158"/>
                </a:lnTo>
                <a:cubicBezTo>
                  <a:pt x="0" y="127336"/>
                  <a:pt x="52084" y="75327"/>
                  <a:pt x="116152" y="75327"/>
                </a:cubicBezTo>
                <a:lnTo>
                  <a:pt x="265029" y="75327"/>
                </a:lnTo>
                <a:lnTo>
                  <a:pt x="265029" y="54003"/>
                </a:lnTo>
                <a:cubicBezTo>
                  <a:pt x="265029" y="46178"/>
                  <a:pt x="269331" y="39121"/>
                  <a:pt x="276399" y="35592"/>
                </a:cubicBezTo>
                <a:lnTo>
                  <a:pt x="343539" y="2148"/>
                </a:lnTo>
                <a:cubicBezTo>
                  <a:pt x="346459" y="613"/>
                  <a:pt x="349531" y="0"/>
                  <a:pt x="352758" y="0"/>
                </a:cubicBezTo>
                <a:close/>
              </a:path>
            </a:pathLst>
          </a:custGeom>
          <a:solidFill>
            <a:schemeClr val="bg1"/>
          </a:solidFill>
          <a:ln/>
        </p:spPr>
        <p:style>
          <a:lnRef idx="2">
            <a:schemeClr val="accent5"/>
          </a:lnRef>
          <a:fillRef idx="1">
            <a:schemeClr val="lt1"/>
          </a:fillRef>
          <a:effectRef idx="0">
            <a:schemeClr val="accent5"/>
          </a:effectRef>
          <a:fontRef idx="minor">
            <a:schemeClr val="dk1"/>
          </a:fontRef>
        </p:style>
        <p:txBody>
          <a:bodyPr/>
          <a:lstStyle/>
          <a:p>
            <a:endParaRPr lang="zh-CN" altLang="en-US" dirty="0">
              <a:cs typeface="+mn-ea"/>
              <a:sym typeface="+mn-lt"/>
            </a:endParaRPr>
          </a:p>
        </p:txBody>
      </p:sp>
      <p:sp>
        <p:nvSpPr>
          <p:cNvPr id="11" name="内容占位符 2">
            <a:extLst>
              <a:ext uri="{FF2B5EF4-FFF2-40B4-BE49-F238E27FC236}">
                <a16:creationId xmlns:a16="http://schemas.microsoft.com/office/drawing/2014/main" id="{ABE6EB6A-F530-41A6-8CD6-17E5BFB335B4}"/>
              </a:ext>
            </a:extLst>
          </p:cNvPr>
          <p:cNvSpPr>
            <a:spLocks noGrp="1"/>
          </p:cNvSpPr>
          <p:nvPr>
            <p:ph idx="1"/>
          </p:nvPr>
        </p:nvSpPr>
        <p:spPr>
          <a:xfrm>
            <a:off x="97469" y="1134006"/>
            <a:ext cx="7016204" cy="1590275"/>
          </a:xfrm>
        </p:spPr>
        <p:txBody>
          <a:bodyPr>
            <a:normAutofit/>
          </a:bodyPr>
          <a:lstStyle/>
          <a:p>
            <a:pPr>
              <a:lnSpc>
                <a:spcPct val="125000"/>
              </a:lnSpc>
            </a:pPr>
            <a:r>
              <a:rPr lang="zh-CN" altLang="en-US" sz="2800" b="1" dirty="0">
                <a:solidFill>
                  <a:srgbClr val="C00000"/>
                </a:solidFill>
              </a:rPr>
              <a:t>用户调用接口提前终止指定</a:t>
            </a:r>
            <a:r>
              <a:rPr lang="en-US" altLang="zh-CN" sz="2800" b="1" dirty="0">
                <a:solidFill>
                  <a:srgbClr val="C00000"/>
                </a:solidFill>
              </a:rPr>
              <a:t>ID</a:t>
            </a:r>
            <a:r>
              <a:rPr lang="zh-CN" altLang="en-US" sz="2800" b="1" dirty="0">
                <a:solidFill>
                  <a:srgbClr val="C00000"/>
                </a:solidFill>
              </a:rPr>
              <a:t>的任务</a:t>
            </a:r>
            <a:endParaRPr lang="en-US" altLang="zh-CN" sz="2800" b="1" dirty="0">
              <a:solidFill>
                <a:srgbClr val="C00000"/>
              </a:solidFill>
            </a:endParaRPr>
          </a:p>
          <a:p>
            <a:pPr lvl="1">
              <a:lnSpc>
                <a:spcPct val="125000"/>
              </a:lnSpc>
            </a:pPr>
            <a:r>
              <a:rPr lang="zh-CN" altLang="en-US" sz="2400" dirty="0"/>
              <a:t>删除任务时，指定任务控制块会被移除，但任务占据的空间不会立即释放</a:t>
            </a:r>
            <a:endParaRPr lang="en-US" altLang="zh-CN" sz="2400" dirty="0"/>
          </a:p>
        </p:txBody>
      </p:sp>
      <p:sp>
        <p:nvSpPr>
          <p:cNvPr id="12" name="文本框 11">
            <a:extLst>
              <a:ext uri="{FF2B5EF4-FFF2-40B4-BE49-F238E27FC236}">
                <a16:creationId xmlns:a16="http://schemas.microsoft.com/office/drawing/2014/main" id="{000F36C4-F8EE-43CE-9CD7-AF19E99ADD8B}"/>
              </a:ext>
            </a:extLst>
          </p:cNvPr>
          <p:cNvSpPr txBox="1"/>
          <p:nvPr/>
        </p:nvSpPr>
        <p:spPr>
          <a:xfrm>
            <a:off x="97469" y="3328829"/>
            <a:ext cx="8470333" cy="3529171"/>
          </a:xfrm>
          <a:prstGeom prst="rect">
            <a:avLst/>
          </a:prstGeom>
          <a:noFill/>
        </p:spPr>
        <p:txBody>
          <a:bodyPr wrap="square" rtlCol="0">
            <a:spAutoFit/>
          </a:bodyPr>
          <a:lstStyle/>
          <a:p>
            <a:pPr marL="254000" algn="just">
              <a:spcBef>
                <a:spcPts val="155"/>
              </a:spcBef>
              <a:spcAft>
                <a:spcPts val="155"/>
              </a:spcAft>
            </a:pPr>
            <a:r>
              <a:rPr lang="en-US" altLang="zh-CN" sz="2000" b="1" kern="100" dirty="0">
                <a:effectLst/>
                <a:latin typeface="Courier New" panose="02070309020205020404" pitchFamily="49" charset="0"/>
                <a:ea typeface="方正书宋简体"/>
              </a:rPr>
              <a:t>/******************************************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Function : </a:t>
            </a:r>
            <a:r>
              <a:rPr lang="en-US" altLang="zh-CN" sz="2000" b="1" kern="100" dirty="0" err="1">
                <a:effectLst/>
                <a:latin typeface="Courier New" panose="02070309020205020404" pitchFamily="49" charset="0"/>
                <a:ea typeface="方正书宋简体"/>
              </a:rPr>
              <a:t>LOS_TaskDelete</a:t>
            </a:r>
            <a:r>
              <a:rPr lang="en-US" altLang="zh-CN" sz="2000" b="1" kern="100" dirty="0">
                <a:effectLst/>
                <a:latin typeface="Courier New" panose="02070309020205020404" pitchFamily="49" charset="0"/>
                <a:ea typeface="方正书宋简体"/>
              </a:rPr>
              <a:t>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Description : Delete a task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Input       : </a:t>
            </a:r>
            <a:r>
              <a:rPr lang="en-US" altLang="zh-CN" sz="2000" b="1" kern="100" dirty="0" err="1">
                <a:effectLst/>
                <a:latin typeface="Courier New" panose="02070309020205020404" pitchFamily="49" charset="0"/>
                <a:ea typeface="方正书宋简体"/>
              </a:rPr>
              <a:t>uwTaskID</a:t>
            </a:r>
            <a:r>
              <a:rPr lang="en-US" altLang="zh-CN" sz="2000" b="1" kern="100" dirty="0">
                <a:effectLst/>
                <a:latin typeface="Courier New" panose="02070309020205020404" pitchFamily="49" charset="0"/>
                <a:ea typeface="方正书宋简体"/>
              </a:rPr>
              <a:t> —— Task ID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Output      : None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Return    : LOS_OK on success or error code on failure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  </a:t>
            </a:r>
          </a:p>
          <a:p>
            <a:pPr marL="254000" algn="just">
              <a:spcBef>
                <a:spcPts val="155"/>
              </a:spcBef>
              <a:spcAft>
                <a:spcPts val="155"/>
              </a:spcAft>
            </a:pPr>
            <a:r>
              <a:rPr lang="en-US" altLang="zh-CN" sz="2000" b="1" kern="100" dirty="0">
                <a:effectLst/>
                <a:latin typeface="Courier New" panose="02070309020205020404" pitchFamily="49" charset="0"/>
                <a:ea typeface="方正书宋简体"/>
              </a:rPr>
              <a:t>LITE_OS_SEC_TEXT_INIT UINT32 </a:t>
            </a:r>
            <a:r>
              <a:rPr lang="en-US" altLang="zh-CN" sz="2000" b="1" kern="100" dirty="0" err="1">
                <a:solidFill>
                  <a:srgbClr val="C00000"/>
                </a:solidFill>
                <a:effectLst/>
                <a:latin typeface="Courier New" panose="02070309020205020404" pitchFamily="49" charset="0"/>
                <a:ea typeface="方正书宋简体"/>
              </a:rPr>
              <a:t>LOS_TaskDelete</a:t>
            </a:r>
            <a:r>
              <a:rPr lang="en-US" altLang="zh-CN" sz="2000" b="1" kern="100" dirty="0">
                <a:effectLst/>
                <a:latin typeface="Courier New" panose="02070309020205020404" pitchFamily="49" charset="0"/>
                <a:ea typeface="方正书宋简体"/>
              </a:rPr>
              <a:t>(UINT32 </a:t>
            </a:r>
            <a:r>
              <a:rPr lang="en-US" altLang="zh-CN" sz="2000" b="1" kern="100" dirty="0" err="1">
                <a:effectLst/>
                <a:latin typeface="Courier New" panose="02070309020205020404" pitchFamily="49" charset="0"/>
                <a:ea typeface="方正书宋简体"/>
              </a:rPr>
              <a:t>uwTaskID</a:t>
            </a:r>
            <a:r>
              <a:rPr lang="en-US" altLang="zh-CN" sz="2000" b="1" kern="100" dirty="0">
                <a:effectLst/>
                <a:latin typeface="Courier New" panose="02070309020205020404" pitchFamily="49" charset="0"/>
                <a:ea typeface="方正书宋简体"/>
              </a:rPr>
              <a:t>) </a:t>
            </a:r>
            <a:endParaRPr lang="zh-CN" altLang="zh-CN" sz="2000" b="1" kern="100" dirty="0">
              <a:effectLst/>
              <a:latin typeface="Courier New" panose="02070309020205020404" pitchFamily="49" charset="0"/>
              <a:ea typeface="方正书宋简体"/>
            </a:endParaRPr>
          </a:p>
        </p:txBody>
      </p:sp>
      <p:pic>
        <p:nvPicPr>
          <p:cNvPr id="8" name="图片 7"/>
          <p:cNvPicPr>
            <a:picLocks noChangeAspect="1"/>
          </p:cNvPicPr>
          <p:nvPr/>
        </p:nvPicPr>
        <p:blipFill>
          <a:blip r:embed="rId2"/>
          <a:stretch>
            <a:fillRect/>
          </a:stretch>
        </p:blipFill>
        <p:spPr>
          <a:xfrm>
            <a:off x="7006196" y="552734"/>
            <a:ext cx="5088335" cy="4182101"/>
          </a:xfrm>
          <a:prstGeom prst="rect">
            <a:avLst/>
          </a:prstGeom>
        </p:spPr>
      </p:pic>
    </p:spTree>
    <p:extLst>
      <p:ext uri="{BB962C8B-B14F-4D97-AF65-F5344CB8AC3E}">
        <p14:creationId xmlns:p14="http://schemas.microsoft.com/office/powerpoint/2010/main" val="946548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hidden="1">
            <a:extLst>
              <a:ext uri="{FF2B5EF4-FFF2-40B4-BE49-F238E27FC236}">
                <a16:creationId xmlns:a16="http://schemas.microsoft.com/office/drawing/2014/main" id="{A6A819F1-33AF-45D7-8BF6-2B0A9769CA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对象 2" hidden="1">
                        <a:extLst>
                          <a:ext uri="{FF2B5EF4-FFF2-40B4-BE49-F238E27FC236}">
                            <a16:creationId xmlns:a16="http://schemas.microsoft.com/office/drawing/2014/main" id="{A6A819F1-33AF-45D7-8BF6-2B0A9769CA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8" cy="1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hidden="1">
            <a:extLst>
              <a:ext uri="{FF2B5EF4-FFF2-40B4-BE49-F238E27FC236}">
                <a16:creationId xmlns:a16="http://schemas.microsoft.com/office/drawing/2014/main" id="{FF51F16D-1BAD-46EE-A6F4-B8B94C9DF628}"/>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altLang="zh-CN" sz="2400" dirty="0">
              <a:cs typeface="+mn-ea"/>
              <a:sym typeface="+mn-lt"/>
            </a:endParaRPr>
          </a:p>
        </p:txBody>
      </p:sp>
      <p:sp>
        <p:nvSpPr>
          <p:cNvPr id="5" name="标题 4"/>
          <p:cNvSpPr>
            <a:spLocks noGrp="1"/>
          </p:cNvSpPr>
          <p:nvPr>
            <p:ph type="ctrTitle"/>
          </p:nvPr>
        </p:nvSpPr>
        <p:spPr>
          <a:xfrm>
            <a:off x="6558083" y="2341767"/>
            <a:ext cx="5079462" cy="1621509"/>
          </a:xfrm>
        </p:spPr>
        <p:txBody>
          <a:bodyPr/>
          <a:lstStyle/>
          <a:p>
            <a:r>
              <a:rPr lang="en-US" altLang="zh-CN" sz="4000" dirty="0">
                <a:latin typeface="+mn-lt"/>
                <a:ea typeface="+mn-ea"/>
                <a:cs typeface="+mn-ea"/>
                <a:sym typeface="+mn-lt"/>
              </a:rPr>
              <a:t>Thanks</a:t>
            </a:r>
            <a:br>
              <a:rPr lang="en-US" altLang="zh-CN" dirty="0">
                <a:latin typeface="+mn-lt"/>
                <a:ea typeface="+mn-ea"/>
                <a:cs typeface="+mn-ea"/>
                <a:sym typeface="+mn-lt"/>
              </a:rPr>
            </a:br>
            <a:endParaRPr lang="zh-CN" altLang="en-US" dirty="0">
              <a:latin typeface="+mn-lt"/>
              <a:ea typeface="+mn-ea"/>
              <a:cs typeface="+mn-ea"/>
              <a:sym typeface="+mn-lt"/>
            </a:endParaRPr>
          </a:p>
        </p:txBody>
      </p:sp>
    </p:spTree>
    <p:extLst>
      <p:ext uri="{BB962C8B-B14F-4D97-AF65-F5344CB8AC3E}">
        <p14:creationId xmlns:p14="http://schemas.microsoft.com/office/powerpoint/2010/main" val="2560984464"/>
      </p:ext>
    </p:extLst>
  </p:cSld>
  <p:clrMapOvr>
    <a:masterClrMapping/>
  </p:clrMapOvr>
  <mc:AlternateContent xmlns:mc="http://schemas.openxmlformats.org/markup-compatibility/2006" xmlns:p14="http://schemas.microsoft.com/office/powerpoint/2010/main">
    <mc:Choice Requires="p14">
      <p:transition p14:dur="250">
        <p:pull/>
      </p:transition>
    </mc:Choice>
    <mc:Fallback xmlns="">
      <p:transition>
        <p:pull/>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THINKCELLUNDODONOTDELETE" val="0"/>
  <p:tag name="ISLIDE.THEME" val="3d09a1d7-7c63-43a4-b3ee-df21fa2c8d6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6S0wzOvQ8a50SA42PUN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Smkff3fSzGMOuItfjj3Fw"/>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70C5A"/>
      </a:accent1>
      <a:accent2>
        <a:srgbClr val="4F5DCB"/>
      </a:accent2>
      <a:accent3>
        <a:srgbClr val="265989"/>
      </a:accent3>
      <a:accent4>
        <a:srgbClr val="41E7DF"/>
      </a:accent4>
      <a:accent5>
        <a:srgbClr val="757579"/>
      </a:accent5>
      <a:accent6>
        <a:srgbClr val="5C5E60"/>
      </a:accent6>
      <a:hlink>
        <a:srgbClr val="4276AA"/>
      </a:hlink>
      <a:folHlink>
        <a:srgbClr val="BFBFBF"/>
      </a:folHlink>
    </a:clrScheme>
    <a:fontScheme name="1lxsh3ei">
      <a:majorFont>
        <a:latin typeface="Microsoft YaHei"/>
        <a:ea typeface="Microsoft YaHei"/>
        <a:cs typeface=""/>
      </a:majorFont>
      <a:minorFont>
        <a:latin typeface="Microsoft YaHei"/>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1394</TotalTime>
  <Words>1335</Words>
  <Application>Microsoft Office PowerPoint</Application>
  <PresentationFormat>宽屏</PresentationFormat>
  <Paragraphs>141</Paragraphs>
  <Slides>17</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5" baseType="lpstr">
      <vt:lpstr>Microsoft YaHei</vt:lpstr>
      <vt:lpstr>Arial</vt:lpstr>
      <vt:lpstr>Calibri</vt:lpstr>
      <vt:lpstr>Courier New</vt:lpstr>
      <vt:lpstr>Lato</vt:lpstr>
      <vt:lpstr>Wingdings</vt:lpstr>
      <vt:lpstr>主题5</vt:lpstr>
      <vt:lpstr>think-cell Slide</vt:lpstr>
      <vt:lpstr>LiteOS内核开发与实践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润 史</cp:lastModifiedBy>
  <cp:revision>189</cp:revision>
  <cp:lastPrinted>2018-09-20T16:00:00Z</cp:lastPrinted>
  <dcterms:created xsi:type="dcterms:W3CDTF">2018-09-20T16:00:00Z</dcterms:created>
  <dcterms:modified xsi:type="dcterms:W3CDTF">2026-06-15T15:02:48Z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ies>
</file>