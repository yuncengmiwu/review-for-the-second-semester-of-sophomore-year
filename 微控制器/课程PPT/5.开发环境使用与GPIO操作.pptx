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433" r:id="rId2"/>
    <p:sldId id="482" r:id="rId3"/>
    <p:sldId id="483" r:id="rId4"/>
    <p:sldId id="484" r:id="rId5"/>
    <p:sldId id="485" r:id="rId6"/>
    <p:sldId id="486" r:id="rId7"/>
    <p:sldId id="487" r:id="rId8"/>
    <p:sldId id="488" r:id="rId9"/>
    <p:sldId id="489" r:id="rId10"/>
    <p:sldId id="490" r:id="rId11"/>
    <p:sldId id="491" r:id="rId12"/>
    <p:sldId id="492" r:id="rId13"/>
    <p:sldId id="493" r:id="rId14"/>
    <p:sldId id="494" r:id="rId15"/>
    <p:sldId id="495" r:id="rId16"/>
    <p:sldId id="496" r:id="rId17"/>
    <p:sldId id="497" r:id="rId18"/>
    <p:sldId id="498" r:id="rId19"/>
    <p:sldId id="473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D5B"/>
    <a:srgbClr val="5666D7"/>
    <a:srgbClr val="36A6B8"/>
    <a:srgbClr val="42E6E0"/>
    <a:srgbClr val="566BD8"/>
    <a:srgbClr val="42E8E0"/>
    <a:srgbClr val="255184"/>
    <a:srgbClr val="2B6C95"/>
    <a:srgbClr val="40DCD9"/>
    <a:srgbClr val="265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10" autoAdjust="0"/>
    <p:restoredTop sz="96182" autoAdjust="0"/>
  </p:normalViewPr>
  <p:slideViewPr>
    <p:cSldViewPr snapToGrid="0">
      <p:cViewPr varScale="1">
        <p:scale>
          <a:sx n="65" d="100"/>
          <a:sy n="65" d="100"/>
        </p:scale>
        <p:origin x="84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7" name="矩形 9926">
            <a:extLst>
              <a:ext uri="{FF2B5EF4-FFF2-40B4-BE49-F238E27FC236}">
                <a16:creationId xmlns:a16="http://schemas.microsoft.com/office/drawing/2014/main" id="{F722FE8D-4A19-4A18-B1FB-8492B199FD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3402" y="2737940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rgbClr val="5666D7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3402" y="1525496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839CE1DB-111B-4A2C-A29E-C50E634E2318}"/>
              </a:ext>
            </a:extLst>
          </p:cNvPr>
          <p:cNvGrpSpPr/>
          <p:nvPr userDrawn="1"/>
        </p:nvGrpSpPr>
        <p:grpSpPr>
          <a:xfrm>
            <a:off x="2134335" y="607950"/>
            <a:ext cx="9680127" cy="5377577"/>
            <a:chOff x="4656138" y="2437995"/>
            <a:chExt cx="6846887" cy="3803634"/>
          </a:xfrm>
        </p:grpSpPr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31287A23-FE6B-487B-8BED-0C677DFB4992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C044A711-CB2C-4F92-A19F-1C38F5CC3EA3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97AC0DD2-E837-4B6C-A8B4-9459081251B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9" name="椭圆 4098">
              <a:extLst>
                <a:ext uri="{FF2B5EF4-FFF2-40B4-BE49-F238E27FC236}">
                  <a16:creationId xmlns:a16="http://schemas.microsoft.com/office/drawing/2014/main" id="{CCFB4B6B-1FA7-46C9-B4AC-9CA47E3B66ED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7B420F-1711-4A49-A959-C81CD1AFFC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1C9163C-CB87-4DDA-A749-1A8F5B9D2A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C5F6088-3348-4370-A1D6-28FAA3A584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CD134D4A-FF64-418D-BF61-AE24A995E0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C0074FF-5BCC-45FA-8E44-F66DF0B78B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5">
              <a:extLst>
                <a:ext uri="{FF2B5EF4-FFF2-40B4-BE49-F238E27FC236}">
                  <a16:creationId xmlns:a16="http://schemas.microsoft.com/office/drawing/2014/main" id="{B5EFAE15-02B0-4FEA-B304-654B59B7E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AACA5D4B-622F-452A-9E2E-FB3D8E5B4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7">
              <a:extLst>
                <a:ext uri="{FF2B5EF4-FFF2-40B4-BE49-F238E27FC236}">
                  <a16:creationId xmlns:a16="http://schemas.microsoft.com/office/drawing/2014/main" id="{E9112628-8D4E-4BCC-BC3E-D239FECFF1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58">
              <a:extLst>
                <a:ext uri="{FF2B5EF4-FFF2-40B4-BE49-F238E27FC236}">
                  <a16:creationId xmlns:a16="http://schemas.microsoft.com/office/drawing/2014/main" id="{4C1692C0-671E-4112-8870-EA379167AC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59">
              <a:extLst>
                <a:ext uri="{FF2B5EF4-FFF2-40B4-BE49-F238E27FC236}">
                  <a16:creationId xmlns:a16="http://schemas.microsoft.com/office/drawing/2014/main" id="{CE40BE4D-1325-413C-9BF6-92993CBBA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0">
              <a:extLst>
                <a:ext uri="{FF2B5EF4-FFF2-40B4-BE49-F238E27FC236}">
                  <a16:creationId xmlns:a16="http://schemas.microsoft.com/office/drawing/2014/main" id="{F6CF83C1-7FD5-4B8D-B257-A98CD78B78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1">
              <a:extLst>
                <a:ext uri="{FF2B5EF4-FFF2-40B4-BE49-F238E27FC236}">
                  <a16:creationId xmlns:a16="http://schemas.microsoft.com/office/drawing/2014/main" id="{B15DA810-0AC5-40C4-A5A1-B1285D0BA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2">
              <a:extLst>
                <a:ext uri="{FF2B5EF4-FFF2-40B4-BE49-F238E27FC236}">
                  <a16:creationId xmlns:a16="http://schemas.microsoft.com/office/drawing/2014/main" id="{FD1476BC-AC33-4968-8BE4-E89562505D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3">
              <a:extLst>
                <a:ext uri="{FF2B5EF4-FFF2-40B4-BE49-F238E27FC236}">
                  <a16:creationId xmlns:a16="http://schemas.microsoft.com/office/drawing/2014/main" id="{0B4524DE-4782-43B9-83DA-A10F81CC0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4">
              <a:extLst>
                <a:ext uri="{FF2B5EF4-FFF2-40B4-BE49-F238E27FC236}">
                  <a16:creationId xmlns:a16="http://schemas.microsoft.com/office/drawing/2014/main" id="{DB720F95-412E-4E6C-802D-473669FBF1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5">
              <a:extLst>
                <a:ext uri="{FF2B5EF4-FFF2-40B4-BE49-F238E27FC236}">
                  <a16:creationId xmlns:a16="http://schemas.microsoft.com/office/drawing/2014/main" id="{6F409CC0-6CE5-411A-A631-05BC30DE3F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6">
              <a:extLst>
                <a:ext uri="{FF2B5EF4-FFF2-40B4-BE49-F238E27FC236}">
                  <a16:creationId xmlns:a16="http://schemas.microsoft.com/office/drawing/2014/main" id="{FBBEC337-3D96-4552-94E6-D5A400715A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8" name="Freeform 67">
              <a:extLst>
                <a:ext uri="{FF2B5EF4-FFF2-40B4-BE49-F238E27FC236}">
                  <a16:creationId xmlns:a16="http://schemas.microsoft.com/office/drawing/2014/main" id="{0B480263-2724-4D8D-890E-23B98114D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9" name="Freeform 68">
              <a:extLst>
                <a:ext uri="{FF2B5EF4-FFF2-40B4-BE49-F238E27FC236}">
                  <a16:creationId xmlns:a16="http://schemas.microsoft.com/office/drawing/2014/main" id="{7FC2FF67-8A42-4CD0-B5E5-272103BC23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2" name="Freeform 71">
              <a:extLst>
                <a:ext uri="{FF2B5EF4-FFF2-40B4-BE49-F238E27FC236}">
                  <a16:creationId xmlns:a16="http://schemas.microsoft.com/office/drawing/2014/main" id="{FD80A767-1C22-4670-99FF-B8B248D1B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3" name="Freeform 72">
              <a:extLst>
                <a:ext uri="{FF2B5EF4-FFF2-40B4-BE49-F238E27FC236}">
                  <a16:creationId xmlns:a16="http://schemas.microsoft.com/office/drawing/2014/main" id="{63B25B06-018E-4207-8D4D-28A3CAB37F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4" name="Freeform 73">
              <a:extLst>
                <a:ext uri="{FF2B5EF4-FFF2-40B4-BE49-F238E27FC236}">
                  <a16:creationId xmlns:a16="http://schemas.microsoft.com/office/drawing/2014/main" id="{5D585783-FD34-4BEE-B88F-4B5FB48E4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5" name="Freeform 74">
              <a:extLst>
                <a:ext uri="{FF2B5EF4-FFF2-40B4-BE49-F238E27FC236}">
                  <a16:creationId xmlns:a16="http://schemas.microsoft.com/office/drawing/2014/main" id="{4C4350A5-33CD-4F3C-9E46-A7BA7A3F80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6" name="Freeform 75">
              <a:extLst>
                <a:ext uri="{FF2B5EF4-FFF2-40B4-BE49-F238E27FC236}">
                  <a16:creationId xmlns:a16="http://schemas.microsoft.com/office/drawing/2014/main" id="{2C1A229B-0034-4B96-BD9F-4C994F24CD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8" name="Freeform 77">
              <a:extLst>
                <a:ext uri="{FF2B5EF4-FFF2-40B4-BE49-F238E27FC236}">
                  <a16:creationId xmlns:a16="http://schemas.microsoft.com/office/drawing/2014/main" id="{CF3B3962-B84A-4F1D-8B93-0BED7414ED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0" name="Freeform 79">
              <a:extLst>
                <a:ext uri="{FF2B5EF4-FFF2-40B4-BE49-F238E27FC236}">
                  <a16:creationId xmlns:a16="http://schemas.microsoft.com/office/drawing/2014/main" id="{961F8AA8-F20D-422E-8437-87E243BB6F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1" name="Freeform 80">
              <a:extLst>
                <a:ext uri="{FF2B5EF4-FFF2-40B4-BE49-F238E27FC236}">
                  <a16:creationId xmlns:a16="http://schemas.microsoft.com/office/drawing/2014/main" id="{4E51C430-C56F-4FCE-A8D2-F80B69939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2" name="Freeform 81">
              <a:extLst>
                <a:ext uri="{FF2B5EF4-FFF2-40B4-BE49-F238E27FC236}">
                  <a16:creationId xmlns:a16="http://schemas.microsoft.com/office/drawing/2014/main" id="{D13B5027-1B7C-4ADA-B936-D7BF2A08C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3" name="Freeform 82">
              <a:extLst>
                <a:ext uri="{FF2B5EF4-FFF2-40B4-BE49-F238E27FC236}">
                  <a16:creationId xmlns:a16="http://schemas.microsoft.com/office/drawing/2014/main" id="{9A093AB1-2883-4487-BA43-17D9702BC3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4" name="Freeform 83">
              <a:extLst>
                <a:ext uri="{FF2B5EF4-FFF2-40B4-BE49-F238E27FC236}">
                  <a16:creationId xmlns:a16="http://schemas.microsoft.com/office/drawing/2014/main" id="{AA71B833-BA1E-4616-AB0B-5881C5F3EE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5" name="Freeform 84">
              <a:extLst>
                <a:ext uri="{FF2B5EF4-FFF2-40B4-BE49-F238E27FC236}">
                  <a16:creationId xmlns:a16="http://schemas.microsoft.com/office/drawing/2014/main" id="{E764C7B4-7F50-466F-8499-DA36A2B899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6" name="Freeform 85">
              <a:extLst>
                <a:ext uri="{FF2B5EF4-FFF2-40B4-BE49-F238E27FC236}">
                  <a16:creationId xmlns:a16="http://schemas.microsoft.com/office/drawing/2014/main" id="{092929F9-5B9E-4756-9ABB-428BAC74A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7" name="Freeform 86">
              <a:extLst>
                <a:ext uri="{FF2B5EF4-FFF2-40B4-BE49-F238E27FC236}">
                  <a16:creationId xmlns:a16="http://schemas.microsoft.com/office/drawing/2014/main" id="{8C90C5E6-79A2-4060-8EB1-737E351C3E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096" name="直接连接符 4095">
              <a:extLst>
                <a:ext uri="{FF2B5EF4-FFF2-40B4-BE49-F238E27FC236}">
                  <a16:creationId xmlns:a16="http://schemas.microsoft.com/office/drawing/2014/main" id="{B1EA0FC5-29CD-4F28-A45D-D157FD7E5B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867A0B53-8EDF-48B5-9A4E-8F1B2EE88C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459F3CA0-87B8-43D8-B691-12FB120D8E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E3DD8066-40F4-4A02-9DF1-05A162F2CA2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001A6F1F-C585-4281-828C-058AB5EDE524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493F7646-9DF0-4328-BA59-726818EBD66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557EAC11-F2A0-4C08-8F11-44BF87802B10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5D1273CE-BE25-441B-953B-C1B5966CAE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8F096A9B-1AA8-431A-BB04-8C15CF5627F3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2919DAC9-4D15-444E-AD29-DB55069F5E6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E0D349D6-48B6-4D60-8DDF-1C1342CDA205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7089C232-3C85-423F-947B-0BFA9401DF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C560641A-F420-4727-A7F7-179E3FE6374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545304FD-1796-4169-B922-A5937A78C4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73E6A0CA-67C2-42EF-8383-B14B770ED349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AF574737-39F9-4472-AE17-3BFF53B46DE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D684D3A-8C4E-4158-8772-8D8471CDA91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1E239B15-E30E-46F9-A6D0-F08CDCC35D74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4" name="Freeform 90">
              <a:extLst>
                <a:ext uri="{FF2B5EF4-FFF2-40B4-BE49-F238E27FC236}">
                  <a16:creationId xmlns:a16="http://schemas.microsoft.com/office/drawing/2014/main" id="{AF6DEBA4-934D-42E9-8FD3-EA26D0DCE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5" name="Freeform 91">
              <a:extLst>
                <a:ext uri="{FF2B5EF4-FFF2-40B4-BE49-F238E27FC236}">
                  <a16:creationId xmlns:a16="http://schemas.microsoft.com/office/drawing/2014/main" id="{D3086A1B-50B2-4CAF-9735-932CF494AE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90">
              <a:extLst>
                <a:ext uri="{FF2B5EF4-FFF2-40B4-BE49-F238E27FC236}">
                  <a16:creationId xmlns:a16="http://schemas.microsoft.com/office/drawing/2014/main" id="{C63D826E-5E90-4F6D-88F7-EA5A08B904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A1430432-40EA-4925-AA20-F60AF99BA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20D60DA0-3304-4EAA-A6B3-B1D71DBAC6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5F215D2E-5F33-46B1-BF06-9545891E7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>
              <a:extLst>
                <a:ext uri="{FF2B5EF4-FFF2-40B4-BE49-F238E27FC236}">
                  <a16:creationId xmlns:a16="http://schemas.microsoft.com/office/drawing/2014/main" id="{3999E84D-AA32-4328-8EB1-E150383BC4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>
              <a:extLst>
                <a:ext uri="{FF2B5EF4-FFF2-40B4-BE49-F238E27FC236}">
                  <a16:creationId xmlns:a16="http://schemas.microsoft.com/office/drawing/2014/main" id="{E2DF0AA1-2C0A-4E2E-99B1-A1EB47B7707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93F95DFF-692A-4154-AB5C-0BEB1715CA9F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12DE8761-93A2-4BA5-96ED-CBDB609E5AA2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>
              <a:extLst>
                <a:ext uri="{FF2B5EF4-FFF2-40B4-BE49-F238E27FC236}">
                  <a16:creationId xmlns:a16="http://schemas.microsoft.com/office/drawing/2014/main" id="{31E777D3-0C18-4121-89DC-F8148821A7C1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6" name="Freeform 106">
              <a:extLst>
                <a:ext uri="{FF2B5EF4-FFF2-40B4-BE49-F238E27FC236}">
                  <a16:creationId xmlns:a16="http://schemas.microsoft.com/office/drawing/2014/main" id="{4E1033CC-A13D-4768-92B6-DDBAE3D7D4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3403" y="4071055"/>
            <a:ext cx="2340818" cy="29627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3402" y="4533176"/>
            <a:ext cx="508759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F43A69A-C441-46B2-A04C-833C041584CC}"/>
              </a:ext>
            </a:extLst>
          </p:cNvPr>
          <p:cNvSpPr/>
          <p:nvPr userDrawn="1"/>
        </p:nvSpPr>
        <p:spPr>
          <a:xfrm>
            <a:off x="-111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457956" y="2573757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459072" y="3469107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DFAD072-98A3-4A9A-A57D-A2BBD0C400AF}"/>
              </a:ext>
            </a:extLst>
          </p:cNvPr>
          <p:cNvGrpSpPr/>
          <p:nvPr userDrawn="1"/>
        </p:nvGrpSpPr>
        <p:grpSpPr>
          <a:xfrm flipH="1">
            <a:off x="347887" y="1993644"/>
            <a:ext cx="7140148" cy="3966548"/>
            <a:chOff x="4656138" y="2437995"/>
            <a:chExt cx="6846887" cy="3803634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1FEC273-3D18-48A3-8E14-F2C2E0EA1388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5B24915-2C92-4794-B49D-726193F73647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23F1A1F-8473-4CAC-8B68-2ECBFEBF8864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E18F4E0-9855-455A-9AB4-8E45971C61FF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0A201A1-80D9-4DA8-A881-55B80110B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F3FC629-F814-44C8-848B-3A13EF052D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C71528E-8757-4884-83C1-214745F9F2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D5565D2-665C-4D02-AF53-29AFF656BF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8470F6EC-9358-4962-9498-35900AC547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55">
              <a:extLst>
                <a:ext uri="{FF2B5EF4-FFF2-40B4-BE49-F238E27FC236}">
                  <a16:creationId xmlns:a16="http://schemas.microsoft.com/office/drawing/2014/main" id="{1B8B1E90-E8E6-474C-A9F4-D613AE0CA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56">
              <a:extLst>
                <a:ext uri="{FF2B5EF4-FFF2-40B4-BE49-F238E27FC236}">
                  <a16:creationId xmlns:a16="http://schemas.microsoft.com/office/drawing/2014/main" id="{069847D9-8534-4608-A15D-B6E42ACE98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57">
              <a:extLst>
                <a:ext uri="{FF2B5EF4-FFF2-40B4-BE49-F238E27FC236}">
                  <a16:creationId xmlns:a16="http://schemas.microsoft.com/office/drawing/2014/main" id="{48EC9D43-F746-48CA-9F08-8E6CB81079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8">
              <a:extLst>
                <a:ext uri="{FF2B5EF4-FFF2-40B4-BE49-F238E27FC236}">
                  <a16:creationId xmlns:a16="http://schemas.microsoft.com/office/drawing/2014/main" id="{54203647-D14B-459B-A874-D5CE3FF3B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9">
              <a:extLst>
                <a:ext uri="{FF2B5EF4-FFF2-40B4-BE49-F238E27FC236}">
                  <a16:creationId xmlns:a16="http://schemas.microsoft.com/office/drawing/2014/main" id="{08820E61-22DB-4B15-9C62-34AE5ADA75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60">
              <a:extLst>
                <a:ext uri="{FF2B5EF4-FFF2-40B4-BE49-F238E27FC236}">
                  <a16:creationId xmlns:a16="http://schemas.microsoft.com/office/drawing/2014/main" id="{AEDA835B-253D-49A4-AD92-D38F3FD8A5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1">
              <a:extLst>
                <a:ext uri="{FF2B5EF4-FFF2-40B4-BE49-F238E27FC236}">
                  <a16:creationId xmlns:a16="http://schemas.microsoft.com/office/drawing/2014/main" id="{EAAF6E4C-9F9A-49F1-8348-DF77685638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2">
              <a:extLst>
                <a:ext uri="{FF2B5EF4-FFF2-40B4-BE49-F238E27FC236}">
                  <a16:creationId xmlns:a16="http://schemas.microsoft.com/office/drawing/2014/main" id="{0347101B-1CD1-4977-A202-28F12251D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3">
              <a:extLst>
                <a:ext uri="{FF2B5EF4-FFF2-40B4-BE49-F238E27FC236}">
                  <a16:creationId xmlns:a16="http://schemas.microsoft.com/office/drawing/2014/main" id="{A65CBAA9-9DF4-4F79-A533-CE5F4A3231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4">
              <a:extLst>
                <a:ext uri="{FF2B5EF4-FFF2-40B4-BE49-F238E27FC236}">
                  <a16:creationId xmlns:a16="http://schemas.microsoft.com/office/drawing/2014/main" id="{306AC6B0-8C0B-470D-9853-86D766DEA4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5">
              <a:extLst>
                <a:ext uri="{FF2B5EF4-FFF2-40B4-BE49-F238E27FC236}">
                  <a16:creationId xmlns:a16="http://schemas.microsoft.com/office/drawing/2014/main" id="{D8CA5445-3AAF-46BA-84D0-F11755E0E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6">
              <a:extLst>
                <a:ext uri="{FF2B5EF4-FFF2-40B4-BE49-F238E27FC236}">
                  <a16:creationId xmlns:a16="http://schemas.microsoft.com/office/drawing/2014/main" id="{6E0F6EDD-9620-4A0A-9E52-85896B6B3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7">
              <a:extLst>
                <a:ext uri="{FF2B5EF4-FFF2-40B4-BE49-F238E27FC236}">
                  <a16:creationId xmlns:a16="http://schemas.microsoft.com/office/drawing/2014/main" id="{2B23DE40-FEA9-419A-A012-944D8879A7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467CDEB9-2068-43B0-9F98-13F176B669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71">
              <a:extLst>
                <a:ext uri="{FF2B5EF4-FFF2-40B4-BE49-F238E27FC236}">
                  <a16:creationId xmlns:a16="http://schemas.microsoft.com/office/drawing/2014/main" id="{2BA56708-F51B-4820-B39A-C5A8772A9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2">
              <a:extLst>
                <a:ext uri="{FF2B5EF4-FFF2-40B4-BE49-F238E27FC236}">
                  <a16:creationId xmlns:a16="http://schemas.microsoft.com/office/drawing/2014/main" id="{3A242F8D-27D2-48B9-B89B-292D52ED31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3">
              <a:extLst>
                <a:ext uri="{FF2B5EF4-FFF2-40B4-BE49-F238E27FC236}">
                  <a16:creationId xmlns:a16="http://schemas.microsoft.com/office/drawing/2014/main" id="{2B847F8F-E746-4ABE-9736-9BBD73E82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4">
              <a:extLst>
                <a:ext uri="{FF2B5EF4-FFF2-40B4-BE49-F238E27FC236}">
                  <a16:creationId xmlns:a16="http://schemas.microsoft.com/office/drawing/2014/main" id="{F9BFC2B0-E8DC-476C-8440-1E265F6C5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5">
              <a:extLst>
                <a:ext uri="{FF2B5EF4-FFF2-40B4-BE49-F238E27FC236}">
                  <a16:creationId xmlns:a16="http://schemas.microsoft.com/office/drawing/2014/main" id="{F68124A6-7643-4752-A093-522E178E22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7479CF2F-F825-4ED9-8980-9CDC581AD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9">
              <a:extLst>
                <a:ext uri="{FF2B5EF4-FFF2-40B4-BE49-F238E27FC236}">
                  <a16:creationId xmlns:a16="http://schemas.microsoft.com/office/drawing/2014/main" id="{E2AC8F3E-E460-4D8E-A14F-DE4BCDA07A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80">
              <a:extLst>
                <a:ext uri="{FF2B5EF4-FFF2-40B4-BE49-F238E27FC236}">
                  <a16:creationId xmlns:a16="http://schemas.microsoft.com/office/drawing/2014/main" id="{877DA411-2751-44F2-A7EE-AA70CF8BCC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1">
              <a:extLst>
                <a:ext uri="{FF2B5EF4-FFF2-40B4-BE49-F238E27FC236}">
                  <a16:creationId xmlns:a16="http://schemas.microsoft.com/office/drawing/2014/main" id="{08C14B30-69E1-436F-9656-9A670ED0A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2">
              <a:extLst>
                <a:ext uri="{FF2B5EF4-FFF2-40B4-BE49-F238E27FC236}">
                  <a16:creationId xmlns:a16="http://schemas.microsoft.com/office/drawing/2014/main" id="{81AB594C-8CCA-4332-AD1F-2ABC1E9301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3">
              <a:extLst>
                <a:ext uri="{FF2B5EF4-FFF2-40B4-BE49-F238E27FC236}">
                  <a16:creationId xmlns:a16="http://schemas.microsoft.com/office/drawing/2014/main" id="{F5473C86-4E85-479B-A4DF-0AE3B70A98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4">
              <a:extLst>
                <a:ext uri="{FF2B5EF4-FFF2-40B4-BE49-F238E27FC236}">
                  <a16:creationId xmlns:a16="http://schemas.microsoft.com/office/drawing/2014/main" id="{939CD653-6F1F-4C21-B0AD-212B0C319E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5">
              <a:extLst>
                <a:ext uri="{FF2B5EF4-FFF2-40B4-BE49-F238E27FC236}">
                  <a16:creationId xmlns:a16="http://schemas.microsoft.com/office/drawing/2014/main" id="{F3EE7AF8-F12B-4F2A-ADA4-D056575153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6">
              <a:extLst>
                <a:ext uri="{FF2B5EF4-FFF2-40B4-BE49-F238E27FC236}">
                  <a16:creationId xmlns:a16="http://schemas.microsoft.com/office/drawing/2014/main" id="{40F9DFFF-4CD4-43CD-AB17-5E0589E60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A3D1317-FBA6-4CE2-896A-4E1EEC200D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0039AA1-8B60-43A6-A6DB-294AF4C0BE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C686BC3-7823-4311-971E-CED47FEC233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83AA01B2-BBA9-482C-AF61-FE5CC714358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1B26D1D-08BE-425A-97B5-DD08D3807562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34BC058-D62E-4510-8D65-416300B44AC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03276EA7-5327-40E5-8F85-64AF830B6CA1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9789196-78EC-4E5A-A04D-62DD88105C0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4B2A535-B781-4AF0-ADDC-76897951D9BB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8CECE6A-AC08-4EF9-B3FE-1D230C534BB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37CB0B0-345F-4485-8D6F-9F7A19E99ABD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066FF86-60CC-413B-A38C-5877DF3423B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418658E-3C78-4374-B2D3-E9F25A672F8D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8A1BA54-6C50-42DD-9E37-F4BE9AAC50C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DC5D5A44-A1EF-4532-8AD3-E8823B57F81E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55015E5-0B2E-46E6-A7AB-11C57440AE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C463780-6B50-492E-8198-C64C39D9399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EB51A2E-F9D5-43AA-8F4D-C0E2739FFE05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 90">
              <a:extLst>
                <a:ext uri="{FF2B5EF4-FFF2-40B4-BE49-F238E27FC236}">
                  <a16:creationId xmlns:a16="http://schemas.microsoft.com/office/drawing/2014/main" id="{AF8EE743-B501-40A3-87A8-EE389C934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91">
              <a:extLst>
                <a:ext uri="{FF2B5EF4-FFF2-40B4-BE49-F238E27FC236}">
                  <a16:creationId xmlns:a16="http://schemas.microsoft.com/office/drawing/2014/main" id="{434E1605-FC1A-45F6-A9B3-8B234DCB5A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0">
              <a:extLst>
                <a:ext uri="{FF2B5EF4-FFF2-40B4-BE49-F238E27FC236}">
                  <a16:creationId xmlns:a16="http://schemas.microsoft.com/office/drawing/2014/main" id="{8CC5DB59-0C2F-44B5-9B7F-1F2AD177C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6" name="任意多边形: 形状 65" hidden="1">
              <a:extLst>
                <a:ext uri="{FF2B5EF4-FFF2-40B4-BE49-F238E27FC236}">
                  <a16:creationId xmlns:a16="http://schemas.microsoft.com/office/drawing/2014/main" id="{CA81584A-65BF-4DB2-BCDC-906ECBF8F7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hidden="1">
              <a:extLst>
                <a:ext uri="{FF2B5EF4-FFF2-40B4-BE49-F238E27FC236}">
                  <a16:creationId xmlns:a16="http://schemas.microsoft.com/office/drawing/2014/main" id="{79F8DF02-08D3-40AF-8A42-A376AB444B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hidden="1">
              <a:extLst>
                <a:ext uri="{FF2B5EF4-FFF2-40B4-BE49-F238E27FC236}">
                  <a16:creationId xmlns:a16="http://schemas.microsoft.com/office/drawing/2014/main" id="{2E910DF9-4B42-45E0-8930-43DB730251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hidden="1">
              <a:extLst>
                <a:ext uri="{FF2B5EF4-FFF2-40B4-BE49-F238E27FC236}">
                  <a16:creationId xmlns:a16="http://schemas.microsoft.com/office/drawing/2014/main" id="{5EC3441C-AA60-434F-89C7-FAE737B82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hidden="1">
              <a:extLst>
                <a:ext uri="{FF2B5EF4-FFF2-40B4-BE49-F238E27FC236}">
                  <a16:creationId xmlns:a16="http://schemas.microsoft.com/office/drawing/2014/main" id="{E5982589-29D3-4142-AE6E-E82171962760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hidden="1">
              <a:extLst>
                <a:ext uri="{FF2B5EF4-FFF2-40B4-BE49-F238E27FC236}">
                  <a16:creationId xmlns:a16="http://schemas.microsoft.com/office/drawing/2014/main" id="{06FDC9FE-130B-4BB1-B7E7-2875335138B5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hidden="1">
              <a:extLst>
                <a:ext uri="{FF2B5EF4-FFF2-40B4-BE49-F238E27FC236}">
                  <a16:creationId xmlns:a16="http://schemas.microsoft.com/office/drawing/2014/main" id="{D0408D99-7102-4AE9-903E-0A3463396D8E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hidden="1">
              <a:extLst>
                <a:ext uri="{FF2B5EF4-FFF2-40B4-BE49-F238E27FC236}">
                  <a16:creationId xmlns:a16="http://schemas.microsoft.com/office/drawing/2014/main" id="{AEB11552-24CE-450D-BC4B-BD0B224E7CD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Freeform 106">
              <a:extLst>
                <a:ext uri="{FF2B5EF4-FFF2-40B4-BE49-F238E27FC236}">
                  <a16:creationId xmlns:a16="http://schemas.microsoft.com/office/drawing/2014/main" id="{802652E2-13D5-4D4D-A1C1-D4A24DA696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2025/10/27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>
            <a:extLst>
              <a:ext uri="{FF2B5EF4-FFF2-40B4-BE49-F238E27FC236}">
                <a16:creationId xmlns:a16="http://schemas.microsoft.com/office/drawing/2014/main" id="{818B7027-5C92-45CB-BBAA-AB7DCDF6E2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405683" y="1846467"/>
            <a:ext cx="5079462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405683" y="4152703"/>
            <a:ext cx="507946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5685" y="3856432"/>
            <a:ext cx="5079462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3383A2F-1BBF-442C-B637-EC75AFBB314F}"/>
              </a:ext>
            </a:extLst>
          </p:cNvPr>
          <p:cNvGrpSpPr/>
          <p:nvPr userDrawn="1"/>
        </p:nvGrpSpPr>
        <p:grpSpPr>
          <a:xfrm flipH="1">
            <a:off x="140435" y="835838"/>
            <a:ext cx="9680127" cy="5377577"/>
            <a:chOff x="4656138" y="2437995"/>
            <a:chExt cx="6846887" cy="3803634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C554A3D-024E-478A-AA3F-7C9AC070E6DE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CC78CBC-9FE1-4BEC-900F-4C15400789B4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2C2BE32-0DCF-4892-BE44-3D28A9D09EA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EE4A866-47D1-4299-A8BC-68ECE5F053D6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68F80A6-5641-486A-AF6D-506CE3D7EC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C823025-CC4D-448B-B923-ED6EE7BAFF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DA1449B-9DF5-422D-8D4F-8ECFC57F0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0B2BFE2-CBF3-401C-AE0A-ABD3A26EA6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27BD26F7-83BE-43A6-ADDF-5050C8D1A5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5">
              <a:extLst>
                <a:ext uri="{FF2B5EF4-FFF2-40B4-BE49-F238E27FC236}">
                  <a16:creationId xmlns:a16="http://schemas.microsoft.com/office/drawing/2014/main" id="{6E07EA3C-1B70-4FDE-B7A1-5C2C57B1F9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6">
              <a:extLst>
                <a:ext uri="{FF2B5EF4-FFF2-40B4-BE49-F238E27FC236}">
                  <a16:creationId xmlns:a16="http://schemas.microsoft.com/office/drawing/2014/main" id="{36A0F9D0-6FD0-4967-B8F9-B088C32BD0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7">
              <a:extLst>
                <a:ext uri="{FF2B5EF4-FFF2-40B4-BE49-F238E27FC236}">
                  <a16:creationId xmlns:a16="http://schemas.microsoft.com/office/drawing/2014/main" id="{9CE429ED-D423-4FF2-8997-F925A4EE3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8">
              <a:extLst>
                <a:ext uri="{FF2B5EF4-FFF2-40B4-BE49-F238E27FC236}">
                  <a16:creationId xmlns:a16="http://schemas.microsoft.com/office/drawing/2014/main" id="{3AD1FA30-1A5F-45B7-8F47-0495666ED6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9">
              <a:extLst>
                <a:ext uri="{FF2B5EF4-FFF2-40B4-BE49-F238E27FC236}">
                  <a16:creationId xmlns:a16="http://schemas.microsoft.com/office/drawing/2014/main" id="{5AF43635-36A7-45F9-A4B6-9FC4A78501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0">
              <a:extLst>
                <a:ext uri="{FF2B5EF4-FFF2-40B4-BE49-F238E27FC236}">
                  <a16:creationId xmlns:a16="http://schemas.microsoft.com/office/drawing/2014/main" id="{2C941137-2484-49B8-AF1F-1BDF791815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1">
              <a:extLst>
                <a:ext uri="{FF2B5EF4-FFF2-40B4-BE49-F238E27FC236}">
                  <a16:creationId xmlns:a16="http://schemas.microsoft.com/office/drawing/2014/main" id="{4035D36C-9987-492B-8D32-29DACD2F0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2">
              <a:extLst>
                <a:ext uri="{FF2B5EF4-FFF2-40B4-BE49-F238E27FC236}">
                  <a16:creationId xmlns:a16="http://schemas.microsoft.com/office/drawing/2014/main" id="{3B4E7CED-FE5C-49BE-9362-C2587E4A9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3">
              <a:extLst>
                <a:ext uri="{FF2B5EF4-FFF2-40B4-BE49-F238E27FC236}">
                  <a16:creationId xmlns:a16="http://schemas.microsoft.com/office/drawing/2014/main" id="{531F4641-AD0A-4223-9658-0A902DDBCE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4">
              <a:extLst>
                <a:ext uri="{FF2B5EF4-FFF2-40B4-BE49-F238E27FC236}">
                  <a16:creationId xmlns:a16="http://schemas.microsoft.com/office/drawing/2014/main" id="{05E0E6C8-D006-42F6-8C42-980DEB3AC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5">
              <a:extLst>
                <a:ext uri="{FF2B5EF4-FFF2-40B4-BE49-F238E27FC236}">
                  <a16:creationId xmlns:a16="http://schemas.microsoft.com/office/drawing/2014/main" id="{E0F525E9-9A56-4973-AFFE-546EA91421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6">
              <a:extLst>
                <a:ext uri="{FF2B5EF4-FFF2-40B4-BE49-F238E27FC236}">
                  <a16:creationId xmlns:a16="http://schemas.microsoft.com/office/drawing/2014/main" id="{BEAE6FF4-C501-4C1E-BE5C-FD002C7403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7">
              <a:extLst>
                <a:ext uri="{FF2B5EF4-FFF2-40B4-BE49-F238E27FC236}">
                  <a16:creationId xmlns:a16="http://schemas.microsoft.com/office/drawing/2014/main" id="{220CDB65-2265-4F3C-900F-82CA48E66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8">
              <a:extLst>
                <a:ext uri="{FF2B5EF4-FFF2-40B4-BE49-F238E27FC236}">
                  <a16:creationId xmlns:a16="http://schemas.microsoft.com/office/drawing/2014/main" id="{ECAD736F-A86C-4A0E-9501-9B69D6915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98532914-5A4F-4DDE-A3CD-6827FFEBCA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A7BDCC71-1F86-4B47-B459-2477B26D26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3">
              <a:extLst>
                <a:ext uri="{FF2B5EF4-FFF2-40B4-BE49-F238E27FC236}">
                  <a16:creationId xmlns:a16="http://schemas.microsoft.com/office/drawing/2014/main" id="{8EDB264D-3D4F-4F98-A42E-3355C4154F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33638A6C-CE95-4C7E-B7B4-8FC32CD0D2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C23CA099-DAC1-432C-8C4E-11E19A22FD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7">
              <a:extLst>
                <a:ext uri="{FF2B5EF4-FFF2-40B4-BE49-F238E27FC236}">
                  <a16:creationId xmlns:a16="http://schemas.microsoft.com/office/drawing/2014/main" id="{07FA81A5-EEEB-44AB-9090-766B35EE42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40C15D7D-C48E-4DE3-B760-B9144BDAA1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6779B2B1-D922-4492-BD11-EBA2348D0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8DC4648F-D8C5-4ED1-87D1-6178D01C9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2">
              <a:extLst>
                <a:ext uri="{FF2B5EF4-FFF2-40B4-BE49-F238E27FC236}">
                  <a16:creationId xmlns:a16="http://schemas.microsoft.com/office/drawing/2014/main" id="{DAAB9D96-B8A7-4454-9A5F-02E1F41C26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3">
              <a:extLst>
                <a:ext uri="{FF2B5EF4-FFF2-40B4-BE49-F238E27FC236}">
                  <a16:creationId xmlns:a16="http://schemas.microsoft.com/office/drawing/2014/main" id="{1B036E91-4C69-4222-A490-26DAD84EB3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B1B66889-09F0-4432-A227-802D35A64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5">
              <a:extLst>
                <a:ext uri="{FF2B5EF4-FFF2-40B4-BE49-F238E27FC236}">
                  <a16:creationId xmlns:a16="http://schemas.microsoft.com/office/drawing/2014/main" id="{2F47A813-4EED-4E9B-B0F3-284D629F43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86">
              <a:extLst>
                <a:ext uri="{FF2B5EF4-FFF2-40B4-BE49-F238E27FC236}">
                  <a16:creationId xmlns:a16="http://schemas.microsoft.com/office/drawing/2014/main" id="{C6845FB4-EB66-4A79-B099-375E8788F0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F1A2538-5051-469B-8640-A4CD17CE4F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BC8B80E-FE5E-4E19-85A2-95C8DD2CB0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2B74C08-DAB2-4B60-BE63-31B1EF58C77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E0CA069-C0B0-4E7A-B11B-4ACD2B3E055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535D6E5-49D9-45E0-A8B6-B2D1231A1859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16616A3-795D-402D-BC50-063C43F0436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BFB945A-9C54-49A8-93AD-3E9D6BB6536C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FCF84FC-3336-420C-9745-AFFA473676B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993B824-2430-4010-8ADC-F1F4A4D36729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2BC9A81-D7DF-4CAF-8B08-A6DE7D5ACCB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868605B-D722-4164-B21F-08BFE13E61E2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EA79255-9C71-432C-B4D0-195CB612AB0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130C72F6-B790-4963-829E-CC6199EAA06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C4643EB-2B36-4F72-BC7D-553950FDE15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BA2B3455-F5C8-4779-912D-30053B105227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7D7C74C-5DD7-4AF7-99FD-900C366926D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6428A0B-65F9-46F4-9E1C-ABB7B30059F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48627E4-D75D-4A0C-88BB-46A1C4837B9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reeform 90">
              <a:extLst>
                <a:ext uri="{FF2B5EF4-FFF2-40B4-BE49-F238E27FC236}">
                  <a16:creationId xmlns:a16="http://schemas.microsoft.com/office/drawing/2014/main" id="{40F9FBC8-FE03-45D5-BD33-637B1B60C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1">
              <a:extLst>
                <a:ext uri="{FF2B5EF4-FFF2-40B4-BE49-F238E27FC236}">
                  <a16:creationId xmlns:a16="http://schemas.microsoft.com/office/drawing/2014/main" id="{4AD0337E-0914-4CCE-BFFF-D0311277AC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911FC156-5CDB-4E0E-92E9-AD223BC37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5CB8E1C3-E366-4D22-9AF9-FBB35170BB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20E11BDB-3C31-439E-9DDB-16AA665E4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F7AE4EF4-FD61-4FC6-8585-EC7A430BAE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95F02460-F328-4C7B-811F-E3D7D6C35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044DA748-443B-4276-8AB5-330D73460CE3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8E6C05D2-B2A6-4C87-B0F6-6FB68429918C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69418B36-BBFD-4077-8C67-A8378FA40868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EF0C0E3C-2AFE-47E6-B968-7228E9662A2B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5" name="Freeform 106">
              <a:extLst>
                <a:ext uri="{FF2B5EF4-FFF2-40B4-BE49-F238E27FC236}">
                  <a16:creationId xmlns:a16="http://schemas.microsoft.com/office/drawing/2014/main" id="{CCBE267B-8FF3-4D30-9A4A-1C1BC6BBD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alphaModFix amt="31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2025/10/27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6" y="3205343"/>
            <a:ext cx="6950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42E6E0"/>
                </a:solidFill>
              </a:rPr>
              <a:t>开发</a:t>
            </a:r>
            <a:r>
              <a:rPr lang="zh-CN" altLang="en-US" sz="2800" b="1" dirty="0">
                <a:solidFill>
                  <a:srgbClr val="42E6E0"/>
                </a:solidFill>
              </a:rPr>
              <a:t>环境使用与</a:t>
            </a:r>
            <a:r>
              <a:rPr lang="en-US" altLang="en-US" sz="2800" b="1" dirty="0">
                <a:solidFill>
                  <a:srgbClr val="42E6E0"/>
                </a:solidFill>
              </a:rPr>
              <a:t>GPIO</a:t>
            </a:r>
            <a:r>
              <a:rPr lang="zh-CN" altLang="en-US" sz="2800" b="1" dirty="0" smtClean="0">
                <a:solidFill>
                  <a:srgbClr val="42E6E0"/>
                </a:solidFill>
              </a:rPr>
              <a:t>操作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26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74942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关键技能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6603" y="1722477"/>
            <a:ext cx="26121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学生要学会识电路图、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的控制方法</a:t>
            </a:r>
          </a:p>
        </p:txBody>
      </p:sp>
      <p:sp>
        <p:nvSpPr>
          <p:cNvPr id="6" name="矩形 5"/>
          <p:cNvSpPr/>
          <p:nvPr/>
        </p:nvSpPr>
        <p:spPr>
          <a:xfrm>
            <a:off x="627797" y="424895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板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实物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6E7C4C-B0DC-42E5-AE04-6A6935D3E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248" y="974942"/>
            <a:ext cx="7605488" cy="569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0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74942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关键技能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6603" y="1722477"/>
            <a:ext cx="26121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学生要学会识电路图、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的控制方法</a:t>
            </a:r>
          </a:p>
        </p:txBody>
      </p:sp>
      <p:sp>
        <p:nvSpPr>
          <p:cNvPr id="6" name="矩形 5"/>
          <p:cNvSpPr/>
          <p:nvPr/>
        </p:nvSpPr>
        <p:spPr>
          <a:xfrm>
            <a:off x="627797" y="424895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板电路图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1-核心板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12" y="974941"/>
            <a:ext cx="8239988" cy="571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6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74942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关键技能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6603" y="1722477"/>
            <a:ext cx="26121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学生要学会识电路图、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的控制方法</a:t>
            </a:r>
          </a:p>
        </p:txBody>
      </p:sp>
      <p:sp>
        <p:nvSpPr>
          <p:cNvPr id="6" name="矩形 5"/>
          <p:cNvSpPr/>
          <p:nvPr/>
        </p:nvSpPr>
        <p:spPr>
          <a:xfrm>
            <a:off x="299981" y="4248952"/>
            <a:ext cx="2994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与开关实物图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 descr="4-LED与开关编码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71247" y="882014"/>
            <a:ext cx="8205699" cy="56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74942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关键技能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6603" y="1722477"/>
            <a:ext cx="26121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学生要学会识电路图、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的控制方法</a:t>
            </a:r>
          </a:p>
        </p:txBody>
      </p:sp>
      <p:sp>
        <p:nvSpPr>
          <p:cNvPr id="6" name="矩形 5"/>
          <p:cNvSpPr/>
          <p:nvPr/>
        </p:nvSpPr>
        <p:spPr>
          <a:xfrm>
            <a:off x="299980" y="4248952"/>
            <a:ext cx="2994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与开关电路图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94711" y="974941"/>
            <a:ext cx="8216932" cy="5580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2072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74942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GPIO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口的控制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7797" y="1722477"/>
            <a:ext cx="113410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400" b="1" dirty="0">
                <a:solidFill>
                  <a:srgbClr val="1F38E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由于本实验装置用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芯的排线连接端口，所以高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位和低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位的对应关系不是任意的，输入输出也不是任意的。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400" b="1" dirty="0">
                <a:solidFill>
                  <a:srgbClr val="1F38E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比如，将核心版的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口连接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板的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接口，将核心板的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口连接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板的开关接口，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则根据电路图可知：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，它为输出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位接按键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k1…k8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，它为输入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位接开关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SW1…SW8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，它为输入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974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810CCB-597D-4870-B327-AA2B91974C1F}"/>
              </a:ext>
            </a:extLst>
          </p:cNvPr>
          <p:cNvSpPr txBox="1"/>
          <p:nvPr/>
        </p:nvSpPr>
        <p:spPr>
          <a:xfrm>
            <a:off x="627797" y="974942"/>
            <a:ext cx="304345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GPIO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口的控制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7" y="1722477"/>
            <a:ext cx="110634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endParaRPr lang="en-US" altLang="zh-CN" sz="2400" b="1" dirty="0">
              <a:solidFill>
                <a:srgbClr val="1F38E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要用到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，首先要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GPIOD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，用两条语句：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RCC-&gt;APB2ENR|=1&lt;&lt;6;   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	   	 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RCC-&gt;APB2ENR|=1&lt;&lt;5;   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1F38E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下面具体分析这两条语句，同学们要学会方法，举一反三</a:t>
            </a: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1F38E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24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4510" y="889720"/>
            <a:ext cx="113083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首先</a:t>
            </a:r>
            <a:r>
              <a:rPr lang="zh-CN" altLang="en-US" sz="2400" dirty="0">
                <a:latin typeface="+mn-ea"/>
              </a:rPr>
              <a:t>要看</a:t>
            </a:r>
            <a:r>
              <a:rPr lang="en-US" altLang="zh-CN" sz="2400" dirty="0">
                <a:latin typeface="+mn-ea"/>
              </a:rPr>
              <a:t>RCC-&gt;APB2ENR </a:t>
            </a:r>
            <a:r>
              <a:rPr lang="zh-CN" altLang="en-US" sz="2400" dirty="0">
                <a:latin typeface="+mn-ea"/>
              </a:rPr>
              <a:t>寄存器地址和各位的</a:t>
            </a:r>
            <a:r>
              <a:rPr lang="zh-CN" altLang="en-US" sz="2400" dirty="0" smtClean="0">
                <a:latin typeface="+mn-ea"/>
              </a:rPr>
              <a:t>功能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sz="2400" b="1" dirty="0">
              <a:solidFill>
                <a:srgbClr val="1F38EF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RCC</a:t>
            </a:r>
            <a:r>
              <a:rPr lang="zh-CN" altLang="en-US" sz="2400" dirty="0">
                <a:latin typeface="+mn-ea"/>
              </a:rPr>
              <a:t>为时钟的选择、复位、分频等功能寄存器总称，基地址为  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0x40021000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APB2ENR </a:t>
            </a:r>
            <a:r>
              <a:rPr lang="zh-CN" altLang="en-US" sz="2400" dirty="0">
                <a:latin typeface="+mn-ea"/>
              </a:rPr>
              <a:t>为</a:t>
            </a:r>
            <a:r>
              <a:rPr lang="en-US" altLang="zh-CN" sz="2400" dirty="0">
                <a:latin typeface="+mn-ea"/>
              </a:rPr>
              <a:t>RCC</a:t>
            </a:r>
            <a:r>
              <a:rPr lang="zh-CN" altLang="en-US" sz="2400" dirty="0">
                <a:latin typeface="+mn-ea"/>
              </a:rPr>
              <a:t>的系列寄存器之一，为</a:t>
            </a:r>
            <a:r>
              <a:rPr lang="en-US" altLang="en-US" sz="2400" b="1" dirty="0">
                <a:solidFill>
                  <a:srgbClr val="C00000"/>
                </a:solidFill>
                <a:latin typeface="+mn-ea"/>
              </a:rPr>
              <a:t>APB2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外设的时钟使能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寄存器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423E917-183F-472F-8D63-05FE4E6F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11" y="2967805"/>
            <a:ext cx="10802203" cy="347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2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6" y="1105468"/>
            <a:ext cx="101817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要理解例程工程中的一些定义，在以后编程中将会沿用</a:t>
            </a:r>
          </a:p>
        </p:txBody>
      </p:sp>
      <p:sp>
        <p:nvSpPr>
          <p:cNvPr id="9" name="矩形 8"/>
          <p:cNvSpPr/>
          <p:nvPr/>
        </p:nvSpPr>
        <p:spPr>
          <a:xfrm>
            <a:off x="2318642" y="1627650"/>
            <a:ext cx="602525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stm32f10x_map.h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文件中已定义：</a:t>
            </a:r>
          </a:p>
          <a:p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typedef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struct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CR;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CFGR;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CIR;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APB2RSTR;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APB1RSTR;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AHBENR;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APB2ENR;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APB1ENR;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BDCR;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vu32 CSR;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RCC_TypeDef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999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6" y="1105468"/>
            <a:ext cx="101817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要理解例程工程中的一些定义，在以后编程中将会沿用</a:t>
            </a:r>
          </a:p>
        </p:txBody>
      </p:sp>
      <p:sp>
        <p:nvSpPr>
          <p:cNvPr id="7" name="矩形 6"/>
          <p:cNvSpPr/>
          <p:nvPr/>
        </p:nvSpPr>
        <p:spPr>
          <a:xfrm>
            <a:off x="1115616" y="1755383"/>
            <a:ext cx="5863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stm32f10x_map.h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文件中已定义：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115616" y="2490516"/>
            <a:ext cx="7386044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#define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PERIPH_BASE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((u32)0x40000000)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#define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AHBPERIPH_BASE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(PERIPH_BASE + 0x20000)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#define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RCC_BASE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(AHBPERIPH_BASE + 0x1000)</a:t>
            </a:r>
          </a:p>
          <a:p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#define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RCC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((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RCC_TypeDef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*)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RCC_BASE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616" y="4263479"/>
            <a:ext cx="64841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在需要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的地方，编程用户使用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下面命令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1" name="矩形 10"/>
          <p:cNvSpPr/>
          <p:nvPr/>
        </p:nvSpPr>
        <p:spPr>
          <a:xfrm>
            <a:off x="1115616" y="4737338"/>
            <a:ext cx="61926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RCC-&gt;APB2ENR|=1&lt;&lt;6;   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RCC-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&gt;APB2ENR|=1&lt;&lt;5;   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78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34119" y="1138901"/>
            <a:ext cx="7500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根据同样方法，编写下面程序</a:t>
            </a:r>
          </a:p>
        </p:txBody>
      </p:sp>
      <p:sp>
        <p:nvSpPr>
          <p:cNvPr id="12" name="矩形 11"/>
          <p:cNvSpPr/>
          <p:nvPr/>
        </p:nvSpPr>
        <p:spPr>
          <a:xfrm>
            <a:off x="755576" y="1988840"/>
            <a:ext cx="110173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GPIOE-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&gt;CRH&amp;=0X00000000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//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口的高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位清掉原来的设置，同时不影响其它位设置。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GPIOE-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&gt;CRH|=0X33333333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高八位推挽输出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GPIOD-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&gt;CRL&amp;=0X00000000;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GPIOD-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&gt;CRL|=0X44444444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位输入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712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7797" y="874635"/>
            <a:ext cx="7500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00174"/>
            <a:ext cx="9186886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333200"/>
            <a:ext cx="9186886" cy="201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4072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7797" y="874635"/>
            <a:ext cx="7500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5833" y="1105467"/>
            <a:ext cx="6519366" cy="5183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1986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6" y="905413"/>
            <a:ext cx="100910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要将从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位输入信息，从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口的高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位输出，如何实现？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7796" y="1300502"/>
            <a:ext cx="75009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       u8  </a:t>
            </a: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j;</a:t>
            </a:r>
          </a:p>
          <a:p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	j=GPIOD-&gt;IDR&amp;0xFF; </a:t>
            </a:r>
          </a:p>
          <a:p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	GPIOE-&gt;ODR=(j&lt;&lt;8);</a:t>
            </a:r>
            <a:endParaRPr lang="zh-CN" altLang="en-US" sz="20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384248"/>
            <a:ext cx="9389557" cy="2056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4509092"/>
            <a:ext cx="9389557" cy="2235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5704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6" y="905413"/>
            <a:ext cx="10091003" cy="97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：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灯的循环显示</a:t>
            </a:r>
            <a:r>
              <a:rPr lang="zh-CN" altLang="en-US" sz="2400" dirty="0" smtClean="0">
                <a:latin typeface="+mn-ea"/>
              </a:rPr>
              <a:t>控制，用</a:t>
            </a: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口高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位连接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灯，编程使灯从左到右再从右到左循环点亮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latin typeface="+mn-ea"/>
              </a:rPr>
              <a:t>再重复进行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7796" y="2378613"/>
            <a:ext cx="11564204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思路：</a:t>
            </a:r>
            <a:endParaRPr lang="en-US" altLang="zh-CN" sz="2400" b="1" dirty="0" smtClean="0">
              <a:solidFill>
                <a:srgbClr val="C00000"/>
              </a:solidFill>
              <a:latin typeface="+mn-ea"/>
            </a:endParaRPr>
          </a:p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 smtClean="0">
                <a:latin typeface="+mn-ea"/>
              </a:rPr>
              <a:t>初始化：</a:t>
            </a:r>
            <a:endParaRPr lang="en-US" altLang="zh-CN" sz="2400" dirty="0" smtClean="0">
              <a:latin typeface="+mn-ea"/>
            </a:endParaRPr>
          </a:p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 smtClean="0">
                <a:latin typeface="+mn-ea"/>
              </a:rPr>
              <a:t>（</a:t>
            </a: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）</a:t>
            </a:r>
            <a:r>
              <a:rPr lang="en-US" altLang="zh-CN" sz="2400" dirty="0" smtClean="0">
                <a:latin typeface="+mn-ea"/>
              </a:rPr>
              <a:t>E</a:t>
            </a:r>
            <a:r>
              <a:rPr lang="zh-CN" altLang="en-US" sz="2400" dirty="0" smtClean="0">
                <a:latin typeface="+mn-ea"/>
              </a:rPr>
              <a:t>口时钟使能</a:t>
            </a:r>
            <a:endParaRPr lang="en-US" altLang="zh-CN" sz="2400" dirty="0" smtClean="0">
              <a:latin typeface="+mn-ea"/>
            </a:endParaRPr>
          </a:p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 smtClean="0">
                <a:latin typeface="+mn-ea"/>
              </a:rPr>
              <a:t>（</a:t>
            </a: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）</a:t>
            </a:r>
            <a:r>
              <a:rPr lang="en-US" altLang="zh-CN" sz="2400" dirty="0" smtClean="0">
                <a:latin typeface="+mn-ea"/>
              </a:rPr>
              <a:t>E</a:t>
            </a:r>
            <a:r>
              <a:rPr lang="zh-CN" altLang="en-US" sz="2400" dirty="0" smtClean="0">
                <a:latin typeface="+mn-ea"/>
              </a:rPr>
              <a:t>口高</a:t>
            </a:r>
            <a:r>
              <a:rPr lang="en-US" altLang="zh-CN" sz="2400" dirty="0" smtClean="0">
                <a:latin typeface="+mn-ea"/>
              </a:rPr>
              <a:t>8</a:t>
            </a:r>
            <a:r>
              <a:rPr lang="zh-CN" altLang="en-US" sz="2400" dirty="0" smtClean="0">
                <a:latin typeface="+mn-ea"/>
              </a:rPr>
              <a:t>位推挽输出，模式</a:t>
            </a:r>
            <a:r>
              <a:rPr lang="en-US" altLang="zh-CN" sz="2400" dirty="0" smtClean="0">
                <a:latin typeface="+mn-ea"/>
              </a:rPr>
              <a:t>3</a:t>
            </a:r>
          </a:p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 smtClean="0">
                <a:latin typeface="+mn-ea"/>
              </a:rPr>
              <a:t>循环执行：</a:t>
            </a:r>
            <a:endParaRPr lang="en-US" altLang="zh-CN" sz="2400" dirty="0" smtClean="0">
              <a:latin typeface="+mn-ea"/>
            </a:endParaRPr>
          </a:p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 smtClean="0">
                <a:latin typeface="+mn-ea"/>
              </a:rPr>
              <a:t>从左到右：</a:t>
            </a:r>
            <a:r>
              <a:rPr lang="en-US" altLang="zh-CN" sz="2400" dirty="0" smtClean="0">
                <a:latin typeface="+mn-ea"/>
              </a:rPr>
              <a:t>E</a:t>
            </a:r>
            <a:r>
              <a:rPr lang="zh-CN" altLang="en-US" sz="2400" dirty="0" smtClean="0">
                <a:latin typeface="+mn-ea"/>
              </a:rPr>
              <a:t>口高</a:t>
            </a:r>
            <a:r>
              <a:rPr lang="en-US" altLang="zh-CN" sz="2400" dirty="0" smtClean="0">
                <a:latin typeface="+mn-ea"/>
              </a:rPr>
              <a:t>8</a:t>
            </a:r>
            <a:r>
              <a:rPr lang="zh-CN" altLang="en-US" sz="2400" dirty="0" smtClean="0">
                <a:latin typeface="+mn-ea"/>
              </a:rPr>
              <a:t>位输出</a:t>
            </a:r>
            <a:r>
              <a:rPr lang="en-US" altLang="zh-CN" sz="2400" dirty="0" smtClean="0">
                <a:latin typeface="+mn-ea"/>
              </a:rPr>
              <a:t>FEH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FDH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FBH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F7H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EFH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DFH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BFH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7FH</a:t>
            </a:r>
          </a:p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 smtClean="0">
                <a:latin typeface="+mn-ea"/>
              </a:rPr>
              <a:t>从右到左：</a:t>
            </a: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口高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位</a:t>
            </a:r>
            <a:r>
              <a:rPr lang="zh-CN" altLang="en-US" sz="2400" dirty="0" smtClean="0">
                <a:latin typeface="+mn-ea"/>
              </a:rPr>
              <a:t>输出</a:t>
            </a:r>
            <a:r>
              <a:rPr lang="en-US" altLang="zh-CN" sz="2400" dirty="0" smtClean="0">
                <a:latin typeface="+mn-ea"/>
              </a:rPr>
              <a:t>7FH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BFH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DFH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EFH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F7H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FBH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FDH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FEH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9" name="图片 8" descr="4-LED与开关编码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91175" y="1702618"/>
            <a:ext cx="5196249" cy="36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2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6" y="905413"/>
            <a:ext cx="10091003" cy="97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：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灯的循环显示</a:t>
            </a:r>
            <a:r>
              <a:rPr lang="zh-CN" altLang="en-US" sz="2400" dirty="0" smtClean="0">
                <a:latin typeface="+mn-ea"/>
              </a:rPr>
              <a:t>控制，用</a:t>
            </a: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口高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位连接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灯，编程使灯从左到右再从右到左循环点亮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latin typeface="+mn-ea"/>
              </a:rPr>
              <a:t>再重复进行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54605" y="2324515"/>
            <a:ext cx="7500990" cy="3131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main(void)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	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	u8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j,i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			  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Stm32_Clock_Init(9); 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系统时钟设置</a:t>
            </a: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delay_init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(72);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延时初始化</a:t>
            </a: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LED_Init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	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连接的硬件接口</a:t>
            </a: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472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6" y="905413"/>
            <a:ext cx="10091003" cy="97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：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灯的循环显示</a:t>
            </a:r>
            <a:r>
              <a:rPr lang="zh-CN" altLang="en-US" sz="2400" dirty="0" smtClean="0">
                <a:latin typeface="+mn-ea"/>
              </a:rPr>
              <a:t>控制，用</a:t>
            </a: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口高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位连接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灯，编程使灯从左到右再从右到左循环点亮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latin typeface="+mn-ea"/>
              </a:rPr>
              <a:t>再重复进行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45951" y="2033671"/>
            <a:ext cx="1080578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while(1)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{	j=0xfe;	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低电平点亮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for(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=0;i&lt;8;i++) 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{	GPIOE-&gt;ODR=j&lt;&lt;8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PE8~PE15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			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delay_ms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(600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j=(j&lt;&lt;=1)+1;	 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左移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	j=0x7F;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	for(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=0;i&lt;8;i++)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{	GPIOE-&gt;ODR=j&lt;&lt;8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PE8~PE15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			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delay_ms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(600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j=(j&gt;&gt;=1)+0x80;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}	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094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0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solidFill>
                  <a:schemeClr val="bg1"/>
                </a:solidFill>
                <a:cs typeface="+mn-ea"/>
              </a:rPr>
              <a:t>开发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环境使用与</a:t>
            </a:r>
            <a:r>
              <a:rPr lang="en-US" altLang="en-US" sz="2800" b="1" dirty="0">
                <a:solidFill>
                  <a:schemeClr val="bg1"/>
                </a:solidFill>
                <a:cs typeface="+mn-ea"/>
              </a:rPr>
              <a:t>GPIO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</a:rPr>
              <a:t>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7796" y="905413"/>
            <a:ext cx="10091003" cy="97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：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灯的循环显示</a:t>
            </a:r>
            <a:r>
              <a:rPr lang="zh-CN" altLang="en-US" sz="2400" dirty="0" smtClean="0">
                <a:latin typeface="+mn-ea"/>
              </a:rPr>
              <a:t>控制，用</a:t>
            </a: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口高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位连接</a:t>
            </a:r>
            <a:r>
              <a:rPr lang="en-US" altLang="zh-CN" sz="2400" dirty="0">
                <a:latin typeface="+mn-ea"/>
              </a:rPr>
              <a:t>LED</a:t>
            </a:r>
            <a:r>
              <a:rPr lang="zh-CN" altLang="en-US" sz="2400" dirty="0">
                <a:latin typeface="+mn-ea"/>
              </a:rPr>
              <a:t>灯，编程使灯从左到右再从右到左循环点亮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latin typeface="+mn-ea"/>
              </a:rPr>
              <a:t>再重复进行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2975" y="2548488"/>
            <a:ext cx="1045635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LED_Init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(void)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	   	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RCC-&gt;APB2ENR|=1&lt;&lt;6;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	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							  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GPIOE-&gt;CRH&amp;=0X00000000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	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清掉原来的设置，同时不影响其它位设置。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GPIOE-&gt;CRH|=0X33333333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	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高八位推挽输出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GPIOE-&gt;ODR&amp;=0x00ff;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//PE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高八位输出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GPIOE-&gt;ODR|=0xaa00;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高八位输出间隔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774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048331" y="2739847"/>
            <a:ext cx="5079462" cy="1621509"/>
          </a:xfrm>
        </p:spPr>
        <p:txBody>
          <a:bodyPr/>
          <a:lstStyle/>
          <a:p>
            <a:r>
              <a:rPr lang="en-US" altLang="zh-CN" sz="4400" dirty="0">
                <a:latin typeface="+mn-lt"/>
                <a:ea typeface="+mn-ea"/>
                <a:cs typeface="+mn-ea"/>
                <a:sym typeface="+mn-lt"/>
              </a:rPr>
              <a:t>Thanks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dirty="0">
                <a:latin typeface="+mn-lt"/>
                <a:ea typeface="+mn-ea"/>
                <a:cs typeface="+mn-ea"/>
                <a:sym typeface="+mn-lt"/>
              </a:rPr>
            </a:b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294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3d09a1d7-7c63-43a4-b3ee-df21fa2c8d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70C5A"/>
      </a:accent1>
      <a:accent2>
        <a:srgbClr val="4F5DCB"/>
      </a:accent2>
      <a:accent3>
        <a:srgbClr val="265989"/>
      </a:accent3>
      <a:accent4>
        <a:srgbClr val="41E7DF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gs4a4zn3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720</TotalTime>
  <Words>1236</Words>
  <Application>Microsoft Office PowerPoint</Application>
  <PresentationFormat>宽屏</PresentationFormat>
  <Paragraphs>128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楷体_GB2312</vt:lpstr>
      <vt:lpstr>宋体</vt:lpstr>
      <vt:lpstr>Microsoft YaHei</vt:lpstr>
      <vt:lpstr>Microsoft YaHei</vt:lpstr>
      <vt:lpstr>Arial</vt:lpstr>
      <vt:lpstr>Calibri</vt:lpstr>
      <vt:lpstr>主题5</vt:lpstr>
      <vt:lpstr>think-cell Slide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MaoYX</cp:lastModifiedBy>
  <cp:revision>66</cp:revision>
  <cp:lastPrinted>2018-09-20T16:00:00Z</cp:lastPrinted>
  <dcterms:created xsi:type="dcterms:W3CDTF">2018-09-20T16:00:00Z</dcterms:created>
  <dcterms:modified xsi:type="dcterms:W3CDTF">2025-10-27T14:16:48Z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