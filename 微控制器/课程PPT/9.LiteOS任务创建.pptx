
<file path=[Content_Types].xml><?xml version="1.0" encoding="utf-8"?>
<Types xmlns="http://schemas.openxmlformats.org/package/2006/content-types">
  <Default Extension="bin" ContentType="application/vnd.openxmlformats-officedocument.oleObject"/>
  <Default Extension="png" ContentType="image/png"/>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49"/>
  </p:notesMasterIdLst>
  <p:sldIdLst>
    <p:sldId id="446" r:id="rId2"/>
    <p:sldId id="524" r:id="rId3"/>
    <p:sldId id="525" r:id="rId4"/>
    <p:sldId id="526" r:id="rId5"/>
    <p:sldId id="527" r:id="rId6"/>
    <p:sldId id="528" r:id="rId7"/>
    <p:sldId id="529" r:id="rId8"/>
    <p:sldId id="570" r:id="rId9"/>
    <p:sldId id="530" r:id="rId10"/>
    <p:sldId id="531" r:id="rId11"/>
    <p:sldId id="532" r:id="rId12"/>
    <p:sldId id="533" r:id="rId13"/>
    <p:sldId id="534" r:id="rId14"/>
    <p:sldId id="535" r:id="rId15"/>
    <p:sldId id="536" r:id="rId16"/>
    <p:sldId id="537" r:id="rId17"/>
    <p:sldId id="538" r:id="rId18"/>
    <p:sldId id="539" r:id="rId19"/>
    <p:sldId id="540" r:id="rId20"/>
    <p:sldId id="541" r:id="rId21"/>
    <p:sldId id="542" r:id="rId22"/>
    <p:sldId id="543" r:id="rId23"/>
    <p:sldId id="544" r:id="rId24"/>
    <p:sldId id="545" r:id="rId25"/>
    <p:sldId id="546" r:id="rId26"/>
    <p:sldId id="547" r:id="rId27"/>
    <p:sldId id="548" r:id="rId28"/>
    <p:sldId id="549" r:id="rId29"/>
    <p:sldId id="550" r:id="rId30"/>
    <p:sldId id="551" r:id="rId31"/>
    <p:sldId id="552" r:id="rId32"/>
    <p:sldId id="568" r:id="rId33"/>
    <p:sldId id="553" r:id="rId34"/>
    <p:sldId id="554" r:id="rId35"/>
    <p:sldId id="555" r:id="rId36"/>
    <p:sldId id="556" r:id="rId37"/>
    <p:sldId id="557" r:id="rId38"/>
    <p:sldId id="558" r:id="rId39"/>
    <p:sldId id="559" r:id="rId40"/>
    <p:sldId id="560" r:id="rId41"/>
    <p:sldId id="561" r:id="rId42"/>
    <p:sldId id="569" r:id="rId43"/>
    <p:sldId id="563" r:id="rId44"/>
    <p:sldId id="564" r:id="rId45"/>
    <p:sldId id="565" r:id="rId46"/>
    <p:sldId id="566" r:id="rId47"/>
    <p:sldId id="522" r:id="rId48"/>
  </p:sldIdLst>
  <p:sldSz cx="12192000" cy="6858000"/>
  <p:notesSz cx="6858000" cy="9144000"/>
  <p:custDataLst>
    <p:tags r:id="rId5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65989"/>
    <a:srgbClr val="255184"/>
    <a:srgbClr val="2B6C95"/>
    <a:srgbClr val="180D5B"/>
    <a:srgbClr val="5666D7"/>
    <a:srgbClr val="36A6B8"/>
    <a:srgbClr val="42E6E0"/>
    <a:srgbClr val="566BD8"/>
    <a:srgbClr val="42E8E0"/>
    <a:srgbClr val="40DC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084" autoAdjust="0"/>
    <p:restoredTop sz="96182" autoAdjust="0"/>
  </p:normalViewPr>
  <p:slideViewPr>
    <p:cSldViewPr snapToGrid="0">
      <p:cViewPr varScale="1">
        <p:scale>
          <a:sx n="65" d="100"/>
          <a:sy n="65" d="100"/>
        </p:scale>
        <p:origin x="840" y="60"/>
      </p:cViewPr>
      <p:guideLst>
        <p:guide orient="horz" pos="2160"/>
        <p:guide pos="3840"/>
      </p:guideLst>
    </p:cSldViewPr>
  </p:slideViewPr>
  <p:notesTextViewPr>
    <p:cViewPr>
      <p:scale>
        <a:sx n="3" d="2"/>
        <a:sy n="3" d="2"/>
      </p:scale>
      <p:origin x="0" y="0"/>
    </p:cViewPr>
  </p:notesTextViewPr>
  <p:sorterViewPr>
    <p:cViewPr>
      <p:scale>
        <a:sx n="75" d="100"/>
        <a:sy n="75"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tags" Target="tags/tag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6D8963-CFCD-4740-AF60-049850373CDF}" type="datetimeFigureOut">
              <a:rPr lang="zh-CN" altLang="en-US" smtClean="0"/>
              <a:pPr/>
              <a:t>2026/1/3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E6FDB6-6D2B-46C1-9FA1-D82906A37C3A}" type="slidenum">
              <a:rPr lang="zh-CN" altLang="en-US" smtClean="0"/>
              <a:pPr/>
              <a:t>‹#›</a:t>
            </a:fld>
            <a:endParaRPr lang="zh-CN" altLang="en-US"/>
          </a:p>
        </p:txBody>
      </p:sp>
    </p:spTree>
    <p:extLst>
      <p:ext uri="{BB962C8B-B14F-4D97-AF65-F5344CB8AC3E}">
        <p14:creationId xmlns:p14="http://schemas.microsoft.com/office/powerpoint/2010/main" val="21849815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userDrawn="1">
  <p:cSld name="标题幻灯片">
    <p:spTree>
      <p:nvGrpSpPr>
        <p:cNvPr id="1" name=""/>
        <p:cNvGrpSpPr/>
        <p:nvPr/>
      </p:nvGrpSpPr>
      <p:grpSpPr>
        <a:xfrm>
          <a:off x="0" y="0"/>
          <a:ext cx="0" cy="0"/>
          <a:chOff x="0" y="0"/>
          <a:chExt cx="0" cy="0"/>
        </a:xfrm>
      </p:grpSpPr>
      <p:sp>
        <p:nvSpPr>
          <p:cNvPr id="9927" name="矩形 9926">
            <a:extLst>
              <a:ext uri="{FF2B5EF4-FFF2-40B4-BE49-F238E27FC236}">
                <a16:creationId xmlns:a16="http://schemas.microsoft.com/office/drawing/2014/main" id="{F722FE8D-4A19-4A18-B1FB-8492B199FD04}"/>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801" name="副标题 2"/>
          <p:cNvSpPr>
            <a:spLocks noGrp="1"/>
          </p:cNvSpPr>
          <p:nvPr userDrawn="1">
            <p:ph type="subTitle" idx="1"/>
          </p:nvPr>
        </p:nvSpPr>
        <p:spPr>
          <a:xfrm>
            <a:off x="943402" y="2737940"/>
            <a:ext cx="5087595" cy="558799"/>
          </a:xfrm>
        </p:spPr>
        <p:txBody>
          <a:bodyPr anchor="ctr">
            <a:normAutofit/>
          </a:bodyPr>
          <a:lstStyle>
            <a:lvl1pPr marL="0" indent="0" algn="l">
              <a:buNone/>
              <a:defRPr sz="2000">
                <a:solidFill>
                  <a:srgbClr val="5666D7"/>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dirty="0"/>
              <a:t>Click to edit Master subtitle style</a:t>
            </a:r>
          </a:p>
        </p:txBody>
      </p:sp>
      <p:sp>
        <p:nvSpPr>
          <p:cNvPr id="9802" name="标题 1"/>
          <p:cNvSpPr>
            <a:spLocks noGrp="1"/>
          </p:cNvSpPr>
          <p:nvPr userDrawn="1">
            <p:ph type="ctrTitle"/>
          </p:nvPr>
        </p:nvSpPr>
        <p:spPr>
          <a:xfrm>
            <a:off x="943402" y="1525496"/>
            <a:ext cx="5087595" cy="1198382"/>
          </a:xfrm>
        </p:spPr>
        <p:txBody>
          <a:bodyPr anchor="ctr">
            <a:normAutofit/>
          </a:bodyPr>
          <a:lstStyle>
            <a:lvl1pPr algn="l">
              <a:defRPr sz="4000">
                <a:solidFill>
                  <a:schemeClr val="bg1"/>
                </a:solidFill>
              </a:defRPr>
            </a:lvl1pPr>
          </a:lstStyle>
          <a:p>
            <a:r>
              <a:rPr lang="en-US" dirty="0"/>
              <a:t>Click to edit Master title style</a:t>
            </a:r>
            <a:endParaRPr lang="zh-CN" altLang="en-US" dirty="0"/>
          </a:p>
        </p:txBody>
      </p:sp>
      <p:grpSp>
        <p:nvGrpSpPr>
          <p:cNvPr id="252" name="组合 251">
            <a:extLst>
              <a:ext uri="{FF2B5EF4-FFF2-40B4-BE49-F238E27FC236}">
                <a16:creationId xmlns:a16="http://schemas.microsoft.com/office/drawing/2014/main" id="{839CE1DB-111B-4A2C-A29E-C50E634E2318}"/>
              </a:ext>
            </a:extLst>
          </p:cNvPr>
          <p:cNvGrpSpPr/>
          <p:nvPr userDrawn="1"/>
        </p:nvGrpSpPr>
        <p:grpSpPr>
          <a:xfrm>
            <a:off x="2134335" y="607950"/>
            <a:ext cx="9680127" cy="5377577"/>
            <a:chOff x="4656138" y="2437995"/>
            <a:chExt cx="6846887" cy="3803634"/>
          </a:xfrm>
        </p:grpSpPr>
        <p:sp>
          <p:nvSpPr>
            <p:cNvPr id="196" name="椭圆 195">
              <a:extLst>
                <a:ext uri="{FF2B5EF4-FFF2-40B4-BE49-F238E27FC236}">
                  <a16:creationId xmlns:a16="http://schemas.microsoft.com/office/drawing/2014/main" id="{31287A23-FE6B-487B-8BED-0C677DFB4992}"/>
                </a:ext>
              </a:extLst>
            </p:cNvPr>
            <p:cNvSpPr/>
            <p:nvPr userDrawn="1"/>
          </p:nvSpPr>
          <p:spPr>
            <a:xfrm>
              <a:off x="9791994" y="5509651"/>
              <a:ext cx="564315" cy="317874"/>
            </a:xfrm>
            <a:prstGeom prst="ellipse">
              <a:avLst/>
            </a:prstGeom>
            <a:gradFill flip="none" rotWithShape="1">
              <a:gsLst>
                <a:gs pos="100000">
                  <a:srgbClr val="1D296C"/>
                </a:gs>
                <a:gs pos="52000">
                  <a:srgbClr val="2B6C95"/>
                </a:gs>
                <a:gs pos="68000">
                  <a:srgbClr val="265989"/>
                </a:gs>
                <a:gs pos="17000">
                  <a:srgbClr val="36A6B8"/>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5" name="椭圆 194">
              <a:extLst>
                <a:ext uri="{FF2B5EF4-FFF2-40B4-BE49-F238E27FC236}">
                  <a16:creationId xmlns:a16="http://schemas.microsoft.com/office/drawing/2014/main" id="{C044A711-CB2C-4F92-A19F-1C38F5CC3EA3}"/>
                </a:ext>
              </a:extLst>
            </p:cNvPr>
            <p:cNvSpPr/>
            <p:nvPr userDrawn="1"/>
          </p:nvSpPr>
          <p:spPr>
            <a:xfrm>
              <a:off x="8951536" y="5923755"/>
              <a:ext cx="564315" cy="317874"/>
            </a:xfrm>
            <a:prstGeom prst="ellipse">
              <a:avLst/>
            </a:prstGeom>
            <a:gradFill flip="none" rotWithShape="1">
              <a:gsLst>
                <a:gs pos="100000">
                  <a:srgbClr val="1D296C"/>
                </a:gs>
                <a:gs pos="52000">
                  <a:srgbClr val="2B6C95"/>
                </a:gs>
                <a:gs pos="68000">
                  <a:srgbClr val="265989"/>
                </a:gs>
                <a:gs pos="17000">
                  <a:srgbClr val="36A6B8"/>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2" name="椭圆 191">
              <a:extLst>
                <a:ext uri="{FF2B5EF4-FFF2-40B4-BE49-F238E27FC236}">
                  <a16:creationId xmlns:a16="http://schemas.microsoft.com/office/drawing/2014/main" id="{97AC0DD2-E837-4B6C-A8B4-9459081251B9}"/>
                </a:ext>
              </a:extLst>
            </p:cNvPr>
            <p:cNvSpPr/>
            <p:nvPr userDrawn="1"/>
          </p:nvSpPr>
          <p:spPr>
            <a:xfrm>
              <a:off x="7681196" y="5266157"/>
              <a:ext cx="564315" cy="317874"/>
            </a:xfrm>
            <a:prstGeom prst="ellipse">
              <a:avLst/>
            </a:prstGeom>
            <a:gradFill flip="none" rotWithShape="1">
              <a:gsLst>
                <a:gs pos="100000">
                  <a:srgbClr val="1D296C"/>
                </a:gs>
                <a:gs pos="52000">
                  <a:srgbClr val="2B6C95"/>
                </a:gs>
                <a:gs pos="68000">
                  <a:srgbClr val="265989"/>
                </a:gs>
                <a:gs pos="17000">
                  <a:srgbClr val="36A6B8"/>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99" name="椭圆 4098">
              <a:extLst>
                <a:ext uri="{FF2B5EF4-FFF2-40B4-BE49-F238E27FC236}">
                  <a16:creationId xmlns:a16="http://schemas.microsoft.com/office/drawing/2014/main" id="{CCFB4B6B-1FA7-46C9-B4AC-9CA47E3B66ED}"/>
                </a:ext>
              </a:extLst>
            </p:cNvPr>
            <p:cNvSpPr/>
            <p:nvPr userDrawn="1"/>
          </p:nvSpPr>
          <p:spPr>
            <a:xfrm>
              <a:off x="6269331" y="5704329"/>
              <a:ext cx="564315" cy="317874"/>
            </a:xfrm>
            <a:prstGeom prst="ellipse">
              <a:avLst/>
            </a:prstGeom>
            <a:gradFill flip="none" rotWithShape="1">
              <a:gsLst>
                <a:gs pos="100000">
                  <a:srgbClr val="1D296C"/>
                </a:gs>
                <a:gs pos="52000">
                  <a:srgbClr val="2B6C95"/>
                </a:gs>
                <a:gs pos="68000">
                  <a:srgbClr val="265989"/>
                </a:gs>
                <a:gs pos="20000">
                  <a:srgbClr val="36A6B8"/>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Freeform 5">
              <a:extLst>
                <a:ext uri="{FF2B5EF4-FFF2-40B4-BE49-F238E27FC236}">
                  <a16:creationId xmlns:a16="http://schemas.microsoft.com/office/drawing/2014/main" id="{DD7B420F-1711-4A49-A959-C81CD1AFFC29}"/>
                </a:ext>
              </a:extLst>
            </p:cNvPr>
            <p:cNvSpPr>
              <a:spLocks/>
            </p:cNvSpPr>
            <p:nvPr userDrawn="1"/>
          </p:nvSpPr>
          <p:spPr bwMode="auto">
            <a:xfrm>
              <a:off x="4656138" y="4818063"/>
              <a:ext cx="6846887" cy="1335087"/>
            </a:xfrm>
            <a:custGeom>
              <a:avLst/>
              <a:gdLst>
                <a:gd name="T0" fmla="*/ 2059 w 2076"/>
                <a:gd name="T1" fmla="*/ 0 h 404"/>
                <a:gd name="T2" fmla="*/ 2053 w 2076"/>
                <a:gd name="T3" fmla="*/ 2 h 404"/>
                <a:gd name="T4" fmla="*/ 1420 w 2076"/>
                <a:gd name="T5" fmla="*/ 368 h 404"/>
                <a:gd name="T6" fmla="*/ 1388 w 2076"/>
                <a:gd name="T7" fmla="*/ 376 h 404"/>
                <a:gd name="T8" fmla="*/ 1357 w 2076"/>
                <a:gd name="T9" fmla="*/ 368 h 404"/>
                <a:gd name="T10" fmla="*/ 949 w 2076"/>
                <a:gd name="T11" fmla="*/ 132 h 404"/>
                <a:gd name="T12" fmla="*/ 903 w 2076"/>
                <a:gd name="T13" fmla="*/ 120 h 404"/>
                <a:gd name="T14" fmla="*/ 858 w 2076"/>
                <a:gd name="T15" fmla="*/ 132 h 404"/>
                <a:gd name="T16" fmla="*/ 521 w 2076"/>
                <a:gd name="T17" fmla="*/ 326 h 404"/>
                <a:gd name="T18" fmla="*/ 490 w 2076"/>
                <a:gd name="T19" fmla="*/ 335 h 404"/>
                <a:gd name="T20" fmla="*/ 459 w 2076"/>
                <a:gd name="T21" fmla="*/ 326 h 404"/>
                <a:gd name="T22" fmla="*/ 23 w 2076"/>
                <a:gd name="T23" fmla="*/ 75 h 404"/>
                <a:gd name="T24" fmla="*/ 16 w 2076"/>
                <a:gd name="T25" fmla="*/ 73 h 404"/>
                <a:gd name="T26" fmla="*/ 4 w 2076"/>
                <a:gd name="T27" fmla="*/ 80 h 404"/>
                <a:gd name="T28" fmla="*/ 9 w 2076"/>
                <a:gd name="T29" fmla="*/ 99 h 404"/>
                <a:gd name="T30" fmla="*/ 445 w 2076"/>
                <a:gd name="T31" fmla="*/ 351 h 404"/>
                <a:gd name="T32" fmla="*/ 490 w 2076"/>
                <a:gd name="T33" fmla="*/ 363 h 404"/>
                <a:gd name="T34" fmla="*/ 535 w 2076"/>
                <a:gd name="T35" fmla="*/ 351 h 404"/>
                <a:gd name="T36" fmla="*/ 872 w 2076"/>
                <a:gd name="T37" fmla="*/ 156 h 404"/>
                <a:gd name="T38" fmla="*/ 903 w 2076"/>
                <a:gd name="T39" fmla="*/ 148 h 404"/>
                <a:gd name="T40" fmla="*/ 935 w 2076"/>
                <a:gd name="T41" fmla="*/ 156 h 404"/>
                <a:gd name="T42" fmla="*/ 1343 w 2076"/>
                <a:gd name="T43" fmla="*/ 392 h 404"/>
                <a:gd name="T44" fmla="*/ 1388 w 2076"/>
                <a:gd name="T45" fmla="*/ 404 h 404"/>
                <a:gd name="T46" fmla="*/ 1434 w 2076"/>
                <a:gd name="T47" fmla="*/ 392 h 404"/>
                <a:gd name="T48" fmla="*/ 2067 w 2076"/>
                <a:gd name="T49" fmla="*/ 26 h 404"/>
                <a:gd name="T50" fmla="*/ 2072 w 2076"/>
                <a:gd name="T51" fmla="*/ 7 h 404"/>
                <a:gd name="T52" fmla="*/ 2059 w 2076"/>
                <a:gd name="T53" fmla="*/ 0 h 4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076" h="404">
                  <a:moveTo>
                    <a:pt x="2059" y="0"/>
                  </a:moveTo>
                  <a:cubicBezTo>
                    <a:pt x="2057" y="0"/>
                    <a:pt x="2055" y="1"/>
                    <a:pt x="2053" y="2"/>
                  </a:cubicBezTo>
                  <a:cubicBezTo>
                    <a:pt x="1420" y="368"/>
                    <a:pt x="1420" y="368"/>
                    <a:pt x="1420" y="368"/>
                  </a:cubicBezTo>
                  <a:cubicBezTo>
                    <a:pt x="1410" y="373"/>
                    <a:pt x="1399" y="376"/>
                    <a:pt x="1388" y="376"/>
                  </a:cubicBezTo>
                  <a:cubicBezTo>
                    <a:pt x="1378" y="376"/>
                    <a:pt x="1367" y="373"/>
                    <a:pt x="1357" y="368"/>
                  </a:cubicBezTo>
                  <a:cubicBezTo>
                    <a:pt x="949" y="132"/>
                    <a:pt x="949" y="132"/>
                    <a:pt x="949" y="132"/>
                  </a:cubicBezTo>
                  <a:cubicBezTo>
                    <a:pt x="935" y="124"/>
                    <a:pt x="919" y="120"/>
                    <a:pt x="903" y="120"/>
                  </a:cubicBezTo>
                  <a:cubicBezTo>
                    <a:pt x="888" y="120"/>
                    <a:pt x="872" y="124"/>
                    <a:pt x="858" y="132"/>
                  </a:cubicBezTo>
                  <a:cubicBezTo>
                    <a:pt x="521" y="326"/>
                    <a:pt x="521" y="326"/>
                    <a:pt x="521" y="326"/>
                  </a:cubicBezTo>
                  <a:cubicBezTo>
                    <a:pt x="511" y="332"/>
                    <a:pt x="501" y="335"/>
                    <a:pt x="490" y="335"/>
                  </a:cubicBezTo>
                  <a:cubicBezTo>
                    <a:pt x="479" y="335"/>
                    <a:pt x="468" y="332"/>
                    <a:pt x="459" y="326"/>
                  </a:cubicBezTo>
                  <a:cubicBezTo>
                    <a:pt x="23" y="75"/>
                    <a:pt x="23" y="75"/>
                    <a:pt x="23" y="75"/>
                  </a:cubicBezTo>
                  <a:cubicBezTo>
                    <a:pt x="21" y="74"/>
                    <a:pt x="19" y="73"/>
                    <a:pt x="16" y="73"/>
                  </a:cubicBezTo>
                  <a:cubicBezTo>
                    <a:pt x="11" y="73"/>
                    <a:pt x="7" y="76"/>
                    <a:pt x="4" y="80"/>
                  </a:cubicBezTo>
                  <a:cubicBezTo>
                    <a:pt x="0" y="87"/>
                    <a:pt x="3" y="95"/>
                    <a:pt x="9" y="99"/>
                  </a:cubicBezTo>
                  <a:cubicBezTo>
                    <a:pt x="445" y="351"/>
                    <a:pt x="445" y="351"/>
                    <a:pt x="445" y="351"/>
                  </a:cubicBezTo>
                  <a:cubicBezTo>
                    <a:pt x="459" y="359"/>
                    <a:pt x="474" y="363"/>
                    <a:pt x="490" y="363"/>
                  </a:cubicBezTo>
                  <a:cubicBezTo>
                    <a:pt x="506" y="363"/>
                    <a:pt x="521" y="359"/>
                    <a:pt x="535" y="351"/>
                  </a:cubicBezTo>
                  <a:cubicBezTo>
                    <a:pt x="872" y="156"/>
                    <a:pt x="872" y="156"/>
                    <a:pt x="872" y="156"/>
                  </a:cubicBezTo>
                  <a:cubicBezTo>
                    <a:pt x="882" y="150"/>
                    <a:pt x="893" y="148"/>
                    <a:pt x="903" y="148"/>
                  </a:cubicBezTo>
                  <a:cubicBezTo>
                    <a:pt x="914" y="148"/>
                    <a:pt x="925" y="150"/>
                    <a:pt x="935" y="156"/>
                  </a:cubicBezTo>
                  <a:cubicBezTo>
                    <a:pt x="1343" y="392"/>
                    <a:pt x="1343" y="392"/>
                    <a:pt x="1343" y="392"/>
                  </a:cubicBezTo>
                  <a:cubicBezTo>
                    <a:pt x="1357" y="400"/>
                    <a:pt x="1373" y="404"/>
                    <a:pt x="1388" y="404"/>
                  </a:cubicBezTo>
                  <a:cubicBezTo>
                    <a:pt x="1404" y="404"/>
                    <a:pt x="1420" y="400"/>
                    <a:pt x="1434" y="392"/>
                  </a:cubicBezTo>
                  <a:cubicBezTo>
                    <a:pt x="2067" y="26"/>
                    <a:pt x="2067" y="26"/>
                    <a:pt x="2067" y="26"/>
                  </a:cubicBezTo>
                  <a:cubicBezTo>
                    <a:pt x="2073" y="23"/>
                    <a:pt x="2076" y="14"/>
                    <a:pt x="2072" y="7"/>
                  </a:cubicBezTo>
                  <a:cubicBezTo>
                    <a:pt x="2069" y="3"/>
                    <a:pt x="2064" y="0"/>
                    <a:pt x="2059" y="0"/>
                  </a:cubicBezTo>
                </a:path>
              </a:pathLst>
            </a:custGeom>
            <a:gradFill>
              <a:gsLst>
                <a:gs pos="74000">
                  <a:srgbClr val="2D7C9E">
                    <a:alpha val="50000"/>
                  </a:srgbClr>
                </a:gs>
                <a:gs pos="37000">
                  <a:srgbClr val="41E4DE">
                    <a:alpha val="50000"/>
                  </a:srgbClr>
                </a:gs>
                <a:gs pos="0">
                  <a:srgbClr val="19145F">
                    <a:alpha val="50000"/>
                  </a:srgbClr>
                </a:gs>
                <a:gs pos="100000">
                  <a:srgbClr val="19125E">
                    <a:alpha val="50000"/>
                  </a:srgbClr>
                </a:gs>
              </a:gsLst>
              <a:lin ang="0" scaled="0"/>
            </a:gra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8" name="Freeform 6">
              <a:extLst>
                <a:ext uri="{FF2B5EF4-FFF2-40B4-BE49-F238E27FC236}">
                  <a16:creationId xmlns:a16="http://schemas.microsoft.com/office/drawing/2014/main" id="{01C9163C-CB87-4DDA-A749-1A8F5B9D2AB6}"/>
                </a:ext>
              </a:extLst>
            </p:cNvPr>
            <p:cNvSpPr>
              <a:spLocks noEditPoints="1"/>
            </p:cNvSpPr>
            <p:nvPr userDrawn="1"/>
          </p:nvSpPr>
          <p:spPr bwMode="auto">
            <a:xfrm>
              <a:off x="7640638" y="3989388"/>
              <a:ext cx="3186112" cy="1830387"/>
            </a:xfrm>
            <a:custGeom>
              <a:avLst/>
              <a:gdLst>
                <a:gd name="T0" fmla="*/ 483 w 966"/>
                <a:gd name="T1" fmla="*/ 466 h 554"/>
                <a:gd name="T2" fmla="*/ 157 w 966"/>
                <a:gd name="T3" fmla="*/ 277 h 554"/>
                <a:gd name="T4" fmla="*/ 483 w 966"/>
                <a:gd name="T5" fmla="*/ 89 h 554"/>
                <a:gd name="T6" fmla="*/ 810 w 966"/>
                <a:gd name="T7" fmla="*/ 277 h 554"/>
                <a:gd name="T8" fmla="*/ 483 w 966"/>
                <a:gd name="T9" fmla="*/ 466 h 554"/>
                <a:gd name="T10" fmla="*/ 483 w 966"/>
                <a:gd name="T11" fmla="*/ 48 h 554"/>
                <a:gd name="T12" fmla="*/ 472 w 966"/>
                <a:gd name="T13" fmla="*/ 51 h 554"/>
                <a:gd name="T14" fmla="*/ 82 w 966"/>
                <a:gd name="T15" fmla="*/ 276 h 554"/>
                <a:gd name="T16" fmla="*/ 81 w 966"/>
                <a:gd name="T17" fmla="*/ 277 h 554"/>
                <a:gd name="T18" fmla="*/ 82 w 966"/>
                <a:gd name="T19" fmla="*/ 278 h 554"/>
                <a:gd name="T20" fmla="*/ 472 w 966"/>
                <a:gd name="T21" fmla="*/ 503 h 554"/>
                <a:gd name="T22" fmla="*/ 472 w 966"/>
                <a:gd name="T23" fmla="*/ 503 h 554"/>
                <a:gd name="T24" fmla="*/ 483 w 966"/>
                <a:gd name="T25" fmla="*/ 506 h 554"/>
                <a:gd name="T26" fmla="*/ 494 w 966"/>
                <a:gd name="T27" fmla="*/ 503 h 554"/>
                <a:gd name="T28" fmla="*/ 884 w 966"/>
                <a:gd name="T29" fmla="*/ 278 h 554"/>
                <a:gd name="T30" fmla="*/ 885 w 966"/>
                <a:gd name="T31" fmla="*/ 277 h 554"/>
                <a:gd name="T32" fmla="*/ 884 w 966"/>
                <a:gd name="T33" fmla="*/ 276 h 554"/>
                <a:gd name="T34" fmla="*/ 494 w 966"/>
                <a:gd name="T35" fmla="*/ 51 h 554"/>
                <a:gd name="T36" fmla="*/ 483 w 966"/>
                <a:gd name="T37" fmla="*/ 48 h 554"/>
                <a:gd name="T38" fmla="*/ 483 w 966"/>
                <a:gd name="T39" fmla="*/ 518 h 554"/>
                <a:gd name="T40" fmla="*/ 466 w 966"/>
                <a:gd name="T41" fmla="*/ 514 h 554"/>
                <a:gd name="T42" fmla="*/ 466 w 966"/>
                <a:gd name="T43" fmla="*/ 514 h 554"/>
                <a:gd name="T44" fmla="*/ 76 w 966"/>
                <a:gd name="T45" fmla="*/ 289 h 554"/>
                <a:gd name="T46" fmla="*/ 69 w 966"/>
                <a:gd name="T47" fmla="*/ 277 h 554"/>
                <a:gd name="T48" fmla="*/ 76 w 966"/>
                <a:gd name="T49" fmla="*/ 266 h 554"/>
                <a:gd name="T50" fmla="*/ 466 w 966"/>
                <a:gd name="T51" fmla="*/ 41 h 554"/>
                <a:gd name="T52" fmla="*/ 483 w 966"/>
                <a:gd name="T53" fmla="*/ 36 h 554"/>
                <a:gd name="T54" fmla="*/ 500 w 966"/>
                <a:gd name="T55" fmla="*/ 41 h 554"/>
                <a:gd name="T56" fmla="*/ 890 w 966"/>
                <a:gd name="T57" fmla="*/ 266 h 554"/>
                <a:gd name="T58" fmla="*/ 897 w 966"/>
                <a:gd name="T59" fmla="*/ 277 h 554"/>
                <a:gd name="T60" fmla="*/ 890 w 966"/>
                <a:gd name="T61" fmla="*/ 289 h 554"/>
                <a:gd name="T62" fmla="*/ 500 w 966"/>
                <a:gd name="T63" fmla="*/ 514 h 554"/>
                <a:gd name="T64" fmla="*/ 483 w 966"/>
                <a:gd name="T65" fmla="*/ 518 h 554"/>
                <a:gd name="T66" fmla="*/ 483 w 966"/>
                <a:gd name="T67" fmla="*/ 0 h 554"/>
                <a:gd name="T68" fmla="*/ 462 w 966"/>
                <a:gd name="T69" fmla="*/ 6 h 554"/>
                <a:gd name="T70" fmla="*/ 7 w 966"/>
                <a:gd name="T71" fmla="*/ 269 h 554"/>
                <a:gd name="T72" fmla="*/ 7 w 966"/>
                <a:gd name="T73" fmla="*/ 286 h 554"/>
                <a:gd name="T74" fmla="*/ 462 w 966"/>
                <a:gd name="T75" fmla="*/ 548 h 554"/>
                <a:gd name="T76" fmla="*/ 483 w 966"/>
                <a:gd name="T77" fmla="*/ 554 h 554"/>
                <a:gd name="T78" fmla="*/ 505 w 966"/>
                <a:gd name="T79" fmla="*/ 548 h 554"/>
                <a:gd name="T80" fmla="*/ 960 w 966"/>
                <a:gd name="T81" fmla="*/ 286 h 554"/>
                <a:gd name="T82" fmla="*/ 960 w 966"/>
                <a:gd name="T83" fmla="*/ 269 h 554"/>
                <a:gd name="T84" fmla="*/ 505 w 966"/>
                <a:gd name="T85" fmla="*/ 6 h 554"/>
                <a:gd name="T86" fmla="*/ 483 w 966"/>
                <a:gd name="T87" fmla="*/ 0 h 5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966" h="554">
                  <a:moveTo>
                    <a:pt x="483" y="466"/>
                  </a:moveTo>
                  <a:cubicBezTo>
                    <a:pt x="157" y="277"/>
                    <a:pt x="157" y="277"/>
                    <a:pt x="157" y="277"/>
                  </a:cubicBezTo>
                  <a:cubicBezTo>
                    <a:pt x="483" y="89"/>
                    <a:pt x="483" y="89"/>
                    <a:pt x="483" y="89"/>
                  </a:cubicBezTo>
                  <a:cubicBezTo>
                    <a:pt x="810" y="277"/>
                    <a:pt x="810" y="277"/>
                    <a:pt x="810" y="277"/>
                  </a:cubicBezTo>
                  <a:cubicBezTo>
                    <a:pt x="483" y="466"/>
                    <a:pt x="483" y="466"/>
                    <a:pt x="483" y="466"/>
                  </a:cubicBezTo>
                  <a:moveTo>
                    <a:pt x="483" y="48"/>
                  </a:moveTo>
                  <a:cubicBezTo>
                    <a:pt x="479" y="48"/>
                    <a:pt x="475" y="49"/>
                    <a:pt x="472" y="51"/>
                  </a:cubicBezTo>
                  <a:cubicBezTo>
                    <a:pt x="82" y="276"/>
                    <a:pt x="82" y="276"/>
                    <a:pt x="82" y="276"/>
                  </a:cubicBezTo>
                  <a:cubicBezTo>
                    <a:pt x="82" y="277"/>
                    <a:pt x="81" y="277"/>
                    <a:pt x="81" y="277"/>
                  </a:cubicBezTo>
                  <a:cubicBezTo>
                    <a:pt x="81" y="278"/>
                    <a:pt x="82" y="278"/>
                    <a:pt x="82" y="278"/>
                  </a:cubicBezTo>
                  <a:cubicBezTo>
                    <a:pt x="472" y="503"/>
                    <a:pt x="472" y="503"/>
                    <a:pt x="472" y="503"/>
                  </a:cubicBezTo>
                  <a:cubicBezTo>
                    <a:pt x="472" y="503"/>
                    <a:pt x="472" y="503"/>
                    <a:pt x="472" y="503"/>
                  </a:cubicBezTo>
                  <a:cubicBezTo>
                    <a:pt x="475" y="505"/>
                    <a:pt x="479" y="506"/>
                    <a:pt x="483" y="506"/>
                  </a:cubicBezTo>
                  <a:cubicBezTo>
                    <a:pt x="487" y="506"/>
                    <a:pt x="491" y="505"/>
                    <a:pt x="494" y="503"/>
                  </a:cubicBezTo>
                  <a:cubicBezTo>
                    <a:pt x="884" y="278"/>
                    <a:pt x="884" y="278"/>
                    <a:pt x="884" y="278"/>
                  </a:cubicBezTo>
                  <a:cubicBezTo>
                    <a:pt x="885" y="278"/>
                    <a:pt x="885" y="278"/>
                    <a:pt x="885" y="277"/>
                  </a:cubicBezTo>
                  <a:cubicBezTo>
                    <a:pt x="885" y="277"/>
                    <a:pt x="885" y="277"/>
                    <a:pt x="884" y="276"/>
                  </a:cubicBezTo>
                  <a:cubicBezTo>
                    <a:pt x="494" y="51"/>
                    <a:pt x="494" y="51"/>
                    <a:pt x="494" y="51"/>
                  </a:cubicBezTo>
                  <a:cubicBezTo>
                    <a:pt x="491" y="49"/>
                    <a:pt x="487" y="48"/>
                    <a:pt x="483" y="48"/>
                  </a:cubicBezTo>
                  <a:moveTo>
                    <a:pt x="483" y="518"/>
                  </a:moveTo>
                  <a:cubicBezTo>
                    <a:pt x="477" y="518"/>
                    <a:pt x="471" y="517"/>
                    <a:pt x="466" y="514"/>
                  </a:cubicBezTo>
                  <a:cubicBezTo>
                    <a:pt x="466" y="514"/>
                    <a:pt x="466" y="514"/>
                    <a:pt x="466" y="514"/>
                  </a:cubicBezTo>
                  <a:cubicBezTo>
                    <a:pt x="76" y="289"/>
                    <a:pt x="76" y="289"/>
                    <a:pt x="76" y="289"/>
                  </a:cubicBezTo>
                  <a:cubicBezTo>
                    <a:pt x="72" y="286"/>
                    <a:pt x="69" y="282"/>
                    <a:pt x="69" y="277"/>
                  </a:cubicBezTo>
                  <a:cubicBezTo>
                    <a:pt x="69" y="273"/>
                    <a:pt x="72" y="268"/>
                    <a:pt x="76" y="266"/>
                  </a:cubicBezTo>
                  <a:cubicBezTo>
                    <a:pt x="466" y="41"/>
                    <a:pt x="466" y="41"/>
                    <a:pt x="466" y="41"/>
                  </a:cubicBezTo>
                  <a:cubicBezTo>
                    <a:pt x="471" y="38"/>
                    <a:pt x="477" y="36"/>
                    <a:pt x="483" y="36"/>
                  </a:cubicBezTo>
                  <a:cubicBezTo>
                    <a:pt x="489" y="36"/>
                    <a:pt x="495" y="38"/>
                    <a:pt x="500" y="41"/>
                  </a:cubicBezTo>
                  <a:cubicBezTo>
                    <a:pt x="890" y="266"/>
                    <a:pt x="890" y="266"/>
                    <a:pt x="890" y="266"/>
                  </a:cubicBezTo>
                  <a:cubicBezTo>
                    <a:pt x="894" y="268"/>
                    <a:pt x="897" y="273"/>
                    <a:pt x="897" y="277"/>
                  </a:cubicBezTo>
                  <a:cubicBezTo>
                    <a:pt x="897" y="282"/>
                    <a:pt x="894" y="286"/>
                    <a:pt x="890" y="289"/>
                  </a:cubicBezTo>
                  <a:cubicBezTo>
                    <a:pt x="500" y="514"/>
                    <a:pt x="500" y="514"/>
                    <a:pt x="500" y="514"/>
                  </a:cubicBezTo>
                  <a:cubicBezTo>
                    <a:pt x="495" y="517"/>
                    <a:pt x="489" y="518"/>
                    <a:pt x="483" y="518"/>
                  </a:cubicBezTo>
                  <a:moveTo>
                    <a:pt x="483" y="0"/>
                  </a:moveTo>
                  <a:cubicBezTo>
                    <a:pt x="476" y="0"/>
                    <a:pt x="468" y="2"/>
                    <a:pt x="462" y="6"/>
                  </a:cubicBezTo>
                  <a:cubicBezTo>
                    <a:pt x="7" y="269"/>
                    <a:pt x="7" y="269"/>
                    <a:pt x="7" y="269"/>
                  </a:cubicBezTo>
                  <a:cubicBezTo>
                    <a:pt x="0" y="273"/>
                    <a:pt x="0" y="282"/>
                    <a:pt x="7" y="286"/>
                  </a:cubicBezTo>
                  <a:cubicBezTo>
                    <a:pt x="462" y="548"/>
                    <a:pt x="462" y="548"/>
                    <a:pt x="462" y="548"/>
                  </a:cubicBezTo>
                  <a:cubicBezTo>
                    <a:pt x="468" y="552"/>
                    <a:pt x="476" y="554"/>
                    <a:pt x="483" y="554"/>
                  </a:cubicBezTo>
                  <a:cubicBezTo>
                    <a:pt x="491" y="554"/>
                    <a:pt x="498" y="552"/>
                    <a:pt x="505" y="548"/>
                  </a:cubicBezTo>
                  <a:cubicBezTo>
                    <a:pt x="960" y="286"/>
                    <a:pt x="960" y="286"/>
                    <a:pt x="960" y="286"/>
                  </a:cubicBezTo>
                  <a:cubicBezTo>
                    <a:pt x="966" y="282"/>
                    <a:pt x="966" y="273"/>
                    <a:pt x="960" y="269"/>
                  </a:cubicBezTo>
                  <a:cubicBezTo>
                    <a:pt x="505" y="6"/>
                    <a:pt x="505" y="6"/>
                    <a:pt x="505" y="6"/>
                  </a:cubicBezTo>
                  <a:cubicBezTo>
                    <a:pt x="498" y="2"/>
                    <a:pt x="491" y="0"/>
                    <a:pt x="483" y="0"/>
                  </a:cubicBezTo>
                </a:path>
              </a:pathLst>
            </a:custGeom>
            <a:solidFill>
              <a:srgbClr val="5E578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 name="Freeform 7">
              <a:extLst>
                <a:ext uri="{FF2B5EF4-FFF2-40B4-BE49-F238E27FC236}">
                  <a16:creationId xmlns:a16="http://schemas.microsoft.com/office/drawing/2014/main" id="{FC5F6088-3348-4370-A1D6-28FAA3A5840A}"/>
                </a:ext>
              </a:extLst>
            </p:cNvPr>
            <p:cNvSpPr>
              <a:spLocks noEditPoints="1"/>
            </p:cNvSpPr>
            <p:nvPr userDrawn="1"/>
          </p:nvSpPr>
          <p:spPr bwMode="auto">
            <a:xfrm>
              <a:off x="7869238" y="4108450"/>
              <a:ext cx="2730500" cy="1592262"/>
            </a:xfrm>
            <a:custGeom>
              <a:avLst/>
              <a:gdLst>
                <a:gd name="T0" fmla="*/ 403 w 828"/>
                <a:gd name="T1" fmla="*/ 467 h 482"/>
                <a:gd name="T2" fmla="*/ 13 w 828"/>
                <a:gd name="T3" fmla="*/ 242 h 482"/>
                <a:gd name="T4" fmla="*/ 12 w 828"/>
                <a:gd name="T5" fmla="*/ 241 h 482"/>
                <a:gd name="T6" fmla="*/ 13 w 828"/>
                <a:gd name="T7" fmla="*/ 240 h 482"/>
                <a:gd name="T8" fmla="*/ 403 w 828"/>
                <a:gd name="T9" fmla="*/ 15 h 482"/>
                <a:gd name="T10" fmla="*/ 414 w 828"/>
                <a:gd name="T11" fmla="*/ 12 h 482"/>
                <a:gd name="T12" fmla="*/ 425 w 828"/>
                <a:gd name="T13" fmla="*/ 15 h 482"/>
                <a:gd name="T14" fmla="*/ 815 w 828"/>
                <a:gd name="T15" fmla="*/ 240 h 482"/>
                <a:gd name="T16" fmla="*/ 816 w 828"/>
                <a:gd name="T17" fmla="*/ 241 h 482"/>
                <a:gd name="T18" fmla="*/ 815 w 828"/>
                <a:gd name="T19" fmla="*/ 242 h 482"/>
                <a:gd name="T20" fmla="*/ 425 w 828"/>
                <a:gd name="T21" fmla="*/ 467 h 482"/>
                <a:gd name="T22" fmla="*/ 414 w 828"/>
                <a:gd name="T23" fmla="*/ 470 h 482"/>
                <a:gd name="T24" fmla="*/ 403 w 828"/>
                <a:gd name="T25" fmla="*/ 467 h 482"/>
                <a:gd name="T26" fmla="*/ 403 w 828"/>
                <a:gd name="T27" fmla="*/ 467 h 482"/>
                <a:gd name="T28" fmla="*/ 414 w 828"/>
                <a:gd name="T29" fmla="*/ 0 h 482"/>
                <a:gd name="T30" fmla="*/ 397 w 828"/>
                <a:gd name="T31" fmla="*/ 5 h 482"/>
                <a:gd name="T32" fmla="*/ 7 w 828"/>
                <a:gd name="T33" fmla="*/ 230 h 482"/>
                <a:gd name="T34" fmla="*/ 0 w 828"/>
                <a:gd name="T35" fmla="*/ 241 h 482"/>
                <a:gd name="T36" fmla="*/ 7 w 828"/>
                <a:gd name="T37" fmla="*/ 253 h 482"/>
                <a:gd name="T38" fmla="*/ 397 w 828"/>
                <a:gd name="T39" fmla="*/ 478 h 482"/>
                <a:gd name="T40" fmla="*/ 397 w 828"/>
                <a:gd name="T41" fmla="*/ 478 h 482"/>
                <a:gd name="T42" fmla="*/ 414 w 828"/>
                <a:gd name="T43" fmla="*/ 482 h 482"/>
                <a:gd name="T44" fmla="*/ 431 w 828"/>
                <a:gd name="T45" fmla="*/ 478 h 482"/>
                <a:gd name="T46" fmla="*/ 821 w 828"/>
                <a:gd name="T47" fmla="*/ 253 h 482"/>
                <a:gd name="T48" fmla="*/ 828 w 828"/>
                <a:gd name="T49" fmla="*/ 241 h 482"/>
                <a:gd name="T50" fmla="*/ 821 w 828"/>
                <a:gd name="T51" fmla="*/ 230 h 482"/>
                <a:gd name="T52" fmla="*/ 431 w 828"/>
                <a:gd name="T53" fmla="*/ 5 h 482"/>
                <a:gd name="T54" fmla="*/ 414 w 828"/>
                <a:gd name="T55" fmla="*/ 0 h 4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828" h="482">
                  <a:moveTo>
                    <a:pt x="403" y="467"/>
                  </a:moveTo>
                  <a:cubicBezTo>
                    <a:pt x="13" y="242"/>
                    <a:pt x="13" y="242"/>
                    <a:pt x="13" y="242"/>
                  </a:cubicBezTo>
                  <a:cubicBezTo>
                    <a:pt x="13" y="242"/>
                    <a:pt x="12" y="242"/>
                    <a:pt x="12" y="241"/>
                  </a:cubicBezTo>
                  <a:cubicBezTo>
                    <a:pt x="12" y="241"/>
                    <a:pt x="13" y="241"/>
                    <a:pt x="13" y="240"/>
                  </a:cubicBezTo>
                  <a:cubicBezTo>
                    <a:pt x="403" y="15"/>
                    <a:pt x="403" y="15"/>
                    <a:pt x="403" y="15"/>
                  </a:cubicBezTo>
                  <a:cubicBezTo>
                    <a:pt x="406" y="13"/>
                    <a:pt x="410" y="12"/>
                    <a:pt x="414" y="12"/>
                  </a:cubicBezTo>
                  <a:cubicBezTo>
                    <a:pt x="418" y="12"/>
                    <a:pt x="422" y="13"/>
                    <a:pt x="425" y="15"/>
                  </a:cubicBezTo>
                  <a:cubicBezTo>
                    <a:pt x="815" y="240"/>
                    <a:pt x="815" y="240"/>
                    <a:pt x="815" y="240"/>
                  </a:cubicBezTo>
                  <a:cubicBezTo>
                    <a:pt x="816" y="241"/>
                    <a:pt x="816" y="241"/>
                    <a:pt x="816" y="241"/>
                  </a:cubicBezTo>
                  <a:cubicBezTo>
                    <a:pt x="816" y="242"/>
                    <a:pt x="816" y="242"/>
                    <a:pt x="815" y="242"/>
                  </a:cubicBezTo>
                  <a:cubicBezTo>
                    <a:pt x="425" y="467"/>
                    <a:pt x="425" y="467"/>
                    <a:pt x="425" y="467"/>
                  </a:cubicBezTo>
                  <a:cubicBezTo>
                    <a:pt x="422" y="469"/>
                    <a:pt x="418" y="470"/>
                    <a:pt x="414" y="470"/>
                  </a:cubicBezTo>
                  <a:cubicBezTo>
                    <a:pt x="410" y="470"/>
                    <a:pt x="406" y="469"/>
                    <a:pt x="403" y="467"/>
                  </a:cubicBezTo>
                  <a:cubicBezTo>
                    <a:pt x="403" y="467"/>
                    <a:pt x="403" y="467"/>
                    <a:pt x="403" y="467"/>
                  </a:cubicBezTo>
                  <a:moveTo>
                    <a:pt x="414" y="0"/>
                  </a:moveTo>
                  <a:cubicBezTo>
                    <a:pt x="408" y="0"/>
                    <a:pt x="402" y="2"/>
                    <a:pt x="397" y="5"/>
                  </a:cubicBezTo>
                  <a:cubicBezTo>
                    <a:pt x="7" y="230"/>
                    <a:pt x="7" y="230"/>
                    <a:pt x="7" y="230"/>
                  </a:cubicBezTo>
                  <a:cubicBezTo>
                    <a:pt x="3" y="232"/>
                    <a:pt x="0" y="237"/>
                    <a:pt x="0" y="241"/>
                  </a:cubicBezTo>
                  <a:cubicBezTo>
                    <a:pt x="0" y="246"/>
                    <a:pt x="3" y="250"/>
                    <a:pt x="7" y="253"/>
                  </a:cubicBezTo>
                  <a:cubicBezTo>
                    <a:pt x="397" y="478"/>
                    <a:pt x="397" y="478"/>
                    <a:pt x="397" y="478"/>
                  </a:cubicBezTo>
                  <a:cubicBezTo>
                    <a:pt x="397" y="478"/>
                    <a:pt x="397" y="478"/>
                    <a:pt x="397" y="478"/>
                  </a:cubicBezTo>
                  <a:cubicBezTo>
                    <a:pt x="402" y="481"/>
                    <a:pt x="408" y="482"/>
                    <a:pt x="414" y="482"/>
                  </a:cubicBezTo>
                  <a:cubicBezTo>
                    <a:pt x="420" y="482"/>
                    <a:pt x="426" y="481"/>
                    <a:pt x="431" y="478"/>
                  </a:cubicBezTo>
                  <a:cubicBezTo>
                    <a:pt x="821" y="253"/>
                    <a:pt x="821" y="253"/>
                    <a:pt x="821" y="253"/>
                  </a:cubicBezTo>
                  <a:cubicBezTo>
                    <a:pt x="825" y="250"/>
                    <a:pt x="828" y="246"/>
                    <a:pt x="828" y="241"/>
                  </a:cubicBezTo>
                  <a:cubicBezTo>
                    <a:pt x="828" y="237"/>
                    <a:pt x="825" y="232"/>
                    <a:pt x="821" y="230"/>
                  </a:cubicBezTo>
                  <a:cubicBezTo>
                    <a:pt x="431" y="5"/>
                    <a:pt x="431" y="5"/>
                    <a:pt x="431" y="5"/>
                  </a:cubicBezTo>
                  <a:cubicBezTo>
                    <a:pt x="426" y="2"/>
                    <a:pt x="420" y="0"/>
                    <a:pt x="414" y="0"/>
                  </a:cubicBezTo>
                </a:path>
              </a:pathLst>
            </a:custGeom>
            <a:gradFill>
              <a:gsLst>
                <a:gs pos="74000">
                  <a:srgbClr val="2D7C9E">
                    <a:alpha val="74000"/>
                  </a:srgbClr>
                </a:gs>
                <a:gs pos="37000">
                  <a:srgbClr val="41E4DE">
                    <a:alpha val="71000"/>
                  </a:srgbClr>
                </a:gs>
                <a:gs pos="0">
                  <a:srgbClr val="19145F"/>
                </a:gs>
                <a:gs pos="100000">
                  <a:srgbClr val="19125E">
                    <a:alpha val="82000"/>
                  </a:srgbClr>
                </a:gs>
              </a:gsLst>
              <a:lin ang="12000000" scaled="0"/>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 name="Freeform 8">
              <a:extLst>
                <a:ext uri="{FF2B5EF4-FFF2-40B4-BE49-F238E27FC236}">
                  <a16:creationId xmlns:a16="http://schemas.microsoft.com/office/drawing/2014/main" id="{CD134D4A-FF64-418D-BF61-AE24A995E02E}"/>
                </a:ext>
              </a:extLst>
            </p:cNvPr>
            <p:cNvSpPr>
              <a:spLocks/>
            </p:cNvSpPr>
            <p:nvPr userDrawn="1"/>
          </p:nvSpPr>
          <p:spPr bwMode="auto">
            <a:xfrm>
              <a:off x="8158163" y="4283075"/>
              <a:ext cx="2154237" cy="1246187"/>
            </a:xfrm>
            <a:custGeom>
              <a:avLst/>
              <a:gdLst>
                <a:gd name="T0" fmla="*/ 678 w 1357"/>
                <a:gd name="T1" fmla="*/ 0 h 785"/>
                <a:gd name="T2" fmla="*/ 0 w 1357"/>
                <a:gd name="T3" fmla="*/ 391 h 785"/>
                <a:gd name="T4" fmla="*/ 678 w 1357"/>
                <a:gd name="T5" fmla="*/ 785 h 785"/>
                <a:gd name="T6" fmla="*/ 1357 w 1357"/>
                <a:gd name="T7" fmla="*/ 391 h 785"/>
                <a:gd name="T8" fmla="*/ 678 w 1357"/>
                <a:gd name="T9" fmla="*/ 0 h 785"/>
              </a:gdLst>
              <a:ahLst/>
              <a:cxnLst>
                <a:cxn ang="0">
                  <a:pos x="T0" y="T1"/>
                </a:cxn>
                <a:cxn ang="0">
                  <a:pos x="T2" y="T3"/>
                </a:cxn>
                <a:cxn ang="0">
                  <a:pos x="T4" y="T5"/>
                </a:cxn>
                <a:cxn ang="0">
                  <a:pos x="T6" y="T7"/>
                </a:cxn>
                <a:cxn ang="0">
                  <a:pos x="T8" y="T9"/>
                </a:cxn>
              </a:cxnLst>
              <a:rect l="0" t="0" r="r" b="b"/>
              <a:pathLst>
                <a:path w="1357" h="785">
                  <a:moveTo>
                    <a:pt x="678" y="0"/>
                  </a:moveTo>
                  <a:lnTo>
                    <a:pt x="0" y="391"/>
                  </a:lnTo>
                  <a:lnTo>
                    <a:pt x="678" y="785"/>
                  </a:lnTo>
                  <a:lnTo>
                    <a:pt x="1357" y="391"/>
                  </a:lnTo>
                  <a:lnTo>
                    <a:pt x="678" y="0"/>
                  </a:lnTo>
                  <a:close/>
                </a:path>
              </a:pathLst>
            </a:custGeom>
            <a:solidFill>
              <a:srgbClr val="100B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 name="Freeform 9">
              <a:extLst>
                <a:ext uri="{FF2B5EF4-FFF2-40B4-BE49-F238E27FC236}">
                  <a16:creationId xmlns:a16="http://schemas.microsoft.com/office/drawing/2014/main" id="{FC0074FF-5BCC-45FA-8E44-F66DF0B78B91}"/>
                </a:ext>
              </a:extLst>
            </p:cNvPr>
            <p:cNvSpPr>
              <a:spLocks/>
            </p:cNvSpPr>
            <p:nvPr userDrawn="1"/>
          </p:nvSpPr>
          <p:spPr bwMode="auto">
            <a:xfrm>
              <a:off x="8158163" y="4283075"/>
              <a:ext cx="2154237" cy="1246187"/>
            </a:xfrm>
            <a:custGeom>
              <a:avLst/>
              <a:gdLst>
                <a:gd name="T0" fmla="*/ 678 w 1357"/>
                <a:gd name="T1" fmla="*/ 0 h 785"/>
                <a:gd name="T2" fmla="*/ 0 w 1357"/>
                <a:gd name="T3" fmla="*/ 391 h 785"/>
                <a:gd name="T4" fmla="*/ 678 w 1357"/>
                <a:gd name="T5" fmla="*/ 785 h 785"/>
                <a:gd name="T6" fmla="*/ 1357 w 1357"/>
                <a:gd name="T7" fmla="*/ 391 h 785"/>
                <a:gd name="T8" fmla="*/ 678 w 1357"/>
                <a:gd name="T9" fmla="*/ 0 h 785"/>
              </a:gdLst>
              <a:ahLst/>
              <a:cxnLst>
                <a:cxn ang="0">
                  <a:pos x="T0" y="T1"/>
                </a:cxn>
                <a:cxn ang="0">
                  <a:pos x="T2" y="T3"/>
                </a:cxn>
                <a:cxn ang="0">
                  <a:pos x="T4" y="T5"/>
                </a:cxn>
                <a:cxn ang="0">
                  <a:pos x="T6" y="T7"/>
                </a:cxn>
                <a:cxn ang="0">
                  <a:pos x="T8" y="T9"/>
                </a:cxn>
              </a:cxnLst>
              <a:rect l="0" t="0" r="r" b="b"/>
              <a:pathLst>
                <a:path w="1357" h="785">
                  <a:moveTo>
                    <a:pt x="678" y="0"/>
                  </a:moveTo>
                  <a:lnTo>
                    <a:pt x="0" y="391"/>
                  </a:lnTo>
                  <a:lnTo>
                    <a:pt x="678" y="785"/>
                  </a:lnTo>
                  <a:lnTo>
                    <a:pt x="1357" y="391"/>
                  </a:lnTo>
                  <a:lnTo>
                    <a:pt x="67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0" name="Freeform 55">
              <a:extLst>
                <a:ext uri="{FF2B5EF4-FFF2-40B4-BE49-F238E27FC236}">
                  <a16:creationId xmlns:a16="http://schemas.microsoft.com/office/drawing/2014/main" id="{B5EFAE15-02B0-4FEA-B304-654B59B7E046}"/>
                </a:ext>
              </a:extLst>
            </p:cNvPr>
            <p:cNvSpPr>
              <a:spLocks/>
            </p:cNvSpPr>
            <p:nvPr userDrawn="1"/>
          </p:nvSpPr>
          <p:spPr bwMode="auto">
            <a:xfrm>
              <a:off x="6513861" y="5810250"/>
              <a:ext cx="88900" cy="79375"/>
            </a:xfrm>
            <a:custGeom>
              <a:avLst/>
              <a:gdLst>
                <a:gd name="T0" fmla="*/ 13 w 27"/>
                <a:gd name="T1" fmla="*/ 0 h 24"/>
                <a:gd name="T2" fmla="*/ 7 w 27"/>
                <a:gd name="T3" fmla="*/ 2 h 24"/>
                <a:gd name="T4" fmla="*/ 3 w 27"/>
                <a:gd name="T5" fmla="*/ 18 h 24"/>
                <a:gd name="T6" fmla="*/ 13 w 27"/>
                <a:gd name="T7" fmla="*/ 24 h 24"/>
                <a:gd name="T8" fmla="*/ 19 w 27"/>
                <a:gd name="T9" fmla="*/ 22 h 24"/>
                <a:gd name="T10" fmla="*/ 23 w 27"/>
                <a:gd name="T11" fmla="*/ 6 h 24"/>
                <a:gd name="T12" fmla="*/ 13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3" y="0"/>
                  </a:moveTo>
                  <a:cubicBezTo>
                    <a:pt x="11" y="0"/>
                    <a:pt x="9" y="1"/>
                    <a:pt x="7" y="2"/>
                  </a:cubicBezTo>
                  <a:cubicBezTo>
                    <a:pt x="2" y="5"/>
                    <a:pt x="0" y="12"/>
                    <a:pt x="3" y="18"/>
                  </a:cubicBezTo>
                  <a:cubicBezTo>
                    <a:pt x="5" y="22"/>
                    <a:pt x="9" y="24"/>
                    <a:pt x="13" y="24"/>
                  </a:cubicBezTo>
                  <a:cubicBezTo>
                    <a:pt x="15" y="24"/>
                    <a:pt x="17" y="23"/>
                    <a:pt x="19" y="22"/>
                  </a:cubicBezTo>
                  <a:cubicBezTo>
                    <a:pt x="25" y="19"/>
                    <a:pt x="27" y="12"/>
                    <a:pt x="23" y="6"/>
                  </a:cubicBezTo>
                  <a:cubicBezTo>
                    <a:pt x="21" y="3"/>
                    <a:pt x="17" y="0"/>
                    <a:pt x="13" y="0"/>
                  </a:cubicBezTo>
                </a:path>
              </a:pathLst>
            </a:custGeom>
            <a:solidFill>
              <a:srgbClr val="42E8E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1" name="Freeform 56">
              <a:extLst>
                <a:ext uri="{FF2B5EF4-FFF2-40B4-BE49-F238E27FC236}">
                  <a16:creationId xmlns:a16="http://schemas.microsoft.com/office/drawing/2014/main" id="{AACA5D4B-622F-452A-9E2E-FB3D8E5B424C}"/>
                </a:ext>
              </a:extLst>
            </p:cNvPr>
            <p:cNvSpPr>
              <a:spLocks/>
            </p:cNvSpPr>
            <p:nvPr userDrawn="1"/>
          </p:nvSpPr>
          <p:spPr bwMode="auto">
            <a:xfrm>
              <a:off x="6605936" y="5756275"/>
              <a:ext cx="88900" cy="79375"/>
            </a:xfrm>
            <a:custGeom>
              <a:avLst/>
              <a:gdLst>
                <a:gd name="T0" fmla="*/ 14 w 27"/>
                <a:gd name="T1" fmla="*/ 0 h 24"/>
                <a:gd name="T2" fmla="*/ 8 w 27"/>
                <a:gd name="T3" fmla="*/ 2 h 24"/>
                <a:gd name="T4" fmla="*/ 3 w 27"/>
                <a:gd name="T5" fmla="*/ 18 h 24"/>
                <a:gd name="T6" fmla="*/ 14 w 27"/>
                <a:gd name="T7" fmla="*/ 24 h 24"/>
                <a:gd name="T8" fmla="*/ 19 w 27"/>
                <a:gd name="T9" fmla="*/ 22 h 24"/>
                <a:gd name="T10" fmla="*/ 24 w 27"/>
                <a:gd name="T11" fmla="*/ 6 h 24"/>
                <a:gd name="T12" fmla="*/ 14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4" y="0"/>
                  </a:moveTo>
                  <a:cubicBezTo>
                    <a:pt x="12" y="0"/>
                    <a:pt x="10" y="1"/>
                    <a:pt x="8" y="2"/>
                  </a:cubicBezTo>
                  <a:cubicBezTo>
                    <a:pt x="2" y="5"/>
                    <a:pt x="0" y="12"/>
                    <a:pt x="3" y="18"/>
                  </a:cubicBezTo>
                  <a:cubicBezTo>
                    <a:pt x="5" y="22"/>
                    <a:pt x="9" y="24"/>
                    <a:pt x="14" y="24"/>
                  </a:cubicBezTo>
                  <a:cubicBezTo>
                    <a:pt x="16" y="24"/>
                    <a:pt x="18" y="23"/>
                    <a:pt x="19" y="22"/>
                  </a:cubicBezTo>
                  <a:cubicBezTo>
                    <a:pt x="25" y="19"/>
                    <a:pt x="27" y="12"/>
                    <a:pt x="24" y="6"/>
                  </a:cubicBezTo>
                  <a:cubicBezTo>
                    <a:pt x="22" y="2"/>
                    <a:pt x="18" y="0"/>
                    <a:pt x="14" y="0"/>
                  </a:cubicBezTo>
                </a:path>
              </a:pathLst>
            </a:custGeom>
            <a:solidFill>
              <a:srgbClr val="4BC8CE"/>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2" name="Freeform 57">
              <a:extLst>
                <a:ext uri="{FF2B5EF4-FFF2-40B4-BE49-F238E27FC236}">
                  <a16:creationId xmlns:a16="http://schemas.microsoft.com/office/drawing/2014/main" id="{E9112628-8D4E-4BCC-BC3E-D239FECFF1B9}"/>
                </a:ext>
              </a:extLst>
            </p:cNvPr>
            <p:cNvSpPr>
              <a:spLocks/>
            </p:cNvSpPr>
            <p:nvPr userDrawn="1"/>
          </p:nvSpPr>
          <p:spPr bwMode="auto">
            <a:xfrm>
              <a:off x="6701186" y="5702300"/>
              <a:ext cx="85725" cy="77787"/>
            </a:xfrm>
            <a:custGeom>
              <a:avLst/>
              <a:gdLst>
                <a:gd name="T0" fmla="*/ 13 w 26"/>
                <a:gd name="T1" fmla="*/ 0 h 23"/>
                <a:gd name="T2" fmla="*/ 7 w 26"/>
                <a:gd name="T3" fmla="*/ 1 h 23"/>
                <a:gd name="T4" fmla="*/ 3 w 26"/>
                <a:gd name="T5" fmla="*/ 18 h 23"/>
                <a:gd name="T6" fmla="*/ 13 w 26"/>
                <a:gd name="T7" fmla="*/ 23 h 23"/>
                <a:gd name="T8" fmla="*/ 19 w 26"/>
                <a:gd name="T9" fmla="*/ 22 h 23"/>
                <a:gd name="T10" fmla="*/ 23 w 26"/>
                <a:gd name="T11" fmla="*/ 6 h 23"/>
                <a:gd name="T12" fmla="*/ 13 w 26"/>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6" h="23">
                  <a:moveTo>
                    <a:pt x="13" y="0"/>
                  </a:moveTo>
                  <a:cubicBezTo>
                    <a:pt x="11" y="0"/>
                    <a:pt x="9" y="0"/>
                    <a:pt x="7" y="1"/>
                  </a:cubicBezTo>
                  <a:cubicBezTo>
                    <a:pt x="2" y="5"/>
                    <a:pt x="0" y="12"/>
                    <a:pt x="3" y="18"/>
                  </a:cubicBezTo>
                  <a:cubicBezTo>
                    <a:pt x="5" y="21"/>
                    <a:pt x="9" y="23"/>
                    <a:pt x="13" y="23"/>
                  </a:cubicBezTo>
                  <a:cubicBezTo>
                    <a:pt x="15" y="23"/>
                    <a:pt x="17" y="23"/>
                    <a:pt x="19" y="22"/>
                  </a:cubicBezTo>
                  <a:cubicBezTo>
                    <a:pt x="24" y="19"/>
                    <a:pt x="26" y="12"/>
                    <a:pt x="23" y="6"/>
                  </a:cubicBezTo>
                  <a:cubicBezTo>
                    <a:pt x="21" y="2"/>
                    <a:pt x="17" y="0"/>
                    <a:pt x="13" y="0"/>
                  </a:cubicBezTo>
                </a:path>
              </a:pathLst>
            </a:custGeom>
            <a:solidFill>
              <a:srgbClr val="56AFC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3" name="Freeform 58">
              <a:extLst>
                <a:ext uri="{FF2B5EF4-FFF2-40B4-BE49-F238E27FC236}">
                  <a16:creationId xmlns:a16="http://schemas.microsoft.com/office/drawing/2014/main" id="{4C1692C0-671E-4112-8870-EA379167AC57}"/>
                </a:ext>
              </a:extLst>
            </p:cNvPr>
            <p:cNvSpPr>
              <a:spLocks/>
            </p:cNvSpPr>
            <p:nvPr userDrawn="1"/>
          </p:nvSpPr>
          <p:spPr bwMode="auto">
            <a:xfrm>
              <a:off x="6793261" y="5649912"/>
              <a:ext cx="90488" cy="76200"/>
            </a:xfrm>
            <a:custGeom>
              <a:avLst/>
              <a:gdLst>
                <a:gd name="T0" fmla="*/ 13 w 27"/>
                <a:gd name="T1" fmla="*/ 0 h 23"/>
                <a:gd name="T2" fmla="*/ 8 w 27"/>
                <a:gd name="T3" fmla="*/ 1 h 23"/>
                <a:gd name="T4" fmla="*/ 3 w 27"/>
                <a:gd name="T5" fmla="*/ 17 h 23"/>
                <a:gd name="T6" fmla="*/ 13 w 27"/>
                <a:gd name="T7" fmla="*/ 23 h 23"/>
                <a:gd name="T8" fmla="*/ 19 w 27"/>
                <a:gd name="T9" fmla="*/ 22 h 23"/>
                <a:gd name="T10" fmla="*/ 24 w 27"/>
                <a:gd name="T11" fmla="*/ 6 h 23"/>
                <a:gd name="T12" fmla="*/ 13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3" y="0"/>
                  </a:moveTo>
                  <a:cubicBezTo>
                    <a:pt x="11" y="0"/>
                    <a:pt x="9" y="0"/>
                    <a:pt x="8" y="1"/>
                  </a:cubicBezTo>
                  <a:cubicBezTo>
                    <a:pt x="2" y="4"/>
                    <a:pt x="0" y="12"/>
                    <a:pt x="3" y="17"/>
                  </a:cubicBezTo>
                  <a:cubicBezTo>
                    <a:pt x="5" y="21"/>
                    <a:pt x="9" y="23"/>
                    <a:pt x="13" y="23"/>
                  </a:cubicBezTo>
                  <a:cubicBezTo>
                    <a:pt x="15" y="23"/>
                    <a:pt x="17" y="23"/>
                    <a:pt x="19" y="22"/>
                  </a:cubicBezTo>
                  <a:cubicBezTo>
                    <a:pt x="25" y="19"/>
                    <a:pt x="27" y="11"/>
                    <a:pt x="24" y="6"/>
                  </a:cubicBezTo>
                  <a:cubicBezTo>
                    <a:pt x="22" y="2"/>
                    <a:pt x="18" y="0"/>
                    <a:pt x="13" y="0"/>
                  </a:cubicBezTo>
                </a:path>
              </a:pathLst>
            </a:custGeom>
            <a:solidFill>
              <a:srgbClr val="629CB6"/>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4" name="Freeform 59">
              <a:extLst>
                <a:ext uri="{FF2B5EF4-FFF2-40B4-BE49-F238E27FC236}">
                  <a16:creationId xmlns:a16="http://schemas.microsoft.com/office/drawing/2014/main" id="{CE40BE4D-1325-413C-9BF6-92993CBBA4E8}"/>
                </a:ext>
              </a:extLst>
            </p:cNvPr>
            <p:cNvSpPr>
              <a:spLocks/>
            </p:cNvSpPr>
            <p:nvPr userDrawn="1"/>
          </p:nvSpPr>
          <p:spPr bwMode="auto">
            <a:xfrm>
              <a:off x="6886924" y="5595937"/>
              <a:ext cx="88900" cy="76200"/>
            </a:xfrm>
            <a:custGeom>
              <a:avLst/>
              <a:gdLst>
                <a:gd name="T0" fmla="*/ 14 w 27"/>
                <a:gd name="T1" fmla="*/ 0 h 23"/>
                <a:gd name="T2" fmla="*/ 8 w 27"/>
                <a:gd name="T3" fmla="*/ 1 h 23"/>
                <a:gd name="T4" fmla="*/ 4 w 27"/>
                <a:gd name="T5" fmla="*/ 17 h 23"/>
                <a:gd name="T6" fmla="*/ 14 w 27"/>
                <a:gd name="T7" fmla="*/ 23 h 23"/>
                <a:gd name="T8" fmla="*/ 20 w 27"/>
                <a:gd name="T9" fmla="*/ 22 h 23"/>
                <a:gd name="T10" fmla="*/ 24 w 27"/>
                <a:gd name="T11" fmla="*/ 5 h 23"/>
                <a:gd name="T12" fmla="*/ 14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4" y="0"/>
                  </a:moveTo>
                  <a:cubicBezTo>
                    <a:pt x="12" y="0"/>
                    <a:pt x="10" y="0"/>
                    <a:pt x="8" y="1"/>
                  </a:cubicBezTo>
                  <a:cubicBezTo>
                    <a:pt x="2" y="4"/>
                    <a:pt x="0" y="11"/>
                    <a:pt x="4" y="17"/>
                  </a:cubicBezTo>
                  <a:cubicBezTo>
                    <a:pt x="6" y="21"/>
                    <a:pt x="10" y="23"/>
                    <a:pt x="14" y="23"/>
                  </a:cubicBezTo>
                  <a:cubicBezTo>
                    <a:pt x="16" y="23"/>
                    <a:pt x="18" y="23"/>
                    <a:pt x="20" y="22"/>
                  </a:cubicBezTo>
                  <a:cubicBezTo>
                    <a:pt x="25" y="18"/>
                    <a:pt x="27" y="11"/>
                    <a:pt x="24" y="5"/>
                  </a:cubicBezTo>
                  <a:cubicBezTo>
                    <a:pt x="22" y="2"/>
                    <a:pt x="18" y="0"/>
                    <a:pt x="14" y="0"/>
                  </a:cubicBezTo>
                </a:path>
              </a:pathLst>
            </a:custGeom>
            <a:solidFill>
              <a:srgbClr val="426693"/>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5" name="Freeform 60">
              <a:extLst>
                <a:ext uri="{FF2B5EF4-FFF2-40B4-BE49-F238E27FC236}">
                  <a16:creationId xmlns:a16="http://schemas.microsoft.com/office/drawing/2014/main" id="{F6CF83C1-7FD5-4B8D-B257-A98CD78B78B6}"/>
                </a:ext>
              </a:extLst>
            </p:cNvPr>
            <p:cNvSpPr>
              <a:spLocks/>
            </p:cNvSpPr>
            <p:nvPr userDrawn="1"/>
          </p:nvSpPr>
          <p:spPr bwMode="auto">
            <a:xfrm>
              <a:off x="6982174" y="5538787"/>
              <a:ext cx="88900" cy="80962"/>
            </a:xfrm>
            <a:custGeom>
              <a:avLst/>
              <a:gdLst>
                <a:gd name="T0" fmla="*/ 13 w 27"/>
                <a:gd name="T1" fmla="*/ 0 h 24"/>
                <a:gd name="T2" fmla="*/ 8 w 27"/>
                <a:gd name="T3" fmla="*/ 2 h 24"/>
                <a:gd name="T4" fmla="*/ 3 w 27"/>
                <a:gd name="T5" fmla="*/ 18 h 24"/>
                <a:gd name="T6" fmla="*/ 13 w 27"/>
                <a:gd name="T7" fmla="*/ 24 h 24"/>
                <a:gd name="T8" fmla="*/ 19 w 27"/>
                <a:gd name="T9" fmla="*/ 22 h 24"/>
                <a:gd name="T10" fmla="*/ 24 w 27"/>
                <a:gd name="T11" fmla="*/ 6 h 24"/>
                <a:gd name="T12" fmla="*/ 13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3" y="0"/>
                  </a:moveTo>
                  <a:cubicBezTo>
                    <a:pt x="11" y="0"/>
                    <a:pt x="9" y="1"/>
                    <a:pt x="8" y="2"/>
                  </a:cubicBezTo>
                  <a:cubicBezTo>
                    <a:pt x="2" y="5"/>
                    <a:pt x="0" y="12"/>
                    <a:pt x="3" y="18"/>
                  </a:cubicBezTo>
                  <a:cubicBezTo>
                    <a:pt x="5" y="22"/>
                    <a:pt x="9" y="24"/>
                    <a:pt x="13" y="24"/>
                  </a:cubicBezTo>
                  <a:cubicBezTo>
                    <a:pt x="15" y="24"/>
                    <a:pt x="17" y="23"/>
                    <a:pt x="19" y="22"/>
                  </a:cubicBezTo>
                  <a:cubicBezTo>
                    <a:pt x="25" y="19"/>
                    <a:pt x="27" y="12"/>
                    <a:pt x="24" y="6"/>
                  </a:cubicBezTo>
                  <a:cubicBezTo>
                    <a:pt x="21" y="2"/>
                    <a:pt x="17" y="0"/>
                    <a:pt x="13" y="0"/>
                  </a:cubicBezTo>
                </a:path>
              </a:pathLst>
            </a:custGeom>
            <a:solidFill>
              <a:srgbClr val="426693"/>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6" name="Freeform 61">
              <a:extLst>
                <a:ext uri="{FF2B5EF4-FFF2-40B4-BE49-F238E27FC236}">
                  <a16:creationId xmlns:a16="http://schemas.microsoft.com/office/drawing/2014/main" id="{B15DA810-0AC5-40C4-A5A1-B1285D0BAB29}"/>
                </a:ext>
              </a:extLst>
            </p:cNvPr>
            <p:cNvSpPr>
              <a:spLocks/>
            </p:cNvSpPr>
            <p:nvPr userDrawn="1"/>
          </p:nvSpPr>
          <p:spPr bwMode="auto">
            <a:xfrm>
              <a:off x="7263161" y="5372100"/>
              <a:ext cx="88900" cy="77787"/>
            </a:xfrm>
            <a:custGeom>
              <a:avLst/>
              <a:gdLst>
                <a:gd name="T0" fmla="*/ 14 w 27"/>
                <a:gd name="T1" fmla="*/ 0 h 23"/>
                <a:gd name="T2" fmla="*/ 8 w 27"/>
                <a:gd name="T3" fmla="*/ 1 h 23"/>
                <a:gd name="T4" fmla="*/ 4 w 27"/>
                <a:gd name="T5" fmla="*/ 17 h 23"/>
                <a:gd name="T6" fmla="*/ 14 w 27"/>
                <a:gd name="T7" fmla="*/ 23 h 23"/>
                <a:gd name="T8" fmla="*/ 20 w 27"/>
                <a:gd name="T9" fmla="*/ 22 h 23"/>
                <a:gd name="T10" fmla="*/ 24 w 27"/>
                <a:gd name="T11" fmla="*/ 6 h 23"/>
                <a:gd name="T12" fmla="*/ 14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4" y="0"/>
                  </a:moveTo>
                  <a:cubicBezTo>
                    <a:pt x="12" y="0"/>
                    <a:pt x="10" y="0"/>
                    <a:pt x="8" y="1"/>
                  </a:cubicBezTo>
                  <a:cubicBezTo>
                    <a:pt x="2" y="5"/>
                    <a:pt x="0" y="12"/>
                    <a:pt x="4" y="17"/>
                  </a:cubicBezTo>
                  <a:cubicBezTo>
                    <a:pt x="6" y="21"/>
                    <a:pt x="10" y="23"/>
                    <a:pt x="14" y="23"/>
                  </a:cubicBezTo>
                  <a:cubicBezTo>
                    <a:pt x="16" y="23"/>
                    <a:pt x="18" y="23"/>
                    <a:pt x="20" y="22"/>
                  </a:cubicBezTo>
                  <a:cubicBezTo>
                    <a:pt x="25" y="19"/>
                    <a:pt x="27" y="11"/>
                    <a:pt x="24" y="6"/>
                  </a:cubicBezTo>
                  <a:cubicBezTo>
                    <a:pt x="22" y="2"/>
                    <a:pt x="18" y="0"/>
                    <a:pt x="14" y="0"/>
                  </a:cubicBezTo>
                </a:path>
              </a:pathLst>
            </a:custGeom>
            <a:solidFill>
              <a:srgbClr val="42E8E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7" name="Freeform 62">
              <a:extLst>
                <a:ext uri="{FF2B5EF4-FFF2-40B4-BE49-F238E27FC236}">
                  <a16:creationId xmlns:a16="http://schemas.microsoft.com/office/drawing/2014/main" id="{FD1476BC-AC33-4968-8BE4-E89562505DA5}"/>
                </a:ext>
              </a:extLst>
            </p:cNvPr>
            <p:cNvSpPr>
              <a:spLocks/>
            </p:cNvSpPr>
            <p:nvPr userDrawn="1"/>
          </p:nvSpPr>
          <p:spPr bwMode="auto">
            <a:xfrm>
              <a:off x="7171086" y="5426075"/>
              <a:ext cx="88900" cy="79375"/>
            </a:xfrm>
            <a:custGeom>
              <a:avLst/>
              <a:gdLst>
                <a:gd name="T0" fmla="*/ 13 w 27"/>
                <a:gd name="T1" fmla="*/ 0 h 24"/>
                <a:gd name="T2" fmla="*/ 8 w 27"/>
                <a:gd name="T3" fmla="*/ 2 h 24"/>
                <a:gd name="T4" fmla="*/ 3 w 27"/>
                <a:gd name="T5" fmla="*/ 18 h 24"/>
                <a:gd name="T6" fmla="*/ 13 w 27"/>
                <a:gd name="T7" fmla="*/ 24 h 24"/>
                <a:gd name="T8" fmla="*/ 19 w 27"/>
                <a:gd name="T9" fmla="*/ 22 h 24"/>
                <a:gd name="T10" fmla="*/ 24 w 27"/>
                <a:gd name="T11" fmla="*/ 6 h 24"/>
                <a:gd name="T12" fmla="*/ 13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3" y="0"/>
                  </a:moveTo>
                  <a:cubicBezTo>
                    <a:pt x="11" y="0"/>
                    <a:pt x="9" y="1"/>
                    <a:pt x="8" y="2"/>
                  </a:cubicBezTo>
                  <a:cubicBezTo>
                    <a:pt x="2" y="5"/>
                    <a:pt x="0" y="12"/>
                    <a:pt x="3" y="18"/>
                  </a:cubicBezTo>
                  <a:cubicBezTo>
                    <a:pt x="5" y="21"/>
                    <a:pt x="9" y="24"/>
                    <a:pt x="13" y="24"/>
                  </a:cubicBezTo>
                  <a:cubicBezTo>
                    <a:pt x="15" y="24"/>
                    <a:pt x="17" y="23"/>
                    <a:pt x="19" y="22"/>
                  </a:cubicBezTo>
                  <a:cubicBezTo>
                    <a:pt x="25" y="19"/>
                    <a:pt x="27" y="12"/>
                    <a:pt x="24" y="6"/>
                  </a:cubicBezTo>
                  <a:cubicBezTo>
                    <a:pt x="21" y="2"/>
                    <a:pt x="17" y="0"/>
                    <a:pt x="13" y="0"/>
                  </a:cubicBezTo>
                </a:path>
              </a:pathLst>
            </a:custGeom>
            <a:solidFill>
              <a:srgbClr val="4BC8CE"/>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8" name="Freeform 63">
              <a:extLst>
                <a:ext uri="{FF2B5EF4-FFF2-40B4-BE49-F238E27FC236}">
                  <a16:creationId xmlns:a16="http://schemas.microsoft.com/office/drawing/2014/main" id="{0B4524DE-4782-43B9-83DA-A10F81CC0FFE}"/>
                </a:ext>
              </a:extLst>
            </p:cNvPr>
            <p:cNvSpPr>
              <a:spLocks/>
            </p:cNvSpPr>
            <p:nvPr userDrawn="1"/>
          </p:nvSpPr>
          <p:spPr bwMode="auto">
            <a:xfrm>
              <a:off x="7074249" y="5480050"/>
              <a:ext cx="88900" cy="79375"/>
            </a:xfrm>
            <a:custGeom>
              <a:avLst/>
              <a:gdLst>
                <a:gd name="T0" fmla="*/ 14 w 27"/>
                <a:gd name="T1" fmla="*/ 0 h 24"/>
                <a:gd name="T2" fmla="*/ 8 w 27"/>
                <a:gd name="T3" fmla="*/ 2 h 24"/>
                <a:gd name="T4" fmla="*/ 4 w 27"/>
                <a:gd name="T5" fmla="*/ 18 h 24"/>
                <a:gd name="T6" fmla="*/ 14 w 27"/>
                <a:gd name="T7" fmla="*/ 24 h 24"/>
                <a:gd name="T8" fmla="*/ 20 w 27"/>
                <a:gd name="T9" fmla="*/ 22 h 24"/>
                <a:gd name="T10" fmla="*/ 24 w 27"/>
                <a:gd name="T11" fmla="*/ 6 h 24"/>
                <a:gd name="T12" fmla="*/ 14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4" y="0"/>
                  </a:moveTo>
                  <a:cubicBezTo>
                    <a:pt x="12" y="0"/>
                    <a:pt x="10" y="1"/>
                    <a:pt x="8" y="2"/>
                  </a:cubicBezTo>
                  <a:cubicBezTo>
                    <a:pt x="2" y="5"/>
                    <a:pt x="0" y="12"/>
                    <a:pt x="4" y="18"/>
                  </a:cubicBezTo>
                  <a:cubicBezTo>
                    <a:pt x="6" y="22"/>
                    <a:pt x="10" y="24"/>
                    <a:pt x="14" y="24"/>
                  </a:cubicBezTo>
                  <a:cubicBezTo>
                    <a:pt x="16" y="24"/>
                    <a:pt x="18" y="23"/>
                    <a:pt x="20" y="22"/>
                  </a:cubicBezTo>
                  <a:cubicBezTo>
                    <a:pt x="25" y="19"/>
                    <a:pt x="27" y="12"/>
                    <a:pt x="24" y="6"/>
                  </a:cubicBezTo>
                  <a:cubicBezTo>
                    <a:pt x="22" y="2"/>
                    <a:pt x="18" y="0"/>
                    <a:pt x="14" y="0"/>
                  </a:cubicBezTo>
                </a:path>
              </a:pathLst>
            </a:custGeom>
            <a:solidFill>
              <a:srgbClr val="457EA2"/>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9" name="Freeform 64">
              <a:extLst>
                <a:ext uri="{FF2B5EF4-FFF2-40B4-BE49-F238E27FC236}">
                  <a16:creationId xmlns:a16="http://schemas.microsoft.com/office/drawing/2014/main" id="{DB720F95-412E-4E6C-802D-473669FBF1D5}"/>
                </a:ext>
              </a:extLst>
            </p:cNvPr>
            <p:cNvSpPr>
              <a:spLocks/>
            </p:cNvSpPr>
            <p:nvPr userDrawn="1"/>
          </p:nvSpPr>
          <p:spPr bwMode="auto">
            <a:xfrm>
              <a:off x="7923561" y="5372100"/>
              <a:ext cx="88900" cy="77787"/>
            </a:xfrm>
            <a:custGeom>
              <a:avLst/>
              <a:gdLst>
                <a:gd name="T0" fmla="*/ 13 w 27"/>
                <a:gd name="T1" fmla="*/ 0 h 23"/>
                <a:gd name="T2" fmla="*/ 3 w 27"/>
                <a:gd name="T3" fmla="*/ 5 h 23"/>
                <a:gd name="T4" fmla="*/ 8 w 27"/>
                <a:gd name="T5" fmla="*/ 22 h 23"/>
                <a:gd name="T6" fmla="*/ 13 w 27"/>
                <a:gd name="T7" fmla="*/ 23 h 23"/>
                <a:gd name="T8" fmla="*/ 24 w 27"/>
                <a:gd name="T9" fmla="*/ 17 h 23"/>
                <a:gd name="T10" fmla="*/ 19 w 27"/>
                <a:gd name="T11" fmla="*/ 1 h 23"/>
                <a:gd name="T12" fmla="*/ 13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3" y="0"/>
                  </a:moveTo>
                  <a:cubicBezTo>
                    <a:pt x="9" y="0"/>
                    <a:pt x="5" y="2"/>
                    <a:pt x="3" y="5"/>
                  </a:cubicBezTo>
                  <a:cubicBezTo>
                    <a:pt x="0" y="11"/>
                    <a:pt x="2" y="18"/>
                    <a:pt x="8" y="22"/>
                  </a:cubicBezTo>
                  <a:cubicBezTo>
                    <a:pt x="9" y="23"/>
                    <a:pt x="11" y="23"/>
                    <a:pt x="13" y="23"/>
                  </a:cubicBezTo>
                  <a:cubicBezTo>
                    <a:pt x="18" y="23"/>
                    <a:pt x="21" y="21"/>
                    <a:pt x="24" y="17"/>
                  </a:cubicBezTo>
                  <a:cubicBezTo>
                    <a:pt x="27" y="11"/>
                    <a:pt x="25" y="4"/>
                    <a:pt x="19" y="1"/>
                  </a:cubicBezTo>
                  <a:cubicBezTo>
                    <a:pt x="17" y="0"/>
                    <a:pt x="15" y="0"/>
                    <a:pt x="13" y="0"/>
                  </a:cubicBezTo>
                </a:path>
              </a:pathLst>
            </a:custGeom>
            <a:solidFill>
              <a:srgbClr val="42E8E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0" name="Freeform 65">
              <a:extLst>
                <a:ext uri="{FF2B5EF4-FFF2-40B4-BE49-F238E27FC236}">
                  <a16:creationId xmlns:a16="http://schemas.microsoft.com/office/drawing/2014/main" id="{6F409CC0-6CE5-411A-A631-05BC30DE3FF0}"/>
                </a:ext>
              </a:extLst>
            </p:cNvPr>
            <p:cNvSpPr>
              <a:spLocks/>
            </p:cNvSpPr>
            <p:nvPr userDrawn="1"/>
          </p:nvSpPr>
          <p:spPr bwMode="auto">
            <a:xfrm>
              <a:off x="8015636" y="5426075"/>
              <a:ext cx="88900" cy="76200"/>
            </a:xfrm>
            <a:custGeom>
              <a:avLst/>
              <a:gdLst>
                <a:gd name="T0" fmla="*/ 14 w 27"/>
                <a:gd name="T1" fmla="*/ 0 h 23"/>
                <a:gd name="T2" fmla="*/ 4 w 27"/>
                <a:gd name="T3" fmla="*/ 6 h 23"/>
                <a:gd name="T4" fmla="*/ 8 w 27"/>
                <a:gd name="T5" fmla="*/ 22 h 23"/>
                <a:gd name="T6" fmla="*/ 14 w 27"/>
                <a:gd name="T7" fmla="*/ 23 h 23"/>
                <a:gd name="T8" fmla="*/ 24 w 27"/>
                <a:gd name="T9" fmla="*/ 17 h 23"/>
                <a:gd name="T10" fmla="*/ 20 w 27"/>
                <a:gd name="T11" fmla="*/ 1 h 23"/>
                <a:gd name="T12" fmla="*/ 14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4" y="0"/>
                  </a:moveTo>
                  <a:cubicBezTo>
                    <a:pt x="10" y="0"/>
                    <a:pt x="6" y="2"/>
                    <a:pt x="4" y="6"/>
                  </a:cubicBezTo>
                  <a:cubicBezTo>
                    <a:pt x="0" y="11"/>
                    <a:pt x="2" y="19"/>
                    <a:pt x="8" y="22"/>
                  </a:cubicBezTo>
                  <a:cubicBezTo>
                    <a:pt x="10" y="23"/>
                    <a:pt x="12" y="23"/>
                    <a:pt x="14" y="23"/>
                  </a:cubicBezTo>
                  <a:cubicBezTo>
                    <a:pt x="18" y="23"/>
                    <a:pt x="22" y="21"/>
                    <a:pt x="24" y="17"/>
                  </a:cubicBezTo>
                  <a:cubicBezTo>
                    <a:pt x="27" y="12"/>
                    <a:pt x="25" y="5"/>
                    <a:pt x="20" y="1"/>
                  </a:cubicBezTo>
                  <a:cubicBezTo>
                    <a:pt x="18" y="0"/>
                    <a:pt x="16" y="0"/>
                    <a:pt x="14" y="0"/>
                  </a:cubicBezTo>
                </a:path>
              </a:pathLst>
            </a:custGeom>
            <a:solidFill>
              <a:srgbClr val="4BC8CE"/>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1" name="Freeform 66">
              <a:extLst>
                <a:ext uri="{FF2B5EF4-FFF2-40B4-BE49-F238E27FC236}">
                  <a16:creationId xmlns:a16="http://schemas.microsoft.com/office/drawing/2014/main" id="{FBBEC337-3D96-4552-94E6-D5A400715A52}"/>
                </a:ext>
              </a:extLst>
            </p:cNvPr>
            <p:cNvSpPr>
              <a:spLocks/>
            </p:cNvSpPr>
            <p:nvPr userDrawn="1"/>
          </p:nvSpPr>
          <p:spPr bwMode="auto">
            <a:xfrm>
              <a:off x="8110886" y="5480050"/>
              <a:ext cx="88900" cy="79375"/>
            </a:xfrm>
            <a:custGeom>
              <a:avLst/>
              <a:gdLst>
                <a:gd name="T0" fmla="*/ 13 w 27"/>
                <a:gd name="T1" fmla="*/ 0 h 24"/>
                <a:gd name="T2" fmla="*/ 3 w 27"/>
                <a:gd name="T3" fmla="*/ 6 h 24"/>
                <a:gd name="T4" fmla="*/ 8 w 27"/>
                <a:gd name="T5" fmla="*/ 22 h 24"/>
                <a:gd name="T6" fmla="*/ 13 w 27"/>
                <a:gd name="T7" fmla="*/ 24 h 24"/>
                <a:gd name="T8" fmla="*/ 24 w 27"/>
                <a:gd name="T9" fmla="*/ 18 h 24"/>
                <a:gd name="T10" fmla="*/ 19 w 27"/>
                <a:gd name="T11" fmla="*/ 2 h 24"/>
                <a:gd name="T12" fmla="*/ 13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3" y="0"/>
                  </a:moveTo>
                  <a:cubicBezTo>
                    <a:pt x="9" y="0"/>
                    <a:pt x="5" y="2"/>
                    <a:pt x="3" y="6"/>
                  </a:cubicBezTo>
                  <a:cubicBezTo>
                    <a:pt x="0" y="12"/>
                    <a:pt x="2" y="19"/>
                    <a:pt x="8" y="22"/>
                  </a:cubicBezTo>
                  <a:cubicBezTo>
                    <a:pt x="9" y="23"/>
                    <a:pt x="11" y="24"/>
                    <a:pt x="13" y="24"/>
                  </a:cubicBezTo>
                  <a:cubicBezTo>
                    <a:pt x="17" y="24"/>
                    <a:pt x="21" y="21"/>
                    <a:pt x="24" y="18"/>
                  </a:cubicBezTo>
                  <a:cubicBezTo>
                    <a:pt x="27" y="12"/>
                    <a:pt x="25" y="5"/>
                    <a:pt x="19" y="2"/>
                  </a:cubicBezTo>
                  <a:cubicBezTo>
                    <a:pt x="17" y="0"/>
                    <a:pt x="15" y="0"/>
                    <a:pt x="13" y="0"/>
                  </a:cubicBezTo>
                </a:path>
              </a:pathLst>
            </a:custGeom>
            <a:solidFill>
              <a:srgbClr val="56AFC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928" name="Freeform 67">
              <a:extLst>
                <a:ext uri="{FF2B5EF4-FFF2-40B4-BE49-F238E27FC236}">
                  <a16:creationId xmlns:a16="http://schemas.microsoft.com/office/drawing/2014/main" id="{0B480263-2724-4D8D-890E-23B98114D457}"/>
                </a:ext>
              </a:extLst>
            </p:cNvPr>
            <p:cNvSpPr>
              <a:spLocks/>
            </p:cNvSpPr>
            <p:nvPr userDrawn="1"/>
          </p:nvSpPr>
          <p:spPr bwMode="auto">
            <a:xfrm>
              <a:off x="8204549" y="5532437"/>
              <a:ext cx="88900" cy="80962"/>
            </a:xfrm>
            <a:custGeom>
              <a:avLst/>
              <a:gdLst>
                <a:gd name="T0" fmla="*/ 14 w 27"/>
                <a:gd name="T1" fmla="*/ 0 h 24"/>
                <a:gd name="T2" fmla="*/ 4 w 27"/>
                <a:gd name="T3" fmla="*/ 6 h 24"/>
                <a:gd name="T4" fmla="*/ 8 w 27"/>
                <a:gd name="T5" fmla="*/ 22 h 24"/>
                <a:gd name="T6" fmla="*/ 14 w 27"/>
                <a:gd name="T7" fmla="*/ 24 h 24"/>
                <a:gd name="T8" fmla="*/ 24 w 27"/>
                <a:gd name="T9" fmla="*/ 18 h 24"/>
                <a:gd name="T10" fmla="*/ 20 w 27"/>
                <a:gd name="T11" fmla="*/ 2 h 24"/>
                <a:gd name="T12" fmla="*/ 14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4" y="0"/>
                  </a:moveTo>
                  <a:cubicBezTo>
                    <a:pt x="10" y="0"/>
                    <a:pt x="6" y="2"/>
                    <a:pt x="4" y="6"/>
                  </a:cubicBezTo>
                  <a:cubicBezTo>
                    <a:pt x="0" y="12"/>
                    <a:pt x="2" y="19"/>
                    <a:pt x="8" y="22"/>
                  </a:cubicBezTo>
                  <a:cubicBezTo>
                    <a:pt x="10" y="23"/>
                    <a:pt x="12" y="24"/>
                    <a:pt x="14" y="24"/>
                  </a:cubicBezTo>
                  <a:cubicBezTo>
                    <a:pt x="18" y="24"/>
                    <a:pt x="22" y="22"/>
                    <a:pt x="24" y="18"/>
                  </a:cubicBezTo>
                  <a:cubicBezTo>
                    <a:pt x="27" y="12"/>
                    <a:pt x="25" y="5"/>
                    <a:pt x="20" y="2"/>
                  </a:cubicBezTo>
                  <a:cubicBezTo>
                    <a:pt x="18" y="1"/>
                    <a:pt x="16" y="0"/>
                    <a:pt x="14" y="0"/>
                  </a:cubicBezTo>
                </a:path>
              </a:pathLst>
            </a:custGeom>
            <a:solidFill>
              <a:srgbClr val="6E8EAF"/>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929" name="Freeform 68">
              <a:extLst>
                <a:ext uri="{FF2B5EF4-FFF2-40B4-BE49-F238E27FC236}">
                  <a16:creationId xmlns:a16="http://schemas.microsoft.com/office/drawing/2014/main" id="{7FC2FF67-8A42-4CD0-B5E5-272103BC2376}"/>
                </a:ext>
              </a:extLst>
            </p:cNvPr>
            <p:cNvSpPr>
              <a:spLocks/>
            </p:cNvSpPr>
            <p:nvPr userDrawn="1"/>
          </p:nvSpPr>
          <p:spPr bwMode="auto">
            <a:xfrm>
              <a:off x="8299799" y="5586412"/>
              <a:ext cx="88900" cy="79375"/>
            </a:xfrm>
            <a:custGeom>
              <a:avLst/>
              <a:gdLst>
                <a:gd name="T0" fmla="*/ 13 w 27"/>
                <a:gd name="T1" fmla="*/ 0 h 24"/>
                <a:gd name="T2" fmla="*/ 3 w 27"/>
                <a:gd name="T3" fmla="*/ 6 h 24"/>
                <a:gd name="T4" fmla="*/ 7 w 27"/>
                <a:gd name="T5" fmla="*/ 22 h 24"/>
                <a:gd name="T6" fmla="*/ 13 w 27"/>
                <a:gd name="T7" fmla="*/ 24 h 24"/>
                <a:gd name="T8" fmla="*/ 24 w 27"/>
                <a:gd name="T9" fmla="*/ 18 h 24"/>
                <a:gd name="T10" fmla="*/ 19 w 27"/>
                <a:gd name="T11" fmla="*/ 2 h 24"/>
                <a:gd name="T12" fmla="*/ 13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3" y="0"/>
                  </a:moveTo>
                  <a:cubicBezTo>
                    <a:pt x="9" y="0"/>
                    <a:pt x="5" y="3"/>
                    <a:pt x="3" y="6"/>
                  </a:cubicBezTo>
                  <a:cubicBezTo>
                    <a:pt x="0" y="12"/>
                    <a:pt x="2" y="19"/>
                    <a:pt x="7" y="22"/>
                  </a:cubicBezTo>
                  <a:cubicBezTo>
                    <a:pt x="9" y="23"/>
                    <a:pt x="11" y="24"/>
                    <a:pt x="13" y="24"/>
                  </a:cubicBezTo>
                  <a:cubicBezTo>
                    <a:pt x="17" y="24"/>
                    <a:pt x="21" y="22"/>
                    <a:pt x="24" y="18"/>
                  </a:cubicBezTo>
                  <a:cubicBezTo>
                    <a:pt x="27" y="12"/>
                    <a:pt x="25" y="5"/>
                    <a:pt x="19" y="2"/>
                  </a:cubicBezTo>
                  <a:cubicBezTo>
                    <a:pt x="17" y="1"/>
                    <a:pt x="15" y="0"/>
                    <a:pt x="13" y="0"/>
                  </a:cubicBezTo>
                </a:path>
              </a:pathLst>
            </a:custGeom>
            <a:solidFill>
              <a:srgbClr val="7C87AC"/>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932" name="Freeform 71">
              <a:extLst>
                <a:ext uri="{FF2B5EF4-FFF2-40B4-BE49-F238E27FC236}">
                  <a16:creationId xmlns:a16="http://schemas.microsoft.com/office/drawing/2014/main" id="{FD80A767-1C22-4670-99FF-B8B248D1B0F2}"/>
                </a:ext>
              </a:extLst>
            </p:cNvPr>
            <p:cNvSpPr>
              <a:spLocks/>
            </p:cNvSpPr>
            <p:nvPr userDrawn="1"/>
          </p:nvSpPr>
          <p:spPr bwMode="auto">
            <a:xfrm>
              <a:off x="8945911" y="5972175"/>
              <a:ext cx="90488" cy="80962"/>
            </a:xfrm>
            <a:custGeom>
              <a:avLst/>
              <a:gdLst>
                <a:gd name="T0" fmla="*/ 14 w 27"/>
                <a:gd name="T1" fmla="*/ 0 h 24"/>
                <a:gd name="T2" fmla="*/ 3 w 27"/>
                <a:gd name="T3" fmla="*/ 6 h 24"/>
                <a:gd name="T4" fmla="*/ 8 w 27"/>
                <a:gd name="T5" fmla="*/ 22 h 24"/>
                <a:gd name="T6" fmla="*/ 14 w 27"/>
                <a:gd name="T7" fmla="*/ 24 h 24"/>
                <a:gd name="T8" fmla="*/ 24 w 27"/>
                <a:gd name="T9" fmla="*/ 18 h 24"/>
                <a:gd name="T10" fmla="*/ 20 w 27"/>
                <a:gd name="T11" fmla="*/ 2 h 24"/>
                <a:gd name="T12" fmla="*/ 14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4" y="0"/>
                  </a:moveTo>
                  <a:cubicBezTo>
                    <a:pt x="10" y="0"/>
                    <a:pt x="6" y="2"/>
                    <a:pt x="3" y="6"/>
                  </a:cubicBezTo>
                  <a:cubicBezTo>
                    <a:pt x="0" y="12"/>
                    <a:pt x="2" y="19"/>
                    <a:pt x="8" y="22"/>
                  </a:cubicBezTo>
                  <a:cubicBezTo>
                    <a:pt x="10" y="23"/>
                    <a:pt x="12" y="24"/>
                    <a:pt x="14" y="24"/>
                  </a:cubicBezTo>
                  <a:cubicBezTo>
                    <a:pt x="18" y="24"/>
                    <a:pt x="22" y="21"/>
                    <a:pt x="24" y="18"/>
                  </a:cubicBezTo>
                  <a:cubicBezTo>
                    <a:pt x="27" y="12"/>
                    <a:pt x="25" y="5"/>
                    <a:pt x="20" y="2"/>
                  </a:cubicBezTo>
                  <a:cubicBezTo>
                    <a:pt x="18" y="1"/>
                    <a:pt x="16" y="0"/>
                    <a:pt x="14" y="0"/>
                  </a:cubicBezTo>
                </a:path>
              </a:pathLst>
            </a:custGeom>
            <a:solidFill>
              <a:srgbClr val="42E8E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933" name="Freeform 72">
              <a:extLst>
                <a:ext uri="{FF2B5EF4-FFF2-40B4-BE49-F238E27FC236}">
                  <a16:creationId xmlns:a16="http://schemas.microsoft.com/office/drawing/2014/main" id="{63B25B06-018E-4207-8D4D-28A3CAB37F2A}"/>
                </a:ext>
              </a:extLst>
            </p:cNvPr>
            <p:cNvSpPr>
              <a:spLocks/>
            </p:cNvSpPr>
            <p:nvPr userDrawn="1"/>
          </p:nvSpPr>
          <p:spPr bwMode="auto">
            <a:xfrm>
              <a:off x="8853836" y="5919787"/>
              <a:ext cx="88900" cy="76200"/>
            </a:xfrm>
            <a:custGeom>
              <a:avLst/>
              <a:gdLst>
                <a:gd name="T0" fmla="*/ 13 w 27"/>
                <a:gd name="T1" fmla="*/ 0 h 23"/>
                <a:gd name="T2" fmla="*/ 3 w 27"/>
                <a:gd name="T3" fmla="*/ 6 h 23"/>
                <a:gd name="T4" fmla="*/ 7 w 27"/>
                <a:gd name="T5" fmla="*/ 22 h 23"/>
                <a:gd name="T6" fmla="*/ 13 w 27"/>
                <a:gd name="T7" fmla="*/ 23 h 23"/>
                <a:gd name="T8" fmla="*/ 23 w 27"/>
                <a:gd name="T9" fmla="*/ 17 h 23"/>
                <a:gd name="T10" fmla="*/ 19 w 27"/>
                <a:gd name="T11" fmla="*/ 1 h 23"/>
                <a:gd name="T12" fmla="*/ 13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3" y="0"/>
                  </a:moveTo>
                  <a:cubicBezTo>
                    <a:pt x="9" y="0"/>
                    <a:pt x="5" y="2"/>
                    <a:pt x="3" y="6"/>
                  </a:cubicBezTo>
                  <a:cubicBezTo>
                    <a:pt x="0" y="11"/>
                    <a:pt x="2" y="18"/>
                    <a:pt x="7" y="22"/>
                  </a:cubicBezTo>
                  <a:cubicBezTo>
                    <a:pt x="9" y="23"/>
                    <a:pt x="11" y="23"/>
                    <a:pt x="13" y="23"/>
                  </a:cubicBezTo>
                  <a:cubicBezTo>
                    <a:pt x="17" y="23"/>
                    <a:pt x="21" y="21"/>
                    <a:pt x="23" y="17"/>
                  </a:cubicBezTo>
                  <a:cubicBezTo>
                    <a:pt x="27" y="12"/>
                    <a:pt x="25" y="5"/>
                    <a:pt x="19" y="1"/>
                  </a:cubicBezTo>
                  <a:cubicBezTo>
                    <a:pt x="17" y="0"/>
                    <a:pt x="15" y="0"/>
                    <a:pt x="13" y="0"/>
                  </a:cubicBezTo>
                </a:path>
              </a:pathLst>
            </a:custGeom>
            <a:solidFill>
              <a:srgbClr val="4BC8CE"/>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934" name="Freeform 73">
              <a:extLst>
                <a:ext uri="{FF2B5EF4-FFF2-40B4-BE49-F238E27FC236}">
                  <a16:creationId xmlns:a16="http://schemas.microsoft.com/office/drawing/2014/main" id="{5D585783-FD34-4BEE-B88F-4B5FB48E44B9}"/>
                </a:ext>
              </a:extLst>
            </p:cNvPr>
            <p:cNvSpPr>
              <a:spLocks/>
            </p:cNvSpPr>
            <p:nvPr userDrawn="1"/>
          </p:nvSpPr>
          <p:spPr bwMode="auto">
            <a:xfrm>
              <a:off x="8758586" y="5862637"/>
              <a:ext cx="88900" cy="80962"/>
            </a:xfrm>
            <a:custGeom>
              <a:avLst/>
              <a:gdLst>
                <a:gd name="T0" fmla="*/ 14 w 27"/>
                <a:gd name="T1" fmla="*/ 0 h 24"/>
                <a:gd name="T2" fmla="*/ 4 w 27"/>
                <a:gd name="T3" fmla="*/ 6 h 24"/>
                <a:gd name="T4" fmla="*/ 8 w 27"/>
                <a:gd name="T5" fmla="*/ 22 h 24"/>
                <a:gd name="T6" fmla="*/ 14 w 27"/>
                <a:gd name="T7" fmla="*/ 24 h 24"/>
                <a:gd name="T8" fmla="*/ 24 w 27"/>
                <a:gd name="T9" fmla="*/ 18 h 24"/>
                <a:gd name="T10" fmla="*/ 20 w 27"/>
                <a:gd name="T11" fmla="*/ 2 h 24"/>
                <a:gd name="T12" fmla="*/ 14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4" y="0"/>
                  </a:moveTo>
                  <a:cubicBezTo>
                    <a:pt x="10" y="0"/>
                    <a:pt x="6" y="2"/>
                    <a:pt x="4" y="6"/>
                  </a:cubicBezTo>
                  <a:cubicBezTo>
                    <a:pt x="0" y="12"/>
                    <a:pt x="2" y="19"/>
                    <a:pt x="8" y="22"/>
                  </a:cubicBezTo>
                  <a:cubicBezTo>
                    <a:pt x="10" y="23"/>
                    <a:pt x="12" y="24"/>
                    <a:pt x="14" y="24"/>
                  </a:cubicBezTo>
                  <a:cubicBezTo>
                    <a:pt x="18" y="24"/>
                    <a:pt x="22" y="22"/>
                    <a:pt x="24" y="18"/>
                  </a:cubicBezTo>
                  <a:cubicBezTo>
                    <a:pt x="27" y="12"/>
                    <a:pt x="25" y="5"/>
                    <a:pt x="20" y="2"/>
                  </a:cubicBezTo>
                  <a:cubicBezTo>
                    <a:pt x="18" y="1"/>
                    <a:pt x="16" y="0"/>
                    <a:pt x="14" y="0"/>
                  </a:cubicBezTo>
                </a:path>
              </a:pathLst>
            </a:custGeom>
            <a:solidFill>
              <a:srgbClr val="56AFC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935" name="Freeform 74">
              <a:extLst>
                <a:ext uri="{FF2B5EF4-FFF2-40B4-BE49-F238E27FC236}">
                  <a16:creationId xmlns:a16="http://schemas.microsoft.com/office/drawing/2014/main" id="{4C4350A5-33CD-4F3C-9E46-A7BA7A3F80BA}"/>
                </a:ext>
              </a:extLst>
            </p:cNvPr>
            <p:cNvSpPr>
              <a:spLocks/>
            </p:cNvSpPr>
            <p:nvPr userDrawn="1"/>
          </p:nvSpPr>
          <p:spPr bwMode="auto">
            <a:xfrm>
              <a:off x="8666511" y="5810250"/>
              <a:ext cx="88900" cy="76200"/>
            </a:xfrm>
            <a:custGeom>
              <a:avLst/>
              <a:gdLst>
                <a:gd name="T0" fmla="*/ 14 w 27"/>
                <a:gd name="T1" fmla="*/ 0 h 23"/>
                <a:gd name="T2" fmla="*/ 3 w 27"/>
                <a:gd name="T3" fmla="*/ 6 h 23"/>
                <a:gd name="T4" fmla="*/ 8 w 27"/>
                <a:gd name="T5" fmla="*/ 22 h 23"/>
                <a:gd name="T6" fmla="*/ 14 w 27"/>
                <a:gd name="T7" fmla="*/ 23 h 23"/>
                <a:gd name="T8" fmla="*/ 24 w 27"/>
                <a:gd name="T9" fmla="*/ 18 h 23"/>
                <a:gd name="T10" fmla="*/ 19 w 27"/>
                <a:gd name="T11" fmla="*/ 2 h 23"/>
                <a:gd name="T12" fmla="*/ 14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4" y="0"/>
                  </a:moveTo>
                  <a:cubicBezTo>
                    <a:pt x="10" y="0"/>
                    <a:pt x="6" y="2"/>
                    <a:pt x="3" y="6"/>
                  </a:cubicBezTo>
                  <a:cubicBezTo>
                    <a:pt x="0" y="11"/>
                    <a:pt x="2" y="19"/>
                    <a:pt x="8" y="22"/>
                  </a:cubicBezTo>
                  <a:cubicBezTo>
                    <a:pt x="10" y="23"/>
                    <a:pt x="12" y="23"/>
                    <a:pt x="14" y="23"/>
                  </a:cubicBezTo>
                  <a:cubicBezTo>
                    <a:pt x="18" y="23"/>
                    <a:pt x="22" y="21"/>
                    <a:pt x="24" y="18"/>
                  </a:cubicBezTo>
                  <a:cubicBezTo>
                    <a:pt x="27" y="12"/>
                    <a:pt x="25" y="5"/>
                    <a:pt x="19" y="2"/>
                  </a:cubicBezTo>
                  <a:cubicBezTo>
                    <a:pt x="18" y="0"/>
                    <a:pt x="16" y="0"/>
                    <a:pt x="14" y="0"/>
                  </a:cubicBezTo>
                </a:path>
              </a:pathLst>
            </a:custGeom>
            <a:solidFill>
              <a:srgbClr val="629CB6"/>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936" name="Freeform 75">
              <a:extLst>
                <a:ext uri="{FF2B5EF4-FFF2-40B4-BE49-F238E27FC236}">
                  <a16:creationId xmlns:a16="http://schemas.microsoft.com/office/drawing/2014/main" id="{2C1A229B-0034-4B96-BD9F-4C994F24CDFF}"/>
                </a:ext>
              </a:extLst>
            </p:cNvPr>
            <p:cNvSpPr>
              <a:spLocks/>
            </p:cNvSpPr>
            <p:nvPr userDrawn="1"/>
          </p:nvSpPr>
          <p:spPr bwMode="auto">
            <a:xfrm>
              <a:off x="8572849" y="5756275"/>
              <a:ext cx="90488" cy="76200"/>
            </a:xfrm>
            <a:custGeom>
              <a:avLst/>
              <a:gdLst>
                <a:gd name="T0" fmla="*/ 13 w 27"/>
                <a:gd name="T1" fmla="*/ 0 h 23"/>
                <a:gd name="T2" fmla="*/ 3 w 27"/>
                <a:gd name="T3" fmla="*/ 5 h 23"/>
                <a:gd name="T4" fmla="*/ 7 w 27"/>
                <a:gd name="T5" fmla="*/ 22 h 23"/>
                <a:gd name="T6" fmla="*/ 13 w 27"/>
                <a:gd name="T7" fmla="*/ 23 h 23"/>
                <a:gd name="T8" fmla="*/ 23 w 27"/>
                <a:gd name="T9" fmla="*/ 17 h 23"/>
                <a:gd name="T10" fmla="*/ 19 w 27"/>
                <a:gd name="T11" fmla="*/ 1 h 23"/>
                <a:gd name="T12" fmla="*/ 13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3" y="0"/>
                  </a:moveTo>
                  <a:cubicBezTo>
                    <a:pt x="9" y="0"/>
                    <a:pt x="5" y="2"/>
                    <a:pt x="3" y="5"/>
                  </a:cubicBezTo>
                  <a:cubicBezTo>
                    <a:pt x="0" y="11"/>
                    <a:pt x="2" y="18"/>
                    <a:pt x="7" y="22"/>
                  </a:cubicBezTo>
                  <a:cubicBezTo>
                    <a:pt x="9" y="23"/>
                    <a:pt x="11" y="23"/>
                    <a:pt x="13" y="23"/>
                  </a:cubicBezTo>
                  <a:cubicBezTo>
                    <a:pt x="17" y="23"/>
                    <a:pt x="21" y="21"/>
                    <a:pt x="23" y="17"/>
                  </a:cubicBezTo>
                  <a:cubicBezTo>
                    <a:pt x="27" y="12"/>
                    <a:pt x="25" y="4"/>
                    <a:pt x="19" y="1"/>
                  </a:cubicBezTo>
                  <a:cubicBezTo>
                    <a:pt x="17" y="0"/>
                    <a:pt x="15" y="0"/>
                    <a:pt x="13" y="0"/>
                  </a:cubicBezTo>
                </a:path>
              </a:pathLst>
            </a:custGeom>
            <a:solidFill>
              <a:srgbClr val="6E8EAF"/>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938" name="Freeform 77">
              <a:extLst>
                <a:ext uri="{FF2B5EF4-FFF2-40B4-BE49-F238E27FC236}">
                  <a16:creationId xmlns:a16="http://schemas.microsoft.com/office/drawing/2014/main" id="{CF3B3962-B84A-4F1D-8B93-0BED7414ED25}"/>
                </a:ext>
              </a:extLst>
            </p:cNvPr>
            <p:cNvSpPr>
              <a:spLocks/>
            </p:cNvSpPr>
            <p:nvPr userDrawn="1"/>
          </p:nvSpPr>
          <p:spPr bwMode="auto">
            <a:xfrm>
              <a:off x="8487124" y="5699125"/>
              <a:ext cx="79375" cy="73025"/>
            </a:xfrm>
            <a:custGeom>
              <a:avLst/>
              <a:gdLst>
                <a:gd name="T0" fmla="*/ 11 w 24"/>
                <a:gd name="T1" fmla="*/ 0 h 22"/>
                <a:gd name="T2" fmla="*/ 6 w 24"/>
                <a:gd name="T3" fmla="*/ 1 h 22"/>
                <a:gd name="T4" fmla="*/ 3 w 24"/>
                <a:gd name="T5" fmla="*/ 5 h 22"/>
                <a:gd name="T6" fmla="*/ 7 w 24"/>
                <a:gd name="T7" fmla="*/ 21 h 22"/>
                <a:gd name="T8" fmla="*/ 13 w 24"/>
                <a:gd name="T9" fmla="*/ 22 h 22"/>
                <a:gd name="T10" fmla="*/ 18 w 24"/>
                <a:gd name="T11" fmla="*/ 21 h 22"/>
                <a:gd name="T12" fmla="*/ 21 w 24"/>
                <a:gd name="T13" fmla="*/ 18 h 22"/>
                <a:gd name="T14" fmla="*/ 17 w 24"/>
                <a:gd name="T15" fmla="*/ 2 h 22"/>
                <a:gd name="T16" fmla="*/ 11 w 24"/>
                <a:gd name="T17" fmla="*/ 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22">
                  <a:moveTo>
                    <a:pt x="11" y="0"/>
                  </a:moveTo>
                  <a:cubicBezTo>
                    <a:pt x="9" y="0"/>
                    <a:pt x="8" y="0"/>
                    <a:pt x="6" y="1"/>
                  </a:cubicBezTo>
                  <a:cubicBezTo>
                    <a:pt x="5" y="2"/>
                    <a:pt x="4" y="3"/>
                    <a:pt x="3" y="5"/>
                  </a:cubicBezTo>
                  <a:cubicBezTo>
                    <a:pt x="0" y="10"/>
                    <a:pt x="2" y="18"/>
                    <a:pt x="7" y="21"/>
                  </a:cubicBezTo>
                  <a:cubicBezTo>
                    <a:pt x="9" y="22"/>
                    <a:pt x="11" y="22"/>
                    <a:pt x="13" y="22"/>
                  </a:cubicBezTo>
                  <a:cubicBezTo>
                    <a:pt x="15" y="22"/>
                    <a:pt x="16" y="22"/>
                    <a:pt x="18" y="21"/>
                  </a:cubicBezTo>
                  <a:cubicBezTo>
                    <a:pt x="19" y="21"/>
                    <a:pt x="20" y="19"/>
                    <a:pt x="21" y="18"/>
                  </a:cubicBezTo>
                  <a:cubicBezTo>
                    <a:pt x="24" y="12"/>
                    <a:pt x="22" y="5"/>
                    <a:pt x="17" y="2"/>
                  </a:cubicBezTo>
                  <a:cubicBezTo>
                    <a:pt x="15" y="1"/>
                    <a:pt x="13" y="0"/>
                    <a:pt x="11" y="0"/>
                  </a:cubicBezTo>
                </a:path>
              </a:pathLst>
            </a:custGeom>
            <a:solidFill>
              <a:srgbClr val="7C87AC"/>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940" name="Freeform 79">
              <a:extLst>
                <a:ext uri="{FF2B5EF4-FFF2-40B4-BE49-F238E27FC236}">
                  <a16:creationId xmlns:a16="http://schemas.microsoft.com/office/drawing/2014/main" id="{961F8AA8-F20D-422E-8437-87E243BB6FC9}"/>
                </a:ext>
              </a:extLst>
            </p:cNvPr>
            <p:cNvSpPr>
              <a:spLocks/>
            </p:cNvSpPr>
            <p:nvPr userDrawn="1"/>
          </p:nvSpPr>
          <p:spPr bwMode="auto">
            <a:xfrm>
              <a:off x="8391874" y="5646737"/>
              <a:ext cx="82550" cy="73025"/>
            </a:xfrm>
            <a:custGeom>
              <a:avLst/>
              <a:gdLst>
                <a:gd name="T0" fmla="*/ 11 w 25"/>
                <a:gd name="T1" fmla="*/ 0 h 22"/>
                <a:gd name="T2" fmla="*/ 7 w 25"/>
                <a:gd name="T3" fmla="*/ 1 h 22"/>
                <a:gd name="T4" fmla="*/ 4 w 25"/>
                <a:gd name="T5" fmla="*/ 5 h 22"/>
                <a:gd name="T6" fmla="*/ 8 w 25"/>
                <a:gd name="T7" fmla="*/ 21 h 22"/>
                <a:gd name="T8" fmla="*/ 14 w 25"/>
                <a:gd name="T9" fmla="*/ 22 h 22"/>
                <a:gd name="T10" fmla="*/ 18 w 25"/>
                <a:gd name="T11" fmla="*/ 21 h 22"/>
                <a:gd name="T12" fmla="*/ 22 w 25"/>
                <a:gd name="T13" fmla="*/ 17 h 22"/>
                <a:gd name="T14" fmla="*/ 17 w 25"/>
                <a:gd name="T15" fmla="*/ 1 h 22"/>
                <a:gd name="T16" fmla="*/ 11 w 25"/>
                <a:gd name="T17" fmla="*/ 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22">
                  <a:moveTo>
                    <a:pt x="11" y="0"/>
                  </a:moveTo>
                  <a:cubicBezTo>
                    <a:pt x="10" y="0"/>
                    <a:pt x="9" y="0"/>
                    <a:pt x="7" y="1"/>
                  </a:cubicBezTo>
                  <a:cubicBezTo>
                    <a:pt x="6" y="2"/>
                    <a:pt x="4" y="3"/>
                    <a:pt x="4" y="5"/>
                  </a:cubicBezTo>
                  <a:cubicBezTo>
                    <a:pt x="0" y="10"/>
                    <a:pt x="2" y="17"/>
                    <a:pt x="8" y="21"/>
                  </a:cubicBezTo>
                  <a:cubicBezTo>
                    <a:pt x="10" y="22"/>
                    <a:pt x="12" y="22"/>
                    <a:pt x="14" y="22"/>
                  </a:cubicBezTo>
                  <a:cubicBezTo>
                    <a:pt x="15" y="22"/>
                    <a:pt x="17" y="22"/>
                    <a:pt x="18" y="21"/>
                  </a:cubicBezTo>
                  <a:cubicBezTo>
                    <a:pt x="19" y="20"/>
                    <a:pt x="21" y="19"/>
                    <a:pt x="22" y="17"/>
                  </a:cubicBezTo>
                  <a:cubicBezTo>
                    <a:pt x="25" y="12"/>
                    <a:pt x="23" y="5"/>
                    <a:pt x="17" y="1"/>
                  </a:cubicBezTo>
                  <a:cubicBezTo>
                    <a:pt x="15" y="0"/>
                    <a:pt x="13" y="0"/>
                    <a:pt x="11" y="0"/>
                  </a:cubicBezTo>
                </a:path>
              </a:pathLst>
            </a:custGeom>
            <a:solidFill>
              <a:srgbClr val="514984"/>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941" name="Freeform 80">
              <a:extLst>
                <a:ext uri="{FF2B5EF4-FFF2-40B4-BE49-F238E27FC236}">
                  <a16:creationId xmlns:a16="http://schemas.microsoft.com/office/drawing/2014/main" id="{4E51C430-C56F-4FCE-A8D2-F80B699395B0}"/>
                </a:ext>
              </a:extLst>
            </p:cNvPr>
            <p:cNvSpPr>
              <a:spLocks/>
            </p:cNvSpPr>
            <p:nvPr userDrawn="1"/>
          </p:nvSpPr>
          <p:spPr bwMode="auto">
            <a:xfrm>
              <a:off x="10030174" y="5626100"/>
              <a:ext cx="88900" cy="76200"/>
            </a:xfrm>
            <a:custGeom>
              <a:avLst/>
              <a:gdLst>
                <a:gd name="T0" fmla="*/ 13 w 27"/>
                <a:gd name="T1" fmla="*/ 0 h 23"/>
                <a:gd name="T2" fmla="*/ 8 w 27"/>
                <a:gd name="T3" fmla="*/ 1 h 23"/>
                <a:gd name="T4" fmla="*/ 3 w 27"/>
                <a:gd name="T5" fmla="*/ 17 h 23"/>
                <a:gd name="T6" fmla="*/ 13 w 27"/>
                <a:gd name="T7" fmla="*/ 23 h 23"/>
                <a:gd name="T8" fmla="*/ 19 w 27"/>
                <a:gd name="T9" fmla="*/ 22 h 23"/>
                <a:gd name="T10" fmla="*/ 24 w 27"/>
                <a:gd name="T11" fmla="*/ 6 h 23"/>
                <a:gd name="T12" fmla="*/ 13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3" y="0"/>
                  </a:moveTo>
                  <a:cubicBezTo>
                    <a:pt x="11" y="0"/>
                    <a:pt x="9" y="0"/>
                    <a:pt x="8" y="1"/>
                  </a:cubicBezTo>
                  <a:cubicBezTo>
                    <a:pt x="2" y="5"/>
                    <a:pt x="0" y="12"/>
                    <a:pt x="3" y="17"/>
                  </a:cubicBezTo>
                  <a:cubicBezTo>
                    <a:pt x="5" y="21"/>
                    <a:pt x="9" y="23"/>
                    <a:pt x="13" y="23"/>
                  </a:cubicBezTo>
                  <a:cubicBezTo>
                    <a:pt x="15" y="23"/>
                    <a:pt x="17" y="23"/>
                    <a:pt x="19" y="22"/>
                  </a:cubicBezTo>
                  <a:cubicBezTo>
                    <a:pt x="25" y="19"/>
                    <a:pt x="27" y="11"/>
                    <a:pt x="24" y="6"/>
                  </a:cubicBezTo>
                  <a:cubicBezTo>
                    <a:pt x="21" y="2"/>
                    <a:pt x="18" y="0"/>
                    <a:pt x="13" y="0"/>
                  </a:cubicBezTo>
                </a:path>
              </a:pathLst>
            </a:custGeom>
            <a:solidFill>
              <a:srgbClr val="42E8E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942" name="Freeform 81">
              <a:extLst>
                <a:ext uri="{FF2B5EF4-FFF2-40B4-BE49-F238E27FC236}">
                  <a16:creationId xmlns:a16="http://schemas.microsoft.com/office/drawing/2014/main" id="{D13B5027-1B7C-4ADA-B936-D7BF2A08CBA6}"/>
                </a:ext>
              </a:extLst>
            </p:cNvPr>
            <p:cNvSpPr>
              <a:spLocks/>
            </p:cNvSpPr>
            <p:nvPr userDrawn="1"/>
          </p:nvSpPr>
          <p:spPr bwMode="auto">
            <a:xfrm>
              <a:off x="10122249" y="5568950"/>
              <a:ext cx="88900" cy="80962"/>
            </a:xfrm>
            <a:custGeom>
              <a:avLst/>
              <a:gdLst>
                <a:gd name="T0" fmla="*/ 14 w 27"/>
                <a:gd name="T1" fmla="*/ 0 h 24"/>
                <a:gd name="T2" fmla="*/ 8 w 27"/>
                <a:gd name="T3" fmla="*/ 2 h 24"/>
                <a:gd name="T4" fmla="*/ 4 w 27"/>
                <a:gd name="T5" fmla="*/ 18 h 24"/>
                <a:gd name="T6" fmla="*/ 14 w 27"/>
                <a:gd name="T7" fmla="*/ 24 h 24"/>
                <a:gd name="T8" fmla="*/ 20 w 27"/>
                <a:gd name="T9" fmla="*/ 22 h 24"/>
                <a:gd name="T10" fmla="*/ 24 w 27"/>
                <a:gd name="T11" fmla="*/ 6 h 24"/>
                <a:gd name="T12" fmla="*/ 14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4" y="0"/>
                  </a:moveTo>
                  <a:cubicBezTo>
                    <a:pt x="12" y="0"/>
                    <a:pt x="10" y="1"/>
                    <a:pt x="8" y="2"/>
                  </a:cubicBezTo>
                  <a:cubicBezTo>
                    <a:pt x="2" y="5"/>
                    <a:pt x="0" y="12"/>
                    <a:pt x="4" y="18"/>
                  </a:cubicBezTo>
                  <a:cubicBezTo>
                    <a:pt x="6" y="22"/>
                    <a:pt x="10" y="24"/>
                    <a:pt x="14" y="24"/>
                  </a:cubicBezTo>
                  <a:cubicBezTo>
                    <a:pt x="16" y="24"/>
                    <a:pt x="18" y="23"/>
                    <a:pt x="20" y="22"/>
                  </a:cubicBezTo>
                  <a:cubicBezTo>
                    <a:pt x="25" y="19"/>
                    <a:pt x="27" y="12"/>
                    <a:pt x="24" y="6"/>
                  </a:cubicBezTo>
                  <a:cubicBezTo>
                    <a:pt x="22" y="3"/>
                    <a:pt x="18" y="0"/>
                    <a:pt x="14" y="0"/>
                  </a:cubicBezTo>
                </a:path>
              </a:pathLst>
            </a:custGeom>
            <a:solidFill>
              <a:srgbClr val="4BC8CE"/>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943" name="Freeform 82">
              <a:extLst>
                <a:ext uri="{FF2B5EF4-FFF2-40B4-BE49-F238E27FC236}">
                  <a16:creationId xmlns:a16="http://schemas.microsoft.com/office/drawing/2014/main" id="{9A093AB1-2883-4487-BA43-17D9702BC372}"/>
                </a:ext>
              </a:extLst>
            </p:cNvPr>
            <p:cNvSpPr>
              <a:spLocks/>
            </p:cNvSpPr>
            <p:nvPr userDrawn="1"/>
          </p:nvSpPr>
          <p:spPr bwMode="auto">
            <a:xfrm>
              <a:off x="10217499" y="5516562"/>
              <a:ext cx="88900" cy="79375"/>
            </a:xfrm>
            <a:custGeom>
              <a:avLst/>
              <a:gdLst>
                <a:gd name="T0" fmla="*/ 13 w 27"/>
                <a:gd name="T1" fmla="*/ 0 h 24"/>
                <a:gd name="T2" fmla="*/ 7 w 27"/>
                <a:gd name="T3" fmla="*/ 2 h 24"/>
                <a:gd name="T4" fmla="*/ 3 w 27"/>
                <a:gd name="T5" fmla="*/ 18 h 24"/>
                <a:gd name="T6" fmla="*/ 13 w 27"/>
                <a:gd name="T7" fmla="*/ 24 h 24"/>
                <a:gd name="T8" fmla="*/ 19 w 27"/>
                <a:gd name="T9" fmla="*/ 22 h 24"/>
                <a:gd name="T10" fmla="*/ 23 w 27"/>
                <a:gd name="T11" fmla="*/ 6 h 24"/>
                <a:gd name="T12" fmla="*/ 13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3" y="0"/>
                  </a:moveTo>
                  <a:cubicBezTo>
                    <a:pt x="11" y="0"/>
                    <a:pt x="9" y="1"/>
                    <a:pt x="7" y="2"/>
                  </a:cubicBezTo>
                  <a:cubicBezTo>
                    <a:pt x="2" y="5"/>
                    <a:pt x="0" y="12"/>
                    <a:pt x="3" y="18"/>
                  </a:cubicBezTo>
                  <a:cubicBezTo>
                    <a:pt x="5" y="21"/>
                    <a:pt x="9" y="24"/>
                    <a:pt x="13" y="24"/>
                  </a:cubicBezTo>
                  <a:cubicBezTo>
                    <a:pt x="15" y="24"/>
                    <a:pt x="17" y="23"/>
                    <a:pt x="19" y="22"/>
                  </a:cubicBezTo>
                  <a:cubicBezTo>
                    <a:pt x="25" y="19"/>
                    <a:pt x="27" y="12"/>
                    <a:pt x="23" y="6"/>
                  </a:cubicBezTo>
                  <a:cubicBezTo>
                    <a:pt x="21" y="2"/>
                    <a:pt x="17" y="0"/>
                    <a:pt x="13" y="0"/>
                  </a:cubicBezTo>
                </a:path>
              </a:pathLst>
            </a:custGeom>
            <a:solidFill>
              <a:srgbClr val="56AFC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944" name="Freeform 83">
              <a:extLst>
                <a:ext uri="{FF2B5EF4-FFF2-40B4-BE49-F238E27FC236}">
                  <a16:creationId xmlns:a16="http://schemas.microsoft.com/office/drawing/2014/main" id="{AA71B833-BA1E-4616-AB0B-5881C5F3EE3D}"/>
                </a:ext>
              </a:extLst>
            </p:cNvPr>
            <p:cNvSpPr>
              <a:spLocks/>
            </p:cNvSpPr>
            <p:nvPr userDrawn="1"/>
          </p:nvSpPr>
          <p:spPr bwMode="auto">
            <a:xfrm>
              <a:off x="10309574" y="5462587"/>
              <a:ext cx="88900" cy="76200"/>
            </a:xfrm>
            <a:custGeom>
              <a:avLst/>
              <a:gdLst>
                <a:gd name="T0" fmla="*/ 14 w 27"/>
                <a:gd name="T1" fmla="*/ 0 h 23"/>
                <a:gd name="T2" fmla="*/ 8 w 27"/>
                <a:gd name="T3" fmla="*/ 1 h 23"/>
                <a:gd name="T4" fmla="*/ 3 w 27"/>
                <a:gd name="T5" fmla="*/ 17 h 23"/>
                <a:gd name="T6" fmla="*/ 14 w 27"/>
                <a:gd name="T7" fmla="*/ 23 h 23"/>
                <a:gd name="T8" fmla="*/ 19 w 27"/>
                <a:gd name="T9" fmla="*/ 22 h 23"/>
                <a:gd name="T10" fmla="*/ 24 w 27"/>
                <a:gd name="T11" fmla="*/ 6 h 23"/>
                <a:gd name="T12" fmla="*/ 14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4" y="0"/>
                  </a:moveTo>
                  <a:cubicBezTo>
                    <a:pt x="12" y="0"/>
                    <a:pt x="10" y="0"/>
                    <a:pt x="8" y="1"/>
                  </a:cubicBezTo>
                  <a:cubicBezTo>
                    <a:pt x="2" y="5"/>
                    <a:pt x="0" y="12"/>
                    <a:pt x="3" y="17"/>
                  </a:cubicBezTo>
                  <a:cubicBezTo>
                    <a:pt x="6" y="21"/>
                    <a:pt x="10" y="23"/>
                    <a:pt x="14" y="23"/>
                  </a:cubicBezTo>
                  <a:cubicBezTo>
                    <a:pt x="16" y="23"/>
                    <a:pt x="18" y="23"/>
                    <a:pt x="19" y="22"/>
                  </a:cubicBezTo>
                  <a:cubicBezTo>
                    <a:pt x="25" y="18"/>
                    <a:pt x="27" y="11"/>
                    <a:pt x="24" y="6"/>
                  </a:cubicBezTo>
                  <a:cubicBezTo>
                    <a:pt x="22" y="2"/>
                    <a:pt x="18" y="0"/>
                    <a:pt x="14" y="0"/>
                  </a:cubicBezTo>
                </a:path>
              </a:pathLst>
            </a:custGeom>
            <a:solidFill>
              <a:srgbClr val="629CB6"/>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945" name="Freeform 84">
              <a:extLst>
                <a:ext uri="{FF2B5EF4-FFF2-40B4-BE49-F238E27FC236}">
                  <a16:creationId xmlns:a16="http://schemas.microsoft.com/office/drawing/2014/main" id="{E764C7B4-7F50-466F-8499-DA36A2B89910}"/>
                </a:ext>
              </a:extLst>
            </p:cNvPr>
            <p:cNvSpPr>
              <a:spLocks/>
            </p:cNvSpPr>
            <p:nvPr userDrawn="1"/>
          </p:nvSpPr>
          <p:spPr bwMode="auto">
            <a:xfrm>
              <a:off x="10406411" y="5405437"/>
              <a:ext cx="85725" cy="80962"/>
            </a:xfrm>
            <a:custGeom>
              <a:avLst/>
              <a:gdLst>
                <a:gd name="T0" fmla="*/ 13 w 26"/>
                <a:gd name="T1" fmla="*/ 0 h 24"/>
                <a:gd name="T2" fmla="*/ 7 w 26"/>
                <a:gd name="T3" fmla="*/ 2 h 24"/>
                <a:gd name="T4" fmla="*/ 3 w 26"/>
                <a:gd name="T5" fmla="*/ 18 h 24"/>
                <a:gd name="T6" fmla="*/ 13 w 26"/>
                <a:gd name="T7" fmla="*/ 24 h 24"/>
                <a:gd name="T8" fmla="*/ 19 w 26"/>
                <a:gd name="T9" fmla="*/ 22 h 24"/>
                <a:gd name="T10" fmla="*/ 23 w 26"/>
                <a:gd name="T11" fmla="*/ 6 h 24"/>
                <a:gd name="T12" fmla="*/ 13 w 26"/>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6" h="24">
                  <a:moveTo>
                    <a:pt x="13" y="0"/>
                  </a:moveTo>
                  <a:cubicBezTo>
                    <a:pt x="11" y="0"/>
                    <a:pt x="9" y="1"/>
                    <a:pt x="7" y="2"/>
                  </a:cubicBezTo>
                  <a:cubicBezTo>
                    <a:pt x="1" y="5"/>
                    <a:pt x="0" y="12"/>
                    <a:pt x="3" y="18"/>
                  </a:cubicBezTo>
                  <a:cubicBezTo>
                    <a:pt x="5" y="22"/>
                    <a:pt x="9" y="24"/>
                    <a:pt x="13" y="24"/>
                  </a:cubicBezTo>
                  <a:cubicBezTo>
                    <a:pt x="15" y="24"/>
                    <a:pt x="17" y="23"/>
                    <a:pt x="19" y="22"/>
                  </a:cubicBezTo>
                  <a:cubicBezTo>
                    <a:pt x="24" y="19"/>
                    <a:pt x="26" y="12"/>
                    <a:pt x="23" y="6"/>
                  </a:cubicBezTo>
                  <a:cubicBezTo>
                    <a:pt x="21" y="2"/>
                    <a:pt x="17" y="0"/>
                    <a:pt x="13" y="0"/>
                  </a:cubicBezTo>
                </a:path>
              </a:pathLst>
            </a:custGeom>
            <a:solidFill>
              <a:srgbClr val="6E8EAF"/>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946" name="Freeform 85">
              <a:extLst>
                <a:ext uri="{FF2B5EF4-FFF2-40B4-BE49-F238E27FC236}">
                  <a16:creationId xmlns:a16="http://schemas.microsoft.com/office/drawing/2014/main" id="{092929F9-5B9E-4756-9ABB-428BAC74A553}"/>
                </a:ext>
              </a:extLst>
            </p:cNvPr>
            <p:cNvSpPr>
              <a:spLocks/>
            </p:cNvSpPr>
            <p:nvPr userDrawn="1"/>
          </p:nvSpPr>
          <p:spPr bwMode="auto">
            <a:xfrm>
              <a:off x="10498486" y="5353050"/>
              <a:ext cx="88900" cy="76200"/>
            </a:xfrm>
            <a:custGeom>
              <a:avLst/>
              <a:gdLst>
                <a:gd name="T0" fmla="*/ 13 w 27"/>
                <a:gd name="T1" fmla="*/ 0 h 23"/>
                <a:gd name="T2" fmla="*/ 7 w 27"/>
                <a:gd name="T3" fmla="*/ 2 h 23"/>
                <a:gd name="T4" fmla="*/ 3 w 27"/>
                <a:gd name="T5" fmla="*/ 18 h 23"/>
                <a:gd name="T6" fmla="*/ 13 w 27"/>
                <a:gd name="T7" fmla="*/ 23 h 23"/>
                <a:gd name="T8" fmla="*/ 19 w 27"/>
                <a:gd name="T9" fmla="*/ 22 h 23"/>
                <a:gd name="T10" fmla="*/ 24 w 27"/>
                <a:gd name="T11" fmla="*/ 6 h 23"/>
                <a:gd name="T12" fmla="*/ 13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3" y="0"/>
                  </a:moveTo>
                  <a:cubicBezTo>
                    <a:pt x="11" y="0"/>
                    <a:pt x="9" y="0"/>
                    <a:pt x="7" y="2"/>
                  </a:cubicBezTo>
                  <a:cubicBezTo>
                    <a:pt x="2" y="5"/>
                    <a:pt x="0" y="12"/>
                    <a:pt x="3" y="18"/>
                  </a:cubicBezTo>
                  <a:cubicBezTo>
                    <a:pt x="5" y="21"/>
                    <a:pt x="9" y="23"/>
                    <a:pt x="13" y="23"/>
                  </a:cubicBezTo>
                  <a:cubicBezTo>
                    <a:pt x="15" y="23"/>
                    <a:pt x="17" y="23"/>
                    <a:pt x="19" y="22"/>
                  </a:cubicBezTo>
                  <a:cubicBezTo>
                    <a:pt x="25" y="19"/>
                    <a:pt x="27" y="11"/>
                    <a:pt x="24" y="6"/>
                  </a:cubicBezTo>
                  <a:cubicBezTo>
                    <a:pt x="21" y="2"/>
                    <a:pt x="17" y="0"/>
                    <a:pt x="13" y="0"/>
                  </a:cubicBezTo>
                </a:path>
              </a:pathLst>
            </a:custGeom>
            <a:solidFill>
              <a:srgbClr val="7C87AC"/>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947" name="Freeform 86">
              <a:extLst>
                <a:ext uri="{FF2B5EF4-FFF2-40B4-BE49-F238E27FC236}">
                  <a16:creationId xmlns:a16="http://schemas.microsoft.com/office/drawing/2014/main" id="{8C90C5E6-79A2-4060-8EB1-737E351C3EB9}"/>
                </a:ext>
              </a:extLst>
            </p:cNvPr>
            <p:cNvSpPr>
              <a:spLocks/>
            </p:cNvSpPr>
            <p:nvPr userDrawn="1"/>
          </p:nvSpPr>
          <p:spPr bwMode="auto">
            <a:xfrm>
              <a:off x="10590561" y="5299075"/>
              <a:ext cx="88900" cy="76200"/>
            </a:xfrm>
            <a:custGeom>
              <a:avLst/>
              <a:gdLst>
                <a:gd name="T0" fmla="*/ 14 w 27"/>
                <a:gd name="T1" fmla="*/ 0 h 23"/>
                <a:gd name="T2" fmla="*/ 8 w 27"/>
                <a:gd name="T3" fmla="*/ 1 h 23"/>
                <a:gd name="T4" fmla="*/ 4 w 27"/>
                <a:gd name="T5" fmla="*/ 17 h 23"/>
                <a:gd name="T6" fmla="*/ 14 w 27"/>
                <a:gd name="T7" fmla="*/ 23 h 23"/>
                <a:gd name="T8" fmla="*/ 20 w 27"/>
                <a:gd name="T9" fmla="*/ 22 h 23"/>
                <a:gd name="T10" fmla="*/ 24 w 27"/>
                <a:gd name="T11" fmla="*/ 5 h 23"/>
                <a:gd name="T12" fmla="*/ 14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4" y="0"/>
                  </a:moveTo>
                  <a:cubicBezTo>
                    <a:pt x="12" y="0"/>
                    <a:pt x="10" y="0"/>
                    <a:pt x="8" y="1"/>
                  </a:cubicBezTo>
                  <a:cubicBezTo>
                    <a:pt x="2" y="4"/>
                    <a:pt x="0" y="12"/>
                    <a:pt x="4" y="17"/>
                  </a:cubicBezTo>
                  <a:cubicBezTo>
                    <a:pt x="6" y="21"/>
                    <a:pt x="10" y="23"/>
                    <a:pt x="14" y="23"/>
                  </a:cubicBezTo>
                  <a:cubicBezTo>
                    <a:pt x="16" y="23"/>
                    <a:pt x="18" y="23"/>
                    <a:pt x="20" y="22"/>
                  </a:cubicBezTo>
                  <a:cubicBezTo>
                    <a:pt x="25" y="18"/>
                    <a:pt x="27" y="11"/>
                    <a:pt x="24" y="5"/>
                  </a:cubicBezTo>
                  <a:cubicBezTo>
                    <a:pt x="22" y="2"/>
                    <a:pt x="18" y="0"/>
                    <a:pt x="14" y="0"/>
                  </a:cubicBezTo>
                </a:path>
              </a:pathLst>
            </a:custGeom>
            <a:solidFill>
              <a:srgbClr val="8B86AD"/>
            </a:solidFill>
            <a:ln>
              <a:noFill/>
            </a:ln>
          </p:spPr>
          <p:txBody>
            <a:bodyPr vert="horz" wrap="square" lIns="91440" tIns="45720" rIns="91440" bIns="45720" numCol="1" anchor="t" anchorCtr="0" compatLnSpc="1">
              <a:prstTxWarp prst="textNoShape">
                <a:avLst/>
              </a:prstTxWarp>
            </a:bodyPr>
            <a:lstStyle/>
            <a:p>
              <a:endParaRPr lang="zh-CN" altLang="en-US"/>
            </a:p>
          </p:txBody>
        </p:sp>
        <p:cxnSp>
          <p:nvCxnSpPr>
            <p:cNvPr id="4096" name="直接连接符 4095">
              <a:extLst>
                <a:ext uri="{FF2B5EF4-FFF2-40B4-BE49-F238E27FC236}">
                  <a16:creationId xmlns:a16="http://schemas.microsoft.com/office/drawing/2014/main" id="{B1EA0FC5-29CD-4F28-A45D-D157FD7E5BA2}"/>
                </a:ext>
              </a:extLst>
            </p:cNvPr>
            <p:cNvCxnSpPr>
              <a:cxnSpLocks/>
            </p:cNvCxnSpPr>
            <p:nvPr userDrawn="1"/>
          </p:nvCxnSpPr>
          <p:spPr>
            <a:xfrm>
              <a:off x="5641802" y="5287830"/>
              <a:ext cx="827436" cy="501914"/>
            </a:xfrm>
            <a:prstGeom prst="line">
              <a:avLst/>
            </a:prstGeom>
            <a:ln w="25400" cap="rnd">
              <a:gradFill>
                <a:gsLst>
                  <a:gs pos="0">
                    <a:srgbClr val="180D5B"/>
                  </a:gs>
                  <a:gs pos="53000">
                    <a:srgbClr val="255184"/>
                  </a:gs>
                  <a:gs pos="100000">
                    <a:srgbClr val="42E8E0"/>
                  </a:gs>
                </a:gsLst>
                <a:lin ang="5400000" scaled="1"/>
              </a:gradFill>
              <a:round/>
            </a:ln>
          </p:spPr>
          <p:style>
            <a:lnRef idx="1">
              <a:schemeClr val="accent1"/>
            </a:lnRef>
            <a:fillRef idx="0">
              <a:schemeClr val="accent1"/>
            </a:fillRef>
            <a:effectRef idx="0">
              <a:schemeClr val="accent1"/>
            </a:effectRef>
            <a:fontRef idx="minor">
              <a:schemeClr val="tx1"/>
            </a:fontRef>
          </p:style>
        </p:cxnSp>
        <p:cxnSp>
          <p:nvCxnSpPr>
            <p:cNvPr id="188" name="直接连接符 187">
              <a:extLst>
                <a:ext uri="{FF2B5EF4-FFF2-40B4-BE49-F238E27FC236}">
                  <a16:creationId xmlns:a16="http://schemas.microsoft.com/office/drawing/2014/main" id="{867A0B53-8EDF-48B5-9A4E-8F1B2EE88CCD}"/>
                </a:ext>
              </a:extLst>
            </p:cNvPr>
            <p:cNvCxnSpPr>
              <a:cxnSpLocks/>
            </p:cNvCxnSpPr>
            <p:nvPr userDrawn="1"/>
          </p:nvCxnSpPr>
          <p:spPr>
            <a:xfrm flipV="1">
              <a:off x="7352276" y="5405437"/>
              <a:ext cx="618290" cy="398594"/>
            </a:xfrm>
            <a:prstGeom prst="line">
              <a:avLst/>
            </a:prstGeom>
            <a:ln w="25400" cap="rnd">
              <a:gradFill>
                <a:gsLst>
                  <a:gs pos="0">
                    <a:srgbClr val="180D5B"/>
                  </a:gs>
                  <a:gs pos="53000">
                    <a:srgbClr val="255184"/>
                  </a:gs>
                  <a:gs pos="100000">
                    <a:srgbClr val="42E8E0"/>
                  </a:gs>
                </a:gsLst>
                <a:lin ang="5400000" scaled="1"/>
              </a:gradFill>
              <a:round/>
            </a:ln>
          </p:spPr>
          <p:style>
            <a:lnRef idx="1">
              <a:schemeClr val="accent1"/>
            </a:lnRef>
            <a:fillRef idx="0">
              <a:schemeClr val="accent1"/>
            </a:fillRef>
            <a:effectRef idx="0">
              <a:schemeClr val="accent1"/>
            </a:effectRef>
            <a:fontRef idx="minor">
              <a:schemeClr val="tx1"/>
            </a:fontRef>
          </p:style>
        </p:cxnSp>
        <p:cxnSp>
          <p:nvCxnSpPr>
            <p:cNvPr id="193" name="直接连接符 192">
              <a:extLst>
                <a:ext uri="{FF2B5EF4-FFF2-40B4-BE49-F238E27FC236}">
                  <a16:creationId xmlns:a16="http://schemas.microsoft.com/office/drawing/2014/main" id="{459F3CA0-87B8-43D8-B691-12FB120D8ECB}"/>
                </a:ext>
              </a:extLst>
            </p:cNvPr>
            <p:cNvCxnSpPr>
              <a:cxnSpLocks/>
            </p:cNvCxnSpPr>
            <p:nvPr userDrawn="1"/>
          </p:nvCxnSpPr>
          <p:spPr>
            <a:xfrm flipV="1">
              <a:off x="7731243" y="5471253"/>
              <a:ext cx="328843" cy="211996"/>
            </a:xfrm>
            <a:prstGeom prst="line">
              <a:avLst/>
            </a:prstGeom>
            <a:ln w="25400" cap="rnd">
              <a:gradFill>
                <a:gsLst>
                  <a:gs pos="0">
                    <a:srgbClr val="180D5B"/>
                  </a:gs>
                  <a:gs pos="53000">
                    <a:srgbClr val="255184"/>
                  </a:gs>
                  <a:gs pos="100000">
                    <a:srgbClr val="42E8E0"/>
                  </a:gs>
                </a:gsLst>
                <a:lin ang="5400000" scaled="1"/>
              </a:gradFill>
              <a:round/>
            </a:ln>
          </p:spPr>
          <p:style>
            <a:lnRef idx="1">
              <a:schemeClr val="accent1"/>
            </a:lnRef>
            <a:fillRef idx="0">
              <a:schemeClr val="accent1"/>
            </a:fillRef>
            <a:effectRef idx="0">
              <a:schemeClr val="accent1"/>
            </a:effectRef>
            <a:fontRef idx="minor">
              <a:schemeClr val="tx1"/>
            </a:fontRef>
          </p:style>
        </p:cxnSp>
        <p:cxnSp>
          <p:nvCxnSpPr>
            <p:cNvPr id="198" name="直接连接符 197">
              <a:extLst>
                <a:ext uri="{FF2B5EF4-FFF2-40B4-BE49-F238E27FC236}">
                  <a16:creationId xmlns:a16="http://schemas.microsoft.com/office/drawing/2014/main" id="{E3DD8066-40F4-4A02-9DF1-05A162F2CA2C}"/>
                </a:ext>
              </a:extLst>
            </p:cNvPr>
            <p:cNvCxnSpPr>
              <a:cxnSpLocks/>
            </p:cNvCxnSpPr>
            <p:nvPr userDrawn="1"/>
          </p:nvCxnSpPr>
          <p:spPr>
            <a:xfrm flipH="1" flipV="1">
              <a:off x="10065044" y="5664134"/>
              <a:ext cx="618290" cy="398594"/>
            </a:xfrm>
            <a:prstGeom prst="line">
              <a:avLst/>
            </a:prstGeom>
            <a:ln w="25400" cap="rnd">
              <a:gradFill>
                <a:gsLst>
                  <a:gs pos="0">
                    <a:srgbClr val="180D5B"/>
                  </a:gs>
                  <a:gs pos="53000">
                    <a:srgbClr val="255184"/>
                  </a:gs>
                  <a:gs pos="100000">
                    <a:srgbClr val="42E8E0"/>
                  </a:gs>
                </a:gsLst>
                <a:lin ang="5400000" scaled="1"/>
              </a:gradFill>
              <a:round/>
            </a:ln>
          </p:spPr>
          <p:style>
            <a:lnRef idx="1">
              <a:schemeClr val="accent1"/>
            </a:lnRef>
            <a:fillRef idx="0">
              <a:schemeClr val="accent1"/>
            </a:fillRef>
            <a:effectRef idx="0">
              <a:schemeClr val="accent1"/>
            </a:effectRef>
            <a:fontRef idx="minor">
              <a:schemeClr val="tx1"/>
            </a:fontRef>
          </p:style>
        </p:cxnSp>
        <p:sp>
          <p:nvSpPr>
            <p:cNvPr id="199" name="椭圆 198">
              <a:extLst>
                <a:ext uri="{FF2B5EF4-FFF2-40B4-BE49-F238E27FC236}">
                  <a16:creationId xmlns:a16="http://schemas.microsoft.com/office/drawing/2014/main" id="{001A6F1F-C585-4281-828C-058AB5EDE524}"/>
                </a:ext>
              </a:extLst>
            </p:cNvPr>
            <p:cNvSpPr/>
            <p:nvPr userDrawn="1"/>
          </p:nvSpPr>
          <p:spPr>
            <a:xfrm>
              <a:off x="10861128" y="4188135"/>
              <a:ext cx="361456" cy="203605"/>
            </a:xfrm>
            <a:prstGeom prst="ellipse">
              <a:avLst/>
            </a:prstGeom>
            <a:gradFill flip="none" rotWithShape="1">
              <a:gsLst>
                <a:gs pos="100000">
                  <a:srgbClr val="1D296C"/>
                </a:gs>
                <a:gs pos="52000">
                  <a:srgbClr val="2B6C95"/>
                </a:gs>
                <a:gs pos="68000">
                  <a:srgbClr val="265989"/>
                </a:gs>
                <a:gs pos="17000">
                  <a:srgbClr val="36A6B8"/>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00" name="直接连接符 199">
              <a:extLst>
                <a:ext uri="{FF2B5EF4-FFF2-40B4-BE49-F238E27FC236}">
                  <a16:creationId xmlns:a16="http://schemas.microsoft.com/office/drawing/2014/main" id="{493F7646-9DF0-4328-BA59-726818EBD667}"/>
                </a:ext>
              </a:extLst>
            </p:cNvPr>
            <p:cNvCxnSpPr>
              <a:cxnSpLocks/>
            </p:cNvCxnSpPr>
            <p:nvPr userDrawn="1"/>
          </p:nvCxnSpPr>
          <p:spPr>
            <a:xfrm flipV="1">
              <a:off x="10552112" y="4285080"/>
              <a:ext cx="483328" cy="289130"/>
            </a:xfrm>
            <a:prstGeom prst="line">
              <a:avLst/>
            </a:prstGeom>
            <a:ln w="25400" cap="rnd">
              <a:gradFill>
                <a:gsLst>
                  <a:gs pos="0">
                    <a:srgbClr val="180D5B"/>
                  </a:gs>
                  <a:gs pos="53000">
                    <a:srgbClr val="255184"/>
                  </a:gs>
                  <a:gs pos="100000">
                    <a:srgbClr val="42E8E0"/>
                  </a:gs>
                </a:gsLst>
                <a:lin ang="5400000" scaled="1"/>
              </a:gradFill>
              <a:round/>
            </a:ln>
          </p:spPr>
          <p:style>
            <a:lnRef idx="1">
              <a:schemeClr val="accent1"/>
            </a:lnRef>
            <a:fillRef idx="0">
              <a:schemeClr val="accent1"/>
            </a:fillRef>
            <a:effectRef idx="0">
              <a:schemeClr val="accent1"/>
            </a:effectRef>
            <a:fontRef idx="minor">
              <a:schemeClr val="tx1"/>
            </a:fontRef>
          </p:style>
        </p:cxnSp>
        <p:sp>
          <p:nvSpPr>
            <p:cNvPr id="202" name="椭圆 201">
              <a:extLst>
                <a:ext uri="{FF2B5EF4-FFF2-40B4-BE49-F238E27FC236}">
                  <a16:creationId xmlns:a16="http://schemas.microsoft.com/office/drawing/2014/main" id="{557EAC11-F2A0-4C08-8F11-44BF87802B10}"/>
                </a:ext>
              </a:extLst>
            </p:cNvPr>
            <p:cNvSpPr/>
            <p:nvPr userDrawn="1"/>
          </p:nvSpPr>
          <p:spPr>
            <a:xfrm>
              <a:off x="9754989" y="3713379"/>
              <a:ext cx="361456" cy="203605"/>
            </a:xfrm>
            <a:prstGeom prst="ellipse">
              <a:avLst/>
            </a:prstGeom>
            <a:gradFill flip="none" rotWithShape="1">
              <a:gsLst>
                <a:gs pos="100000">
                  <a:srgbClr val="1D296C"/>
                </a:gs>
                <a:gs pos="52000">
                  <a:srgbClr val="2B6C95"/>
                </a:gs>
                <a:gs pos="68000">
                  <a:srgbClr val="265989"/>
                </a:gs>
                <a:gs pos="17000">
                  <a:srgbClr val="36A6B8"/>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03" name="直接连接符 202">
              <a:extLst>
                <a:ext uri="{FF2B5EF4-FFF2-40B4-BE49-F238E27FC236}">
                  <a16:creationId xmlns:a16="http://schemas.microsoft.com/office/drawing/2014/main" id="{5D1273CE-BE25-441B-953B-C1B5966CAE6F}"/>
                </a:ext>
              </a:extLst>
            </p:cNvPr>
            <p:cNvCxnSpPr>
              <a:cxnSpLocks/>
            </p:cNvCxnSpPr>
            <p:nvPr userDrawn="1"/>
          </p:nvCxnSpPr>
          <p:spPr>
            <a:xfrm flipV="1">
              <a:off x="9445973" y="3810324"/>
              <a:ext cx="483328" cy="289130"/>
            </a:xfrm>
            <a:prstGeom prst="line">
              <a:avLst/>
            </a:prstGeom>
            <a:ln w="25400" cap="rnd">
              <a:gradFill>
                <a:gsLst>
                  <a:gs pos="0">
                    <a:srgbClr val="180D5B"/>
                  </a:gs>
                  <a:gs pos="53000">
                    <a:srgbClr val="255184"/>
                  </a:gs>
                  <a:gs pos="100000">
                    <a:srgbClr val="42E8E0"/>
                  </a:gs>
                </a:gsLst>
                <a:lin ang="5400000" scaled="1"/>
              </a:gradFill>
              <a:round/>
            </a:ln>
          </p:spPr>
          <p:style>
            <a:lnRef idx="1">
              <a:schemeClr val="accent1"/>
            </a:lnRef>
            <a:fillRef idx="0">
              <a:schemeClr val="accent1"/>
            </a:fillRef>
            <a:effectRef idx="0">
              <a:schemeClr val="accent1"/>
            </a:effectRef>
            <a:fontRef idx="minor">
              <a:schemeClr val="tx1"/>
            </a:fontRef>
          </p:style>
        </p:cxnSp>
        <p:sp>
          <p:nvSpPr>
            <p:cNvPr id="204" name="椭圆 203">
              <a:extLst>
                <a:ext uri="{FF2B5EF4-FFF2-40B4-BE49-F238E27FC236}">
                  <a16:creationId xmlns:a16="http://schemas.microsoft.com/office/drawing/2014/main" id="{8F096A9B-1AA8-431A-BB04-8C15CF5627F3}"/>
                </a:ext>
              </a:extLst>
            </p:cNvPr>
            <p:cNvSpPr/>
            <p:nvPr userDrawn="1"/>
          </p:nvSpPr>
          <p:spPr>
            <a:xfrm>
              <a:off x="10020604" y="4130676"/>
              <a:ext cx="358974" cy="202206"/>
            </a:xfrm>
            <a:prstGeom prst="ellipse">
              <a:avLst/>
            </a:prstGeom>
            <a:gradFill flip="none" rotWithShape="1">
              <a:gsLst>
                <a:gs pos="100000">
                  <a:srgbClr val="1D296C">
                    <a:alpha val="20000"/>
                  </a:srgbClr>
                </a:gs>
                <a:gs pos="59000">
                  <a:srgbClr val="2B6C95">
                    <a:alpha val="50000"/>
                  </a:srgbClr>
                </a:gs>
                <a:gs pos="30000">
                  <a:srgbClr val="36A6B8">
                    <a:alpha val="5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05" name="直接连接符 204">
              <a:extLst>
                <a:ext uri="{FF2B5EF4-FFF2-40B4-BE49-F238E27FC236}">
                  <a16:creationId xmlns:a16="http://schemas.microsoft.com/office/drawing/2014/main" id="{2919DAC9-4D15-444E-AD29-DB55069F5E68}"/>
                </a:ext>
              </a:extLst>
            </p:cNvPr>
            <p:cNvCxnSpPr>
              <a:cxnSpLocks/>
            </p:cNvCxnSpPr>
            <p:nvPr userDrawn="1"/>
          </p:nvCxnSpPr>
          <p:spPr>
            <a:xfrm flipV="1">
              <a:off x="9906261" y="4226956"/>
              <a:ext cx="287454" cy="171956"/>
            </a:xfrm>
            <a:prstGeom prst="line">
              <a:avLst/>
            </a:prstGeom>
            <a:ln w="25400" cap="rnd">
              <a:gradFill>
                <a:gsLst>
                  <a:gs pos="0">
                    <a:srgbClr val="180D5B">
                      <a:alpha val="20000"/>
                    </a:srgbClr>
                  </a:gs>
                  <a:gs pos="53000">
                    <a:srgbClr val="255184">
                      <a:alpha val="20000"/>
                    </a:srgbClr>
                  </a:gs>
                  <a:gs pos="100000">
                    <a:srgbClr val="42E8E0">
                      <a:alpha val="20000"/>
                    </a:srgbClr>
                  </a:gs>
                </a:gsLst>
                <a:lin ang="5400000" scaled="1"/>
              </a:gradFill>
              <a:round/>
            </a:ln>
          </p:spPr>
          <p:style>
            <a:lnRef idx="1">
              <a:schemeClr val="accent1"/>
            </a:lnRef>
            <a:fillRef idx="0">
              <a:schemeClr val="accent1"/>
            </a:fillRef>
            <a:effectRef idx="0">
              <a:schemeClr val="accent1"/>
            </a:effectRef>
            <a:fontRef idx="minor">
              <a:schemeClr val="tx1"/>
            </a:fontRef>
          </p:style>
        </p:cxnSp>
        <p:sp>
          <p:nvSpPr>
            <p:cNvPr id="211" name="椭圆 210">
              <a:extLst>
                <a:ext uri="{FF2B5EF4-FFF2-40B4-BE49-F238E27FC236}">
                  <a16:creationId xmlns:a16="http://schemas.microsoft.com/office/drawing/2014/main" id="{E0D349D6-48B6-4D60-8DDF-1C1342CDA205}"/>
                </a:ext>
              </a:extLst>
            </p:cNvPr>
            <p:cNvSpPr/>
            <p:nvPr userDrawn="1"/>
          </p:nvSpPr>
          <p:spPr>
            <a:xfrm>
              <a:off x="7626655" y="4176741"/>
              <a:ext cx="358974" cy="202206"/>
            </a:xfrm>
            <a:prstGeom prst="ellipse">
              <a:avLst/>
            </a:prstGeom>
            <a:gradFill flip="none" rotWithShape="1">
              <a:gsLst>
                <a:gs pos="100000">
                  <a:srgbClr val="1D296C">
                    <a:alpha val="20000"/>
                  </a:srgbClr>
                </a:gs>
                <a:gs pos="59000">
                  <a:srgbClr val="2B6C95">
                    <a:alpha val="50000"/>
                  </a:srgbClr>
                </a:gs>
                <a:gs pos="30000">
                  <a:srgbClr val="36A6B8">
                    <a:alpha val="5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12" name="直接连接符 211">
              <a:extLst>
                <a:ext uri="{FF2B5EF4-FFF2-40B4-BE49-F238E27FC236}">
                  <a16:creationId xmlns:a16="http://schemas.microsoft.com/office/drawing/2014/main" id="{7089C232-3C85-423F-947B-0BFA9401DFAE}"/>
                </a:ext>
              </a:extLst>
            </p:cNvPr>
            <p:cNvCxnSpPr>
              <a:cxnSpLocks/>
            </p:cNvCxnSpPr>
            <p:nvPr userDrawn="1"/>
          </p:nvCxnSpPr>
          <p:spPr>
            <a:xfrm flipV="1">
              <a:off x="7512312" y="4273021"/>
              <a:ext cx="287454" cy="171956"/>
            </a:xfrm>
            <a:prstGeom prst="line">
              <a:avLst/>
            </a:prstGeom>
            <a:ln w="25400" cap="rnd">
              <a:gradFill>
                <a:gsLst>
                  <a:gs pos="0">
                    <a:srgbClr val="180D5B">
                      <a:alpha val="20000"/>
                    </a:srgbClr>
                  </a:gs>
                  <a:gs pos="53000">
                    <a:srgbClr val="255184">
                      <a:alpha val="20000"/>
                    </a:srgbClr>
                  </a:gs>
                  <a:gs pos="100000">
                    <a:srgbClr val="42E8E0">
                      <a:alpha val="20000"/>
                    </a:srgbClr>
                  </a:gs>
                </a:gsLst>
                <a:lin ang="5400000" scaled="1"/>
              </a:gradFill>
              <a:round/>
            </a:ln>
          </p:spPr>
          <p:style>
            <a:lnRef idx="1">
              <a:schemeClr val="accent1"/>
            </a:lnRef>
            <a:fillRef idx="0">
              <a:schemeClr val="accent1"/>
            </a:fillRef>
            <a:effectRef idx="0">
              <a:schemeClr val="accent1"/>
            </a:effectRef>
            <a:fontRef idx="minor">
              <a:schemeClr val="tx1"/>
            </a:fontRef>
          </p:style>
        </p:cxnSp>
        <p:sp>
          <p:nvSpPr>
            <p:cNvPr id="213" name="椭圆 212">
              <a:extLst>
                <a:ext uri="{FF2B5EF4-FFF2-40B4-BE49-F238E27FC236}">
                  <a16:creationId xmlns:a16="http://schemas.microsoft.com/office/drawing/2014/main" id="{C560641A-F420-4727-A7F7-179E3FE63748}"/>
                </a:ext>
              </a:extLst>
            </p:cNvPr>
            <p:cNvSpPr/>
            <p:nvPr userDrawn="1"/>
          </p:nvSpPr>
          <p:spPr>
            <a:xfrm>
              <a:off x="8387012" y="3360161"/>
              <a:ext cx="358974" cy="202206"/>
            </a:xfrm>
            <a:prstGeom prst="ellipse">
              <a:avLst/>
            </a:prstGeom>
            <a:gradFill flip="none" rotWithShape="1">
              <a:gsLst>
                <a:gs pos="100000">
                  <a:srgbClr val="1D296C">
                    <a:alpha val="20000"/>
                  </a:srgbClr>
                </a:gs>
                <a:gs pos="59000">
                  <a:srgbClr val="2B6C95">
                    <a:alpha val="50000"/>
                  </a:srgbClr>
                </a:gs>
                <a:gs pos="30000">
                  <a:srgbClr val="36A6B8">
                    <a:alpha val="5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14" name="直接连接符 213">
              <a:extLst>
                <a:ext uri="{FF2B5EF4-FFF2-40B4-BE49-F238E27FC236}">
                  <a16:creationId xmlns:a16="http://schemas.microsoft.com/office/drawing/2014/main" id="{545304FD-1796-4169-B922-A5937A78C4FD}"/>
                </a:ext>
              </a:extLst>
            </p:cNvPr>
            <p:cNvCxnSpPr>
              <a:cxnSpLocks/>
            </p:cNvCxnSpPr>
            <p:nvPr userDrawn="1"/>
          </p:nvCxnSpPr>
          <p:spPr>
            <a:xfrm flipV="1">
              <a:off x="8272669" y="3456441"/>
              <a:ext cx="287454" cy="171956"/>
            </a:xfrm>
            <a:prstGeom prst="line">
              <a:avLst/>
            </a:prstGeom>
            <a:ln w="25400" cap="rnd">
              <a:gradFill>
                <a:gsLst>
                  <a:gs pos="0">
                    <a:srgbClr val="180D5B">
                      <a:alpha val="20000"/>
                    </a:srgbClr>
                  </a:gs>
                  <a:gs pos="53000">
                    <a:srgbClr val="255184">
                      <a:alpha val="20000"/>
                    </a:srgbClr>
                  </a:gs>
                  <a:gs pos="100000">
                    <a:srgbClr val="42E8E0">
                      <a:alpha val="20000"/>
                    </a:srgbClr>
                  </a:gs>
                </a:gsLst>
                <a:lin ang="5400000" scaled="1"/>
              </a:gradFill>
              <a:round/>
            </a:ln>
          </p:spPr>
          <p:style>
            <a:lnRef idx="1">
              <a:schemeClr val="accent1"/>
            </a:lnRef>
            <a:fillRef idx="0">
              <a:schemeClr val="accent1"/>
            </a:fillRef>
            <a:effectRef idx="0">
              <a:schemeClr val="accent1"/>
            </a:effectRef>
            <a:fontRef idx="minor">
              <a:schemeClr val="tx1"/>
            </a:fontRef>
          </p:style>
        </p:cxnSp>
        <p:sp>
          <p:nvSpPr>
            <p:cNvPr id="215" name="椭圆 214">
              <a:extLst>
                <a:ext uri="{FF2B5EF4-FFF2-40B4-BE49-F238E27FC236}">
                  <a16:creationId xmlns:a16="http://schemas.microsoft.com/office/drawing/2014/main" id="{73E6A0CA-67C2-42EF-8383-B14B770ED349}"/>
                </a:ext>
              </a:extLst>
            </p:cNvPr>
            <p:cNvSpPr/>
            <p:nvPr userDrawn="1"/>
          </p:nvSpPr>
          <p:spPr>
            <a:xfrm>
              <a:off x="8071311" y="3424099"/>
              <a:ext cx="361456" cy="203605"/>
            </a:xfrm>
            <a:prstGeom prst="ellipse">
              <a:avLst/>
            </a:prstGeom>
            <a:gradFill flip="none" rotWithShape="1">
              <a:gsLst>
                <a:gs pos="100000">
                  <a:srgbClr val="1D296C"/>
                </a:gs>
                <a:gs pos="52000">
                  <a:srgbClr val="2B6C95"/>
                </a:gs>
                <a:gs pos="68000">
                  <a:srgbClr val="265989"/>
                </a:gs>
                <a:gs pos="17000">
                  <a:srgbClr val="36A6B8"/>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16" name="直接连接符 215">
              <a:extLst>
                <a:ext uri="{FF2B5EF4-FFF2-40B4-BE49-F238E27FC236}">
                  <a16:creationId xmlns:a16="http://schemas.microsoft.com/office/drawing/2014/main" id="{AF574737-39F9-4472-AE17-3BFF53B46DED}"/>
                </a:ext>
              </a:extLst>
            </p:cNvPr>
            <p:cNvCxnSpPr>
              <a:cxnSpLocks/>
            </p:cNvCxnSpPr>
            <p:nvPr userDrawn="1"/>
          </p:nvCxnSpPr>
          <p:spPr>
            <a:xfrm flipV="1">
              <a:off x="7762295" y="3521044"/>
              <a:ext cx="483328" cy="289130"/>
            </a:xfrm>
            <a:prstGeom prst="line">
              <a:avLst/>
            </a:prstGeom>
            <a:ln w="25400" cap="rnd">
              <a:gradFill>
                <a:gsLst>
                  <a:gs pos="0">
                    <a:srgbClr val="180D5B"/>
                  </a:gs>
                  <a:gs pos="53000">
                    <a:srgbClr val="255184"/>
                  </a:gs>
                  <a:gs pos="100000">
                    <a:srgbClr val="42E8E0"/>
                  </a:gs>
                </a:gsLst>
                <a:lin ang="5400000" scaled="1"/>
              </a:gradFill>
              <a:round/>
            </a:ln>
          </p:spPr>
          <p:style>
            <a:lnRef idx="1">
              <a:schemeClr val="accent1"/>
            </a:lnRef>
            <a:fillRef idx="0">
              <a:schemeClr val="accent1"/>
            </a:fillRef>
            <a:effectRef idx="0">
              <a:schemeClr val="accent1"/>
            </a:effectRef>
            <a:fontRef idx="minor">
              <a:schemeClr val="tx1"/>
            </a:fontRef>
          </p:style>
        </p:cxnSp>
        <p:cxnSp>
          <p:nvCxnSpPr>
            <p:cNvPr id="217" name="直接连接符 216">
              <a:extLst>
                <a:ext uri="{FF2B5EF4-FFF2-40B4-BE49-F238E27FC236}">
                  <a16:creationId xmlns:a16="http://schemas.microsoft.com/office/drawing/2014/main" id="{9D684D3A-8C4E-4158-8772-8D8471CDA919}"/>
                </a:ext>
              </a:extLst>
            </p:cNvPr>
            <p:cNvCxnSpPr>
              <a:cxnSpLocks/>
            </p:cNvCxnSpPr>
            <p:nvPr userDrawn="1"/>
          </p:nvCxnSpPr>
          <p:spPr>
            <a:xfrm flipH="1" flipV="1">
              <a:off x="8216506" y="2821117"/>
              <a:ext cx="5025" cy="2074259"/>
            </a:xfrm>
            <a:prstGeom prst="line">
              <a:avLst/>
            </a:prstGeom>
            <a:ln w="25400" cap="rnd">
              <a:gradFill>
                <a:gsLst>
                  <a:gs pos="0">
                    <a:srgbClr val="180D5B"/>
                  </a:gs>
                  <a:gs pos="53000">
                    <a:srgbClr val="255184"/>
                  </a:gs>
                  <a:gs pos="100000">
                    <a:srgbClr val="42E8E0"/>
                  </a:gs>
                </a:gsLst>
                <a:lin ang="16200000" scaled="0"/>
              </a:gradFill>
              <a:round/>
            </a:ln>
          </p:spPr>
          <p:style>
            <a:lnRef idx="1">
              <a:schemeClr val="accent1"/>
            </a:lnRef>
            <a:fillRef idx="0">
              <a:schemeClr val="accent1"/>
            </a:fillRef>
            <a:effectRef idx="0">
              <a:schemeClr val="accent1"/>
            </a:effectRef>
            <a:fontRef idx="minor">
              <a:schemeClr val="tx1"/>
            </a:fontRef>
          </p:style>
        </p:cxnSp>
        <p:cxnSp>
          <p:nvCxnSpPr>
            <p:cNvPr id="220" name="直接连接符 219">
              <a:extLst>
                <a:ext uri="{FF2B5EF4-FFF2-40B4-BE49-F238E27FC236}">
                  <a16:creationId xmlns:a16="http://schemas.microsoft.com/office/drawing/2014/main" id="{1E239B15-E30E-46F9-A6D0-F08CDCC35D74}"/>
                </a:ext>
              </a:extLst>
            </p:cNvPr>
            <p:cNvCxnSpPr>
              <a:cxnSpLocks/>
            </p:cNvCxnSpPr>
            <p:nvPr userDrawn="1"/>
          </p:nvCxnSpPr>
          <p:spPr>
            <a:xfrm flipH="1" flipV="1">
              <a:off x="10208402" y="2813165"/>
              <a:ext cx="5025" cy="2074259"/>
            </a:xfrm>
            <a:prstGeom prst="line">
              <a:avLst/>
            </a:prstGeom>
            <a:ln w="25400" cap="rnd">
              <a:gradFill>
                <a:gsLst>
                  <a:gs pos="0">
                    <a:srgbClr val="180D5B"/>
                  </a:gs>
                  <a:gs pos="53000">
                    <a:srgbClr val="255184"/>
                  </a:gs>
                  <a:gs pos="100000">
                    <a:srgbClr val="42E8E0"/>
                  </a:gs>
                </a:gsLst>
                <a:lin ang="16200000" scaled="0"/>
              </a:gradFill>
              <a:round/>
            </a:ln>
          </p:spPr>
          <p:style>
            <a:lnRef idx="1">
              <a:schemeClr val="accent1"/>
            </a:lnRef>
            <a:fillRef idx="0">
              <a:schemeClr val="accent1"/>
            </a:fillRef>
            <a:effectRef idx="0">
              <a:schemeClr val="accent1"/>
            </a:effectRef>
            <a:fontRef idx="minor">
              <a:schemeClr val="tx1"/>
            </a:fontRef>
          </p:style>
        </p:cxnSp>
        <p:sp>
          <p:nvSpPr>
            <p:cNvPr id="4154" name="Freeform 90">
              <a:extLst>
                <a:ext uri="{FF2B5EF4-FFF2-40B4-BE49-F238E27FC236}">
                  <a16:creationId xmlns:a16="http://schemas.microsoft.com/office/drawing/2014/main" id="{AF6DEBA4-934D-42E9-8FD3-EA26D0DCE329}"/>
                </a:ext>
              </a:extLst>
            </p:cNvPr>
            <p:cNvSpPr>
              <a:spLocks/>
            </p:cNvSpPr>
            <p:nvPr userDrawn="1"/>
          </p:nvSpPr>
          <p:spPr bwMode="auto">
            <a:xfrm>
              <a:off x="8148638" y="4267200"/>
              <a:ext cx="2168525" cy="1239838"/>
            </a:xfrm>
            <a:custGeom>
              <a:avLst/>
              <a:gdLst>
                <a:gd name="T0" fmla="*/ 270 w 538"/>
                <a:gd name="T1" fmla="*/ 0 h 307"/>
                <a:gd name="T2" fmla="*/ 249 w 538"/>
                <a:gd name="T3" fmla="*/ 6 h 307"/>
                <a:gd name="T4" fmla="*/ 13 w 538"/>
                <a:gd name="T5" fmla="*/ 142 h 307"/>
                <a:gd name="T6" fmla="*/ 10 w 538"/>
                <a:gd name="T7" fmla="*/ 164 h 307"/>
                <a:gd name="T8" fmla="*/ 251 w 538"/>
                <a:gd name="T9" fmla="*/ 303 h 307"/>
                <a:gd name="T10" fmla="*/ 268 w 538"/>
                <a:gd name="T11" fmla="*/ 307 h 307"/>
                <a:gd name="T12" fmla="*/ 290 w 538"/>
                <a:gd name="T13" fmla="*/ 302 h 307"/>
                <a:gd name="T14" fmla="*/ 525 w 538"/>
                <a:gd name="T15" fmla="*/ 166 h 307"/>
                <a:gd name="T16" fmla="*/ 528 w 538"/>
                <a:gd name="T17" fmla="*/ 144 h 307"/>
                <a:gd name="T18" fmla="*/ 287 w 538"/>
                <a:gd name="T19" fmla="*/ 4 h 307"/>
                <a:gd name="T20" fmla="*/ 270 w 538"/>
                <a:gd name="T21" fmla="*/ 0 h 3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38" h="307">
                  <a:moveTo>
                    <a:pt x="270" y="0"/>
                  </a:moveTo>
                  <a:cubicBezTo>
                    <a:pt x="263" y="0"/>
                    <a:pt x="255" y="2"/>
                    <a:pt x="249" y="6"/>
                  </a:cubicBezTo>
                  <a:cubicBezTo>
                    <a:pt x="13" y="142"/>
                    <a:pt x="13" y="142"/>
                    <a:pt x="13" y="142"/>
                  </a:cubicBezTo>
                  <a:cubicBezTo>
                    <a:pt x="2" y="149"/>
                    <a:pt x="0" y="158"/>
                    <a:pt x="10" y="164"/>
                  </a:cubicBezTo>
                  <a:cubicBezTo>
                    <a:pt x="251" y="303"/>
                    <a:pt x="251" y="303"/>
                    <a:pt x="251" y="303"/>
                  </a:cubicBezTo>
                  <a:cubicBezTo>
                    <a:pt x="256" y="306"/>
                    <a:pt x="262" y="307"/>
                    <a:pt x="268" y="307"/>
                  </a:cubicBezTo>
                  <a:cubicBezTo>
                    <a:pt x="275" y="307"/>
                    <a:pt x="283" y="305"/>
                    <a:pt x="290" y="302"/>
                  </a:cubicBezTo>
                  <a:cubicBezTo>
                    <a:pt x="525" y="166"/>
                    <a:pt x="525" y="166"/>
                    <a:pt x="525" y="166"/>
                  </a:cubicBezTo>
                  <a:cubicBezTo>
                    <a:pt x="537" y="159"/>
                    <a:pt x="538" y="149"/>
                    <a:pt x="528" y="144"/>
                  </a:cubicBezTo>
                  <a:cubicBezTo>
                    <a:pt x="287" y="4"/>
                    <a:pt x="287" y="4"/>
                    <a:pt x="287" y="4"/>
                  </a:cubicBezTo>
                  <a:cubicBezTo>
                    <a:pt x="282" y="2"/>
                    <a:pt x="276" y="0"/>
                    <a:pt x="270" y="0"/>
                  </a:cubicBezTo>
                </a:path>
              </a:pathLst>
            </a:custGeom>
            <a:solidFill>
              <a:srgbClr val="736EA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155" name="Freeform 91">
              <a:extLst>
                <a:ext uri="{FF2B5EF4-FFF2-40B4-BE49-F238E27FC236}">
                  <a16:creationId xmlns:a16="http://schemas.microsoft.com/office/drawing/2014/main" id="{D3086A1B-50B2-4CAF-9735-932CF494AE9F}"/>
                </a:ext>
              </a:extLst>
            </p:cNvPr>
            <p:cNvSpPr>
              <a:spLocks/>
            </p:cNvSpPr>
            <p:nvPr userDrawn="1"/>
          </p:nvSpPr>
          <p:spPr bwMode="auto">
            <a:xfrm>
              <a:off x="8148638" y="4264025"/>
              <a:ext cx="2168525" cy="714375"/>
            </a:xfrm>
            <a:custGeom>
              <a:avLst/>
              <a:gdLst>
                <a:gd name="T0" fmla="*/ 10 w 538"/>
                <a:gd name="T1" fmla="*/ 165 h 177"/>
                <a:gd name="T2" fmla="*/ 31 w 538"/>
                <a:gd name="T3" fmla="*/ 177 h 177"/>
                <a:gd name="T4" fmla="*/ 249 w 538"/>
                <a:gd name="T5" fmla="*/ 52 h 177"/>
                <a:gd name="T6" fmla="*/ 287 w 538"/>
                <a:gd name="T7" fmla="*/ 50 h 177"/>
                <a:gd name="T8" fmla="*/ 507 w 538"/>
                <a:gd name="T9" fmla="*/ 177 h 177"/>
                <a:gd name="T10" fmla="*/ 525 w 538"/>
                <a:gd name="T11" fmla="*/ 167 h 177"/>
                <a:gd name="T12" fmla="*/ 528 w 538"/>
                <a:gd name="T13" fmla="*/ 145 h 177"/>
                <a:gd name="T14" fmla="*/ 287 w 538"/>
                <a:gd name="T15" fmla="*/ 5 h 177"/>
                <a:gd name="T16" fmla="*/ 249 w 538"/>
                <a:gd name="T17" fmla="*/ 7 h 177"/>
                <a:gd name="T18" fmla="*/ 13 w 538"/>
                <a:gd name="T19" fmla="*/ 143 h 177"/>
                <a:gd name="T20" fmla="*/ 10 w 538"/>
                <a:gd name="T21" fmla="*/ 165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38" h="177">
                  <a:moveTo>
                    <a:pt x="10" y="165"/>
                  </a:moveTo>
                  <a:cubicBezTo>
                    <a:pt x="31" y="177"/>
                    <a:pt x="31" y="177"/>
                    <a:pt x="31" y="177"/>
                  </a:cubicBezTo>
                  <a:cubicBezTo>
                    <a:pt x="249" y="52"/>
                    <a:pt x="249" y="52"/>
                    <a:pt x="249" y="52"/>
                  </a:cubicBezTo>
                  <a:cubicBezTo>
                    <a:pt x="260" y="45"/>
                    <a:pt x="277" y="45"/>
                    <a:pt x="287" y="50"/>
                  </a:cubicBezTo>
                  <a:cubicBezTo>
                    <a:pt x="507" y="177"/>
                    <a:pt x="507" y="177"/>
                    <a:pt x="507" y="177"/>
                  </a:cubicBezTo>
                  <a:cubicBezTo>
                    <a:pt x="525" y="167"/>
                    <a:pt x="525" y="167"/>
                    <a:pt x="525" y="167"/>
                  </a:cubicBezTo>
                  <a:cubicBezTo>
                    <a:pt x="537" y="160"/>
                    <a:pt x="538" y="150"/>
                    <a:pt x="528" y="145"/>
                  </a:cubicBezTo>
                  <a:cubicBezTo>
                    <a:pt x="287" y="5"/>
                    <a:pt x="287" y="5"/>
                    <a:pt x="287" y="5"/>
                  </a:cubicBezTo>
                  <a:cubicBezTo>
                    <a:pt x="277" y="0"/>
                    <a:pt x="260" y="0"/>
                    <a:pt x="249" y="7"/>
                  </a:cubicBezTo>
                  <a:cubicBezTo>
                    <a:pt x="13" y="143"/>
                    <a:pt x="13" y="143"/>
                    <a:pt x="13" y="143"/>
                  </a:cubicBezTo>
                  <a:cubicBezTo>
                    <a:pt x="2" y="150"/>
                    <a:pt x="0" y="159"/>
                    <a:pt x="10" y="165"/>
                  </a:cubicBezTo>
                  <a:close/>
                </a:path>
              </a:pathLst>
            </a:custGeom>
            <a:solidFill>
              <a:srgbClr val="42E8E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26" name="Freeform 90">
              <a:extLst>
                <a:ext uri="{FF2B5EF4-FFF2-40B4-BE49-F238E27FC236}">
                  <a16:creationId xmlns:a16="http://schemas.microsoft.com/office/drawing/2014/main" id="{C63D826E-5E90-4F6D-88F7-EA5A08B9047D}"/>
                </a:ext>
              </a:extLst>
            </p:cNvPr>
            <p:cNvSpPr>
              <a:spLocks/>
            </p:cNvSpPr>
            <p:nvPr userDrawn="1"/>
          </p:nvSpPr>
          <p:spPr bwMode="auto">
            <a:xfrm>
              <a:off x="8142017" y="4267200"/>
              <a:ext cx="2168525" cy="1239838"/>
            </a:xfrm>
            <a:custGeom>
              <a:avLst/>
              <a:gdLst>
                <a:gd name="T0" fmla="*/ 270 w 538"/>
                <a:gd name="T1" fmla="*/ 0 h 307"/>
                <a:gd name="T2" fmla="*/ 249 w 538"/>
                <a:gd name="T3" fmla="*/ 6 h 307"/>
                <a:gd name="T4" fmla="*/ 13 w 538"/>
                <a:gd name="T5" fmla="*/ 142 h 307"/>
                <a:gd name="T6" fmla="*/ 10 w 538"/>
                <a:gd name="T7" fmla="*/ 164 h 307"/>
                <a:gd name="T8" fmla="*/ 251 w 538"/>
                <a:gd name="T9" fmla="*/ 303 h 307"/>
                <a:gd name="T10" fmla="*/ 268 w 538"/>
                <a:gd name="T11" fmla="*/ 307 h 307"/>
                <a:gd name="T12" fmla="*/ 290 w 538"/>
                <a:gd name="T13" fmla="*/ 302 h 307"/>
                <a:gd name="T14" fmla="*/ 525 w 538"/>
                <a:gd name="T15" fmla="*/ 166 h 307"/>
                <a:gd name="T16" fmla="*/ 528 w 538"/>
                <a:gd name="T17" fmla="*/ 144 h 307"/>
                <a:gd name="T18" fmla="*/ 287 w 538"/>
                <a:gd name="T19" fmla="*/ 4 h 307"/>
                <a:gd name="T20" fmla="*/ 270 w 538"/>
                <a:gd name="T21" fmla="*/ 0 h 3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38" h="307">
                  <a:moveTo>
                    <a:pt x="270" y="0"/>
                  </a:moveTo>
                  <a:cubicBezTo>
                    <a:pt x="263" y="0"/>
                    <a:pt x="255" y="2"/>
                    <a:pt x="249" y="6"/>
                  </a:cubicBezTo>
                  <a:cubicBezTo>
                    <a:pt x="13" y="142"/>
                    <a:pt x="13" y="142"/>
                    <a:pt x="13" y="142"/>
                  </a:cubicBezTo>
                  <a:cubicBezTo>
                    <a:pt x="2" y="149"/>
                    <a:pt x="0" y="158"/>
                    <a:pt x="10" y="164"/>
                  </a:cubicBezTo>
                  <a:cubicBezTo>
                    <a:pt x="251" y="303"/>
                    <a:pt x="251" y="303"/>
                    <a:pt x="251" y="303"/>
                  </a:cubicBezTo>
                  <a:cubicBezTo>
                    <a:pt x="256" y="306"/>
                    <a:pt x="262" y="307"/>
                    <a:pt x="268" y="307"/>
                  </a:cubicBezTo>
                  <a:cubicBezTo>
                    <a:pt x="275" y="307"/>
                    <a:pt x="283" y="305"/>
                    <a:pt x="290" y="302"/>
                  </a:cubicBezTo>
                  <a:cubicBezTo>
                    <a:pt x="525" y="166"/>
                    <a:pt x="525" y="166"/>
                    <a:pt x="525" y="166"/>
                  </a:cubicBezTo>
                  <a:cubicBezTo>
                    <a:pt x="537" y="159"/>
                    <a:pt x="538" y="149"/>
                    <a:pt x="528" y="144"/>
                  </a:cubicBezTo>
                  <a:cubicBezTo>
                    <a:pt x="287" y="4"/>
                    <a:pt x="287" y="4"/>
                    <a:pt x="287" y="4"/>
                  </a:cubicBezTo>
                  <a:cubicBezTo>
                    <a:pt x="282" y="2"/>
                    <a:pt x="276" y="0"/>
                    <a:pt x="270" y="0"/>
                  </a:cubicBezTo>
                </a:path>
              </a:pathLst>
            </a:custGeom>
            <a:gradFill>
              <a:gsLst>
                <a:gs pos="22000">
                  <a:srgbClr val="180D5B">
                    <a:alpha val="34000"/>
                  </a:srgbClr>
                </a:gs>
                <a:gs pos="100000">
                  <a:srgbClr val="42E8E0">
                    <a:alpha val="74000"/>
                  </a:srgbClr>
                </a:gs>
              </a:gsLst>
              <a:lin ang="5400000" scaled="0"/>
            </a:gradFill>
            <a:ln>
              <a:noFill/>
            </a:ln>
          </p:spPr>
          <p:txBody>
            <a:bodyPr vert="horz" wrap="square" lIns="91440" tIns="45720" rIns="91440" bIns="45720" numCol="1" anchor="t" anchorCtr="0" compatLnSpc="1">
              <a:prstTxWarp prst="textNoShape">
                <a:avLst/>
              </a:prstTxWarp>
            </a:bodyPr>
            <a:lstStyle/>
            <a:p>
              <a:endParaRPr lang="zh-CN" altLang="en-US" dirty="0"/>
            </a:p>
          </p:txBody>
        </p:sp>
        <p:sp>
          <p:nvSpPr>
            <p:cNvPr id="247" name="任意多边形: 形状 246">
              <a:extLst>
                <a:ext uri="{FF2B5EF4-FFF2-40B4-BE49-F238E27FC236}">
                  <a16:creationId xmlns:a16="http://schemas.microsoft.com/office/drawing/2014/main" id="{A1430432-40EA-4925-AA20-F60AF99BA01B}"/>
                </a:ext>
              </a:extLst>
            </p:cNvPr>
            <p:cNvSpPr>
              <a:spLocks/>
            </p:cNvSpPr>
            <p:nvPr userDrawn="1"/>
          </p:nvSpPr>
          <p:spPr bwMode="auto">
            <a:xfrm>
              <a:off x="9278938" y="3259138"/>
              <a:ext cx="120650" cy="2243743"/>
            </a:xfrm>
            <a:custGeom>
              <a:avLst/>
              <a:gdLst>
                <a:gd name="connsiteX0" fmla="*/ 33514 w 120650"/>
                <a:gd name="connsiteY0" fmla="*/ 0 h 2243743"/>
                <a:gd name="connsiteX1" fmla="*/ 56974 w 120650"/>
                <a:gd name="connsiteY1" fmla="*/ 6605 h 2243743"/>
                <a:gd name="connsiteX2" fmla="*/ 63676 w 120650"/>
                <a:gd name="connsiteY2" fmla="*/ 9908 h 2243743"/>
                <a:gd name="connsiteX3" fmla="*/ 120650 w 120650"/>
                <a:gd name="connsiteY3" fmla="*/ 115587 h 2243743"/>
                <a:gd name="connsiteX4" fmla="*/ 120650 w 120650"/>
                <a:gd name="connsiteY4" fmla="*/ 2080273 h 2243743"/>
                <a:gd name="connsiteX5" fmla="*/ 120650 w 120650"/>
                <a:gd name="connsiteY5" fmla="*/ 2177592 h 2243743"/>
                <a:gd name="connsiteX6" fmla="*/ 0 w 120650"/>
                <a:gd name="connsiteY6" fmla="*/ 2243743 h 2243743"/>
                <a:gd name="connsiteX7" fmla="*/ 0 w 120650"/>
                <a:gd name="connsiteY7" fmla="*/ 2132585 h 2243743"/>
                <a:gd name="connsiteX8" fmla="*/ 0 w 120650"/>
                <a:gd name="connsiteY8" fmla="*/ 46235 h 2243743"/>
                <a:gd name="connsiteX9" fmla="*/ 33514 w 120650"/>
                <a:gd name="connsiteY9" fmla="*/ 0 h 2243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0650" h="2243743">
                  <a:moveTo>
                    <a:pt x="33514" y="0"/>
                  </a:moveTo>
                  <a:cubicBezTo>
                    <a:pt x="40217" y="0"/>
                    <a:pt x="46919" y="0"/>
                    <a:pt x="56974" y="6605"/>
                  </a:cubicBezTo>
                  <a:cubicBezTo>
                    <a:pt x="56974" y="6605"/>
                    <a:pt x="56974" y="6605"/>
                    <a:pt x="63676" y="9908"/>
                  </a:cubicBezTo>
                  <a:cubicBezTo>
                    <a:pt x="97190" y="26420"/>
                    <a:pt x="120650" y="75957"/>
                    <a:pt x="120650" y="115587"/>
                  </a:cubicBezTo>
                  <a:cubicBezTo>
                    <a:pt x="120650" y="115587"/>
                    <a:pt x="120650" y="115587"/>
                    <a:pt x="120650" y="2080273"/>
                  </a:cubicBezTo>
                  <a:lnTo>
                    <a:pt x="120650" y="2177592"/>
                  </a:lnTo>
                  <a:lnTo>
                    <a:pt x="0" y="2243743"/>
                  </a:lnTo>
                  <a:lnTo>
                    <a:pt x="0" y="2132585"/>
                  </a:lnTo>
                  <a:cubicBezTo>
                    <a:pt x="0" y="1834535"/>
                    <a:pt x="0" y="1238435"/>
                    <a:pt x="0" y="46235"/>
                  </a:cubicBezTo>
                  <a:cubicBezTo>
                    <a:pt x="0" y="16513"/>
                    <a:pt x="13406" y="0"/>
                    <a:pt x="33514" y="0"/>
                  </a:cubicBezTo>
                  <a:close/>
                </a:path>
              </a:pathLst>
            </a:custGeom>
            <a:gradFill>
              <a:gsLst>
                <a:gs pos="51000">
                  <a:srgbClr val="42E6E0">
                    <a:alpha val="40000"/>
                  </a:srgbClr>
                </a:gs>
                <a:gs pos="0">
                  <a:srgbClr val="566BD8">
                    <a:alpha val="20000"/>
                  </a:srgbClr>
                </a:gs>
                <a:gs pos="98000">
                  <a:srgbClr val="5666D7">
                    <a:alpha val="20000"/>
                  </a:srgbClr>
                </a:gs>
              </a:gsLst>
              <a:lin ang="5400000" scaled="0"/>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245" name="任意多边形: 形状 244">
              <a:extLst>
                <a:ext uri="{FF2B5EF4-FFF2-40B4-BE49-F238E27FC236}">
                  <a16:creationId xmlns:a16="http://schemas.microsoft.com/office/drawing/2014/main" id="{20D60DA0-3304-4EAA-A6B3-B1D71DBAC6BD}"/>
                </a:ext>
              </a:extLst>
            </p:cNvPr>
            <p:cNvSpPr>
              <a:spLocks/>
            </p:cNvSpPr>
            <p:nvPr userDrawn="1"/>
          </p:nvSpPr>
          <p:spPr bwMode="auto">
            <a:xfrm>
              <a:off x="9501188" y="3767138"/>
              <a:ext cx="119063" cy="1621772"/>
            </a:xfrm>
            <a:custGeom>
              <a:avLst/>
              <a:gdLst>
                <a:gd name="connsiteX0" fmla="*/ 33073 w 119063"/>
                <a:gd name="connsiteY0" fmla="*/ 0 h 1621772"/>
                <a:gd name="connsiteX1" fmla="*/ 56224 w 119063"/>
                <a:gd name="connsiteY1" fmla="*/ 6607 h 1621772"/>
                <a:gd name="connsiteX2" fmla="*/ 66146 w 119063"/>
                <a:gd name="connsiteY2" fmla="*/ 9910 h 1621772"/>
                <a:gd name="connsiteX3" fmla="*/ 119063 w 119063"/>
                <a:gd name="connsiteY3" fmla="*/ 115614 h 1621772"/>
                <a:gd name="connsiteX4" fmla="*/ 119063 w 119063"/>
                <a:gd name="connsiteY4" fmla="*/ 1458860 h 1621772"/>
                <a:gd name="connsiteX5" fmla="*/ 119063 w 119063"/>
                <a:gd name="connsiteY5" fmla="*/ 1553686 h 1621772"/>
                <a:gd name="connsiteX6" fmla="*/ 0 w 119063"/>
                <a:gd name="connsiteY6" fmla="*/ 1621772 h 1621772"/>
                <a:gd name="connsiteX7" fmla="*/ 0 w 119063"/>
                <a:gd name="connsiteY7" fmla="*/ 1561802 h 1621772"/>
                <a:gd name="connsiteX8" fmla="*/ 0 w 119063"/>
                <a:gd name="connsiteY8" fmla="*/ 46246 h 1621772"/>
                <a:gd name="connsiteX9" fmla="*/ 33073 w 119063"/>
                <a:gd name="connsiteY9" fmla="*/ 0 h 1621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9063" h="1621772">
                  <a:moveTo>
                    <a:pt x="33073" y="0"/>
                  </a:moveTo>
                  <a:cubicBezTo>
                    <a:pt x="39688" y="0"/>
                    <a:pt x="49610" y="0"/>
                    <a:pt x="56224" y="6607"/>
                  </a:cubicBezTo>
                  <a:cubicBezTo>
                    <a:pt x="56224" y="6607"/>
                    <a:pt x="56224" y="6607"/>
                    <a:pt x="66146" y="9910"/>
                  </a:cubicBezTo>
                  <a:cubicBezTo>
                    <a:pt x="95912" y="26426"/>
                    <a:pt x="119063" y="75975"/>
                    <a:pt x="119063" y="115614"/>
                  </a:cubicBezTo>
                  <a:cubicBezTo>
                    <a:pt x="119063" y="115614"/>
                    <a:pt x="119063" y="115614"/>
                    <a:pt x="119063" y="1458860"/>
                  </a:cubicBezTo>
                  <a:lnTo>
                    <a:pt x="119063" y="1553686"/>
                  </a:lnTo>
                  <a:lnTo>
                    <a:pt x="0" y="1621772"/>
                  </a:lnTo>
                  <a:lnTo>
                    <a:pt x="0" y="1561802"/>
                  </a:lnTo>
                  <a:cubicBezTo>
                    <a:pt x="0" y="1268090"/>
                    <a:pt x="0" y="798150"/>
                    <a:pt x="0" y="46246"/>
                  </a:cubicBezTo>
                  <a:cubicBezTo>
                    <a:pt x="0" y="16516"/>
                    <a:pt x="16537" y="0"/>
                    <a:pt x="33073" y="0"/>
                  </a:cubicBezTo>
                  <a:close/>
                </a:path>
              </a:pathLst>
            </a:custGeom>
            <a:gradFill>
              <a:gsLst>
                <a:gs pos="51000">
                  <a:srgbClr val="42E6E0">
                    <a:alpha val="40000"/>
                  </a:srgbClr>
                </a:gs>
                <a:gs pos="0">
                  <a:srgbClr val="566BD8">
                    <a:alpha val="20000"/>
                  </a:srgbClr>
                </a:gs>
                <a:gs pos="98000">
                  <a:srgbClr val="5666D7">
                    <a:alpha val="20000"/>
                  </a:srgbClr>
                </a:gs>
              </a:gsLst>
              <a:lin ang="5400000" scaled="0"/>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241" name="任意多边形: 形状 240">
              <a:extLst>
                <a:ext uri="{FF2B5EF4-FFF2-40B4-BE49-F238E27FC236}">
                  <a16:creationId xmlns:a16="http://schemas.microsoft.com/office/drawing/2014/main" id="{5F215D2E-5F33-46B1-BF06-9545891E75A1}"/>
                </a:ext>
              </a:extLst>
            </p:cNvPr>
            <p:cNvSpPr>
              <a:spLocks/>
            </p:cNvSpPr>
            <p:nvPr userDrawn="1"/>
          </p:nvSpPr>
          <p:spPr bwMode="auto">
            <a:xfrm>
              <a:off x="9726613" y="4365625"/>
              <a:ext cx="115888" cy="874224"/>
            </a:xfrm>
            <a:custGeom>
              <a:avLst/>
              <a:gdLst>
                <a:gd name="connsiteX0" fmla="*/ 33111 w 115888"/>
                <a:gd name="connsiteY0" fmla="*/ 0 h 874224"/>
                <a:gd name="connsiteX1" fmla="*/ 52977 w 115888"/>
                <a:gd name="connsiteY1" fmla="*/ 6602 h 874224"/>
                <a:gd name="connsiteX2" fmla="*/ 62911 w 115888"/>
                <a:gd name="connsiteY2" fmla="*/ 13203 h 874224"/>
                <a:gd name="connsiteX3" fmla="*/ 115888 w 115888"/>
                <a:gd name="connsiteY3" fmla="*/ 118823 h 874224"/>
                <a:gd name="connsiteX4" fmla="*/ 115888 w 115888"/>
                <a:gd name="connsiteY4" fmla="*/ 620757 h 874224"/>
                <a:gd name="connsiteX5" fmla="*/ 115888 w 115888"/>
                <a:gd name="connsiteY5" fmla="*/ 825103 h 874224"/>
                <a:gd name="connsiteX6" fmla="*/ 26514 w 115888"/>
                <a:gd name="connsiteY6" fmla="*/ 874224 h 874224"/>
                <a:gd name="connsiteX7" fmla="*/ 15314 w 115888"/>
                <a:gd name="connsiteY7" fmla="*/ 861465 h 874224"/>
                <a:gd name="connsiteX8" fmla="*/ 0 w 115888"/>
                <a:gd name="connsiteY8" fmla="*/ 798753 h 874224"/>
                <a:gd name="connsiteX9" fmla="*/ 0 w 115888"/>
                <a:gd name="connsiteY9" fmla="*/ 49510 h 874224"/>
                <a:gd name="connsiteX10" fmla="*/ 33111 w 115888"/>
                <a:gd name="connsiteY10" fmla="*/ 0 h 874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5888" h="874224">
                  <a:moveTo>
                    <a:pt x="33111" y="0"/>
                  </a:moveTo>
                  <a:cubicBezTo>
                    <a:pt x="39733" y="0"/>
                    <a:pt x="46355" y="3301"/>
                    <a:pt x="52977" y="6602"/>
                  </a:cubicBezTo>
                  <a:cubicBezTo>
                    <a:pt x="52977" y="6602"/>
                    <a:pt x="52977" y="6602"/>
                    <a:pt x="62911" y="13203"/>
                  </a:cubicBezTo>
                  <a:cubicBezTo>
                    <a:pt x="92710" y="29706"/>
                    <a:pt x="115888" y="75915"/>
                    <a:pt x="115888" y="118823"/>
                  </a:cubicBezTo>
                  <a:cubicBezTo>
                    <a:pt x="115888" y="118823"/>
                    <a:pt x="115888" y="118823"/>
                    <a:pt x="115888" y="620757"/>
                  </a:cubicBezTo>
                  <a:lnTo>
                    <a:pt x="115888" y="825103"/>
                  </a:lnTo>
                  <a:lnTo>
                    <a:pt x="26514" y="874224"/>
                  </a:lnTo>
                  <a:lnTo>
                    <a:pt x="15314" y="861465"/>
                  </a:lnTo>
                  <a:cubicBezTo>
                    <a:pt x="5795" y="842486"/>
                    <a:pt x="0" y="820207"/>
                    <a:pt x="0" y="798753"/>
                  </a:cubicBezTo>
                  <a:cubicBezTo>
                    <a:pt x="0" y="798753"/>
                    <a:pt x="0" y="798753"/>
                    <a:pt x="0" y="49510"/>
                  </a:cubicBezTo>
                  <a:cubicBezTo>
                    <a:pt x="0" y="19804"/>
                    <a:pt x="13244" y="0"/>
                    <a:pt x="33111" y="0"/>
                  </a:cubicBezTo>
                  <a:close/>
                </a:path>
              </a:pathLst>
            </a:custGeom>
            <a:gradFill>
              <a:gsLst>
                <a:gs pos="51000">
                  <a:srgbClr val="42E6E0">
                    <a:alpha val="40000"/>
                  </a:srgbClr>
                </a:gs>
                <a:gs pos="0">
                  <a:srgbClr val="566BD8">
                    <a:alpha val="20000"/>
                  </a:srgbClr>
                </a:gs>
                <a:gs pos="98000">
                  <a:srgbClr val="5666D7">
                    <a:alpha val="20000"/>
                  </a:srgbClr>
                </a:gs>
              </a:gsLst>
              <a:lin ang="5400000" scaled="0"/>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239" name="任意多边形: 形状 238">
              <a:extLst>
                <a:ext uri="{FF2B5EF4-FFF2-40B4-BE49-F238E27FC236}">
                  <a16:creationId xmlns:a16="http://schemas.microsoft.com/office/drawing/2014/main" id="{3999E84D-AA32-4328-8EB1-E150383BC4D6}"/>
                </a:ext>
              </a:extLst>
            </p:cNvPr>
            <p:cNvSpPr>
              <a:spLocks/>
            </p:cNvSpPr>
            <p:nvPr userDrawn="1"/>
          </p:nvSpPr>
          <p:spPr bwMode="auto">
            <a:xfrm>
              <a:off x="9945688" y="4695825"/>
              <a:ext cx="119063" cy="414899"/>
            </a:xfrm>
            <a:custGeom>
              <a:avLst/>
              <a:gdLst>
                <a:gd name="connsiteX0" fmla="*/ 33073 w 119063"/>
                <a:gd name="connsiteY0" fmla="*/ 0 h 414899"/>
                <a:gd name="connsiteX1" fmla="*/ 56224 w 119063"/>
                <a:gd name="connsiteY1" fmla="*/ 6605 h 414899"/>
                <a:gd name="connsiteX2" fmla="*/ 62839 w 119063"/>
                <a:gd name="connsiteY2" fmla="*/ 9908 h 414899"/>
                <a:gd name="connsiteX3" fmla="*/ 119063 w 119063"/>
                <a:gd name="connsiteY3" fmla="*/ 115586 h 414899"/>
                <a:gd name="connsiteX4" fmla="*/ 119063 w 119063"/>
                <a:gd name="connsiteY4" fmla="*/ 310277 h 414899"/>
                <a:gd name="connsiteX5" fmla="*/ 119063 w 119063"/>
                <a:gd name="connsiteY5" fmla="*/ 363731 h 414899"/>
                <a:gd name="connsiteX6" fmla="*/ 29159 w 119063"/>
                <a:gd name="connsiteY6" fmla="*/ 414899 h 414899"/>
                <a:gd name="connsiteX7" fmla="*/ 16950 w 119063"/>
                <a:gd name="connsiteY7" fmla="*/ 397121 h 414899"/>
                <a:gd name="connsiteX8" fmla="*/ 0 w 119063"/>
                <a:gd name="connsiteY8" fmla="*/ 336851 h 414899"/>
                <a:gd name="connsiteX9" fmla="*/ 0 w 119063"/>
                <a:gd name="connsiteY9" fmla="*/ 49537 h 414899"/>
                <a:gd name="connsiteX10" fmla="*/ 33073 w 119063"/>
                <a:gd name="connsiteY10" fmla="*/ 0 h 4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063" h="414899">
                  <a:moveTo>
                    <a:pt x="33073" y="0"/>
                  </a:moveTo>
                  <a:cubicBezTo>
                    <a:pt x="39688" y="0"/>
                    <a:pt x="49610" y="3303"/>
                    <a:pt x="56224" y="6605"/>
                  </a:cubicBezTo>
                  <a:cubicBezTo>
                    <a:pt x="56224" y="6605"/>
                    <a:pt x="56224" y="6605"/>
                    <a:pt x="62839" y="9908"/>
                  </a:cubicBezTo>
                  <a:cubicBezTo>
                    <a:pt x="95912" y="29722"/>
                    <a:pt x="119063" y="75957"/>
                    <a:pt x="119063" y="115586"/>
                  </a:cubicBezTo>
                  <a:cubicBezTo>
                    <a:pt x="119063" y="115586"/>
                    <a:pt x="119063" y="115586"/>
                    <a:pt x="119063" y="310277"/>
                  </a:cubicBezTo>
                  <a:lnTo>
                    <a:pt x="119063" y="363731"/>
                  </a:lnTo>
                  <a:lnTo>
                    <a:pt x="29159" y="414899"/>
                  </a:lnTo>
                  <a:lnTo>
                    <a:pt x="16950" y="397121"/>
                  </a:lnTo>
                  <a:cubicBezTo>
                    <a:pt x="6615" y="378132"/>
                    <a:pt x="0" y="356666"/>
                    <a:pt x="0" y="336851"/>
                  </a:cubicBezTo>
                  <a:cubicBezTo>
                    <a:pt x="0" y="336851"/>
                    <a:pt x="0" y="336851"/>
                    <a:pt x="0" y="49537"/>
                  </a:cubicBezTo>
                  <a:cubicBezTo>
                    <a:pt x="0" y="16513"/>
                    <a:pt x="13229" y="0"/>
                    <a:pt x="33073" y="0"/>
                  </a:cubicBezTo>
                  <a:close/>
                </a:path>
              </a:pathLst>
            </a:custGeom>
            <a:gradFill>
              <a:gsLst>
                <a:gs pos="51000">
                  <a:srgbClr val="42E6E0">
                    <a:alpha val="40000"/>
                  </a:srgbClr>
                </a:gs>
                <a:gs pos="0">
                  <a:srgbClr val="566BD8">
                    <a:alpha val="20000"/>
                  </a:srgbClr>
                </a:gs>
                <a:gs pos="98000">
                  <a:srgbClr val="5666D7">
                    <a:alpha val="20000"/>
                  </a:srgbClr>
                </a:gs>
              </a:gsLst>
              <a:lin ang="5400000" scaled="0"/>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248" name="任意多边形: 形状 247">
              <a:extLst>
                <a:ext uri="{FF2B5EF4-FFF2-40B4-BE49-F238E27FC236}">
                  <a16:creationId xmlns:a16="http://schemas.microsoft.com/office/drawing/2014/main" id="{E2DF0AA1-2C0A-4E2E-99B1-A1EB47B77077}"/>
                </a:ext>
              </a:extLst>
            </p:cNvPr>
            <p:cNvSpPr>
              <a:spLocks/>
            </p:cNvSpPr>
            <p:nvPr userDrawn="1"/>
          </p:nvSpPr>
          <p:spPr bwMode="auto">
            <a:xfrm flipH="1">
              <a:off x="9056822" y="3261347"/>
              <a:ext cx="120650" cy="2243743"/>
            </a:xfrm>
            <a:custGeom>
              <a:avLst/>
              <a:gdLst>
                <a:gd name="connsiteX0" fmla="*/ 33514 w 120650"/>
                <a:gd name="connsiteY0" fmla="*/ 0 h 2243743"/>
                <a:gd name="connsiteX1" fmla="*/ 56974 w 120650"/>
                <a:gd name="connsiteY1" fmla="*/ 6605 h 2243743"/>
                <a:gd name="connsiteX2" fmla="*/ 63676 w 120650"/>
                <a:gd name="connsiteY2" fmla="*/ 9908 h 2243743"/>
                <a:gd name="connsiteX3" fmla="*/ 120650 w 120650"/>
                <a:gd name="connsiteY3" fmla="*/ 115587 h 2243743"/>
                <a:gd name="connsiteX4" fmla="*/ 120650 w 120650"/>
                <a:gd name="connsiteY4" fmla="*/ 2080273 h 2243743"/>
                <a:gd name="connsiteX5" fmla="*/ 120650 w 120650"/>
                <a:gd name="connsiteY5" fmla="*/ 2177592 h 2243743"/>
                <a:gd name="connsiteX6" fmla="*/ 0 w 120650"/>
                <a:gd name="connsiteY6" fmla="*/ 2243743 h 2243743"/>
                <a:gd name="connsiteX7" fmla="*/ 0 w 120650"/>
                <a:gd name="connsiteY7" fmla="*/ 2132585 h 2243743"/>
                <a:gd name="connsiteX8" fmla="*/ 0 w 120650"/>
                <a:gd name="connsiteY8" fmla="*/ 46235 h 2243743"/>
                <a:gd name="connsiteX9" fmla="*/ 33514 w 120650"/>
                <a:gd name="connsiteY9" fmla="*/ 0 h 2243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0650" h="2243743">
                  <a:moveTo>
                    <a:pt x="33514" y="0"/>
                  </a:moveTo>
                  <a:cubicBezTo>
                    <a:pt x="40217" y="0"/>
                    <a:pt x="46919" y="0"/>
                    <a:pt x="56974" y="6605"/>
                  </a:cubicBezTo>
                  <a:cubicBezTo>
                    <a:pt x="56974" y="6605"/>
                    <a:pt x="56974" y="6605"/>
                    <a:pt x="63676" y="9908"/>
                  </a:cubicBezTo>
                  <a:cubicBezTo>
                    <a:pt x="97190" y="26420"/>
                    <a:pt x="120650" y="75957"/>
                    <a:pt x="120650" y="115587"/>
                  </a:cubicBezTo>
                  <a:cubicBezTo>
                    <a:pt x="120650" y="115587"/>
                    <a:pt x="120650" y="115587"/>
                    <a:pt x="120650" y="2080273"/>
                  </a:cubicBezTo>
                  <a:lnTo>
                    <a:pt x="120650" y="2177592"/>
                  </a:lnTo>
                  <a:lnTo>
                    <a:pt x="0" y="2243743"/>
                  </a:lnTo>
                  <a:lnTo>
                    <a:pt x="0" y="2132585"/>
                  </a:lnTo>
                  <a:cubicBezTo>
                    <a:pt x="0" y="1834535"/>
                    <a:pt x="0" y="1238435"/>
                    <a:pt x="0" y="46235"/>
                  </a:cubicBezTo>
                  <a:cubicBezTo>
                    <a:pt x="0" y="16513"/>
                    <a:pt x="13406" y="0"/>
                    <a:pt x="33514" y="0"/>
                  </a:cubicBezTo>
                  <a:close/>
                </a:path>
              </a:pathLst>
            </a:custGeom>
            <a:gradFill>
              <a:gsLst>
                <a:gs pos="51000">
                  <a:srgbClr val="42E6E0">
                    <a:alpha val="40000"/>
                  </a:srgbClr>
                </a:gs>
                <a:gs pos="0">
                  <a:srgbClr val="566BD8">
                    <a:alpha val="20000"/>
                  </a:srgbClr>
                </a:gs>
                <a:gs pos="98000">
                  <a:srgbClr val="5666D7">
                    <a:alpha val="20000"/>
                  </a:srgbClr>
                </a:gs>
              </a:gsLst>
              <a:lin ang="5400000" scaled="0"/>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249" name="任意多边形: 形状 248">
              <a:extLst>
                <a:ext uri="{FF2B5EF4-FFF2-40B4-BE49-F238E27FC236}">
                  <a16:creationId xmlns:a16="http://schemas.microsoft.com/office/drawing/2014/main" id="{93F95DFF-692A-4154-AB5C-0BEB1715CA9F}"/>
                </a:ext>
              </a:extLst>
            </p:cNvPr>
            <p:cNvSpPr>
              <a:spLocks/>
            </p:cNvSpPr>
            <p:nvPr userDrawn="1"/>
          </p:nvSpPr>
          <p:spPr bwMode="auto">
            <a:xfrm flipH="1">
              <a:off x="8836159" y="3769347"/>
              <a:ext cx="119063" cy="1621772"/>
            </a:xfrm>
            <a:custGeom>
              <a:avLst/>
              <a:gdLst>
                <a:gd name="connsiteX0" fmla="*/ 33073 w 119063"/>
                <a:gd name="connsiteY0" fmla="*/ 0 h 1621772"/>
                <a:gd name="connsiteX1" fmla="*/ 56224 w 119063"/>
                <a:gd name="connsiteY1" fmla="*/ 6607 h 1621772"/>
                <a:gd name="connsiteX2" fmla="*/ 66146 w 119063"/>
                <a:gd name="connsiteY2" fmla="*/ 9910 h 1621772"/>
                <a:gd name="connsiteX3" fmla="*/ 119063 w 119063"/>
                <a:gd name="connsiteY3" fmla="*/ 115614 h 1621772"/>
                <a:gd name="connsiteX4" fmla="*/ 119063 w 119063"/>
                <a:gd name="connsiteY4" fmla="*/ 1458860 h 1621772"/>
                <a:gd name="connsiteX5" fmla="*/ 119063 w 119063"/>
                <a:gd name="connsiteY5" fmla="*/ 1553686 h 1621772"/>
                <a:gd name="connsiteX6" fmla="*/ 0 w 119063"/>
                <a:gd name="connsiteY6" fmla="*/ 1621772 h 1621772"/>
                <a:gd name="connsiteX7" fmla="*/ 0 w 119063"/>
                <a:gd name="connsiteY7" fmla="*/ 1561802 h 1621772"/>
                <a:gd name="connsiteX8" fmla="*/ 0 w 119063"/>
                <a:gd name="connsiteY8" fmla="*/ 46246 h 1621772"/>
                <a:gd name="connsiteX9" fmla="*/ 33073 w 119063"/>
                <a:gd name="connsiteY9" fmla="*/ 0 h 1621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9063" h="1621772">
                  <a:moveTo>
                    <a:pt x="33073" y="0"/>
                  </a:moveTo>
                  <a:cubicBezTo>
                    <a:pt x="39688" y="0"/>
                    <a:pt x="49610" y="0"/>
                    <a:pt x="56224" y="6607"/>
                  </a:cubicBezTo>
                  <a:cubicBezTo>
                    <a:pt x="56224" y="6607"/>
                    <a:pt x="56224" y="6607"/>
                    <a:pt x="66146" y="9910"/>
                  </a:cubicBezTo>
                  <a:cubicBezTo>
                    <a:pt x="95912" y="26426"/>
                    <a:pt x="119063" y="75975"/>
                    <a:pt x="119063" y="115614"/>
                  </a:cubicBezTo>
                  <a:cubicBezTo>
                    <a:pt x="119063" y="115614"/>
                    <a:pt x="119063" y="115614"/>
                    <a:pt x="119063" y="1458860"/>
                  </a:cubicBezTo>
                  <a:lnTo>
                    <a:pt x="119063" y="1553686"/>
                  </a:lnTo>
                  <a:lnTo>
                    <a:pt x="0" y="1621772"/>
                  </a:lnTo>
                  <a:lnTo>
                    <a:pt x="0" y="1561802"/>
                  </a:lnTo>
                  <a:cubicBezTo>
                    <a:pt x="0" y="1268090"/>
                    <a:pt x="0" y="798150"/>
                    <a:pt x="0" y="46246"/>
                  </a:cubicBezTo>
                  <a:cubicBezTo>
                    <a:pt x="0" y="16516"/>
                    <a:pt x="16537" y="0"/>
                    <a:pt x="33073" y="0"/>
                  </a:cubicBezTo>
                  <a:close/>
                </a:path>
              </a:pathLst>
            </a:custGeom>
            <a:gradFill>
              <a:gsLst>
                <a:gs pos="51000">
                  <a:srgbClr val="42E6E0">
                    <a:alpha val="40000"/>
                  </a:srgbClr>
                </a:gs>
                <a:gs pos="0">
                  <a:srgbClr val="566BD8">
                    <a:alpha val="20000"/>
                  </a:srgbClr>
                </a:gs>
                <a:gs pos="98000">
                  <a:srgbClr val="5666D7">
                    <a:alpha val="20000"/>
                  </a:srgbClr>
                </a:gs>
              </a:gsLst>
              <a:lin ang="5400000" scaled="0"/>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250" name="任意多边形: 形状 249">
              <a:extLst>
                <a:ext uri="{FF2B5EF4-FFF2-40B4-BE49-F238E27FC236}">
                  <a16:creationId xmlns:a16="http://schemas.microsoft.com/office/drawing/2014/main" id="{12DE8761-93A2-4BA5-96ED-CBDB609E5AA2}"/>
                </a:ext>
              </a:extLst>
            </p:cNvPr>
            <p:cNvSpPr>
              <a:spLocks/>
            </p:cNvSpPr>
            <p:nvPr userDrawn="1"/>
          </p:nvSpPr>
          <p:spPr bwMode="auto">
            <a:xfrm flipH="1">
              <a:off x="8613909" y="4367834"/>
              <a:ext cx="115888" cy="874224"/>
            </a:xfrm>
            <a:custGeom>
              <a:avLst/>
              <a:gdLst>
                <a:gd name="connsiteX0" fmla="*/ 33111 w 115888"/>
                <a:gd name="connsiteY0" fmla="*/ 0 h 874224"/>
                <a:gd name="connsiteX1" fmla="*/ 52977 w 115888"/>
                <a:gd name="connsiteY1" fmla="*/ 6602 h 874224"/>
                <a:gd name="connsiteX2" fmla="*/ 62911 w 115888"/>
                <a:gd name="connsiteY2" fmla="*/ 13203 h 874224"/>
                <a:gd name="connsiteX3" fmla="*/ 115888 w 115888"/>
                <a:gd name="connsiteY3" fmla="*/ 118823 h 874224"/>
                <a:gd name="connsiteX4" fmla="*/ 115888 w 115888"/>
                <a:gd name="connsiteY4" fmla="*/ 620757 h 874224"/>
                <a:gd name="connsiteX5" fmla="*/ 115888 w 115888"/>
                <a:gd name="connsiteY5" fmla="*/ 825103 h 874224"/>
                <a:gd name="connsiteX6" fmla="*/ 26514 w 115888"/>
                <a:gd name="connsiteY6" fmla="*/ 874224 h 874224"/>
                <a:gd name="connsiteX7" fmla="*/ 15314 w 115888"/>
                <a:gd name="connsiteY7" fmla="*/ 861465 h 874224"/>
                <a:gd name="connsiteX8" fmla="*/ 0 w 115888"/>
                <a:gd name="connsiteY8" fmla="*/ 798753 h 874224"/>
                <a:gd name="connsiteX9" fmla="*/ 0 w 115888"/>
                <a:gd name="connsiteY9" fmla="*/ 49510 h 874224"/>
                <a:gd name="connsiteX10" fmla="*/ 33111 w 115888"/>
                <a:gd name="connsiteY10" fmla="*/ 0 h 874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5888" h="874224">
                  <a:moveTo>
                    <a:pt x="33111" y="0"/>
                  </a:moveTo>
                  <a:cubicBezTo>
                    <a:pt x="39733" y="0"/>
                    <a:pt x="46355" y="3301"/>
                    <a:pt x="52977" y="6602"/>
                  </a:cubicBezTo>
                  <a:cubicBezTo>
                    <a:pt x="52977" y="6602"/>
                    <a:pt x="52977" y="6602"/>
                    <a:pt x="62911" y="13203"/>
                  </a:cubicBezTo>
                  <a:cubicBezTo>
                    <a:pt x="92710" y="29706"/>
                    <a:pt x="115888" y="75915"/>
                    <a:pt x="115888" y="118823"/>
                  </a:cubicBezTo>
                  <a:cubicBezTo>
                    <a:pt x="115888" y="118823"/>
                    <a:pt x="115888" y="118823"/>
                    <a:pt x="115888" y="620757"/>
                  </a:cubicBezTo>
                  <a:lnTo>
                    <a:pt x="115888" y="825103"/>
                  </a:lnTo>
                  <a:lnTo>
                    <a:pt x="26514" y="874224"/>
                  </a:lnTo>
                  <a:lnTo>
                    <a:pt x="15314" y="861465"/>
                  </a:lnTo>
                  <a:cubicBezTo>
                    <a:pt x="5795" y="842486"/>
                    <a:pt x="0" y="820207"/>
                    <a:pt x="0" y="798753"/>
                  </a:cubicBezTo>
                  <a:cubicBezTo>
                    <a:pt x="0" y="798753"/>
                    <a:pt x="0" y="798753"/>
                    <a:pt x="0" y="49510"/>
                  </a:cubicBezTo>
                  <a:cubicBezTo>
                    <a:pt x="0" y="19804"/>
                    <a:pt x="13244" y="0"/>
                    <a:pt x="33111" y="0"/>
                  </a:cubicBezTo>
                  <a:close/>
                </a:path>
              </a:pathLst>
            </a:custGeom>
            <a:gradFill>
              <a:gsLst>
                <a:gs pos="51000">
                  <a:srgbClr val="42E6E0">
                    <a:alpha val="40000"/>
                  </a:srgbClr>
                </a:gs>
                <a:gs pos="0">
                  <a:srgbClr val="566BD8">
                    <a:alpha val="20000"/>
                  </a:srgbClr>
                </a:gs>
                <a:gs pos="98000">
                  <a:srgbClr val="5666D7">
                    <a:alpha val="20000"/>
                  </a:srgbClr>
                </a:gs>
              </a:gsLst>
              <a:lin ang="5400000" scaled="0"/>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251" name="任意多边形: 形状 250">
              <a:extLst>
                <a:ext uri="{FF2B5EF4-FFF2-40B4-BE49-F238E27FC236}">
                  <a16:creationId xmlns:a16="http://schemas.microsoft.com/office/drawing/2014/main" id="{31E777D3-0C18-4121-89DC-F8148821A7C1}"/>
                </a:ext>
              </a:extLst>
            </p:cNvPr>
            <p:cNvSpPr>
              <a:spLocks/>
            </p:cNvSpPr>
            <p:nvPr userDrawn="1"/>
          </p:nvSpPr>
          <p:spPr bwMode="auto">
            <a:xfrm flipH="1">
              <a:off x="8391659" y="4698034"/>
              <a:ext cx="119063" cy="414899"/>
            </a:xfrm>
            <a:custGeom>
              <a:avLst/>
              <a:gdLst>
                <a:gd name="connsiteX0" fmla="*/ 33073 w 119063"/>
                <a:gd name="connsiteY0" fmla="*/ 0 h 414899"/>
                <a:gd name="connsiteX1" fmla="*/ 56224 w 119063"/>
                <a:gd name="connsiteY1" fmla="*/ 6605 h 414899"/>
                <a:gd name="connsiteX2" fmla="*/ 62839 w 119063"/>
                <a:gd name="connsiteY2" fmla="*/ 9908 h 414899"/>
                <a:gd name="connsiteX3" fmla="*/ 119063 w 119063"/>
                <a:gd name="connsiteY3" fmla="*/ 115586 h 414899"/>
                <a:gd name="connsiteX4" fmla="*/ 119063 w 119063"/>
                <a:gd name="connsiteY4" fmla="*/ 310277 h 414899"/>
                <a:gd name="connsiteX5" fmla="*/ 119063 w 119063"/>
                <a:gd name="connsiteY5" fmla="*/ 363731 h 414899"/>
                <a:gd name="connsiteX6" fmla="*/ 29159 w 119063"/>
                <a:gd name="connsiteY6" fmla="*/ 414899 h 414899"/>
                <a:gd name="connsiteX7" fmla="*/ 16950 w 119063"/>
                <a:gd name="connsiteY7" fmla="*/ 397121 h 414899"/>
                <a:gd name="connsiteX8" fmla="*/ 0 w 119063"/>
                <a:gd name="connsiteY8" fmla="*/ 336851 h 414899"/>
                <a:gd name="connsiteX9" fmla="*/ 0 w 119063"/>
                <a:gd name="connsiteY9" fmla="*/ 49537 h 414899"/>
                <a:gd name="connsiteX10" fmla="*/ 33073 w 119063"/>
                <a:gd name="connsiteY10" fmla="*/ 0 h 4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063" h="414899">
                  <a:moveTo>
                    <a:pt x="33073" y="0"/>
                  </a:moveTo>
                  <a:cubicBezTo>
                    <a:pt x="39688" y="0"/>
                    <a:pt x="49610" y="3303"/>
                    <a:pt x="56224" y="6605"/>
                  </a:cubicBezTo>
                  <a:cubicBezTo>
                    <a:pt x="56224" y="6605"/>
                    <a:pt x="56224" y="6605"/>
                    <a:pt x="62839" y="9908"/>
                  </a:cubicBezTo>
                  <a:cubicBezTo>
                    <a:pt x="95912" y="29722"/>
                    <a:pt x="119063" y="75957"/>
                    <a:pt x="119063" y="115586"/>
                  </a:cubicBezTo>
                  <a:cubicBezTo>
                    <a:pt x="119063" y="115586"/>
                    <a:pt x="119063" y="115586"/>
                    <a:pt x="119063" y="310277"/>
                  </a:cubicBezTo>
                  <a:lnTo>
                    <a:pt x="119063" y="363731"/>
                  </a:lnTo>
                  <a:lnTo>
                    <a:pt x="29159" y="414899"/>
                  </a:lnTo>
                  <a:lnTo>
                    <a:pt x="16950" y="397121"/>
                  </a:lnTo>
                  <a:cubicBezTo>
                    <a:pt x="6615" y="378132"/>
                    <a:pt x="0" y="356666"/>
                    <a:pt x="0" y="336851"/>
                  </a:cubicBezTo>
                  <a:cubicBezTo>
                    <a:pt x="0" y="336851"/>
                    <a:pt x="0" y="336851"/>
                    <a:pt x="0" y="49537"/>
                  </a:cubicBezTo>
                  <a:cubicBezTo>
                    <a:pt x="0" y="16513"/>
                    <a:pt x="13229" y="0"/>
                    <a:pt x="33073" y="0"/>
                  </a:cubicBezTo>
                  <a:close/>
                </a:path>
              </a:pathLst>
            </a:custGeom>
            <a:gradFill>
              <a:gsLst>
                <a:gs pos="51000">
                  <a:srgbClr val="42E6E0">
                    <a:alpha val="40000"/>
                  </a:srgbClr>
                </a:gs>
                <a:gs pos="0">
                  <a:srgbClr val="566BD8">
                    <a:alpha val="20000"/>
                  </a:srgbClr>
                </a:gs>
                <a:gs pos="98000">
                  <a:srgbClr val="5666D7">
                    <a:alpha val="20000"/>
                  </a:srgbClr>
                </a:gs>
              </a:gsLst>
              <a:lin ang="5400000" scaled="0"/>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246" name="Freeform 106">
              <a:extLst>
                <a:ext uri="{FF2B5EF4-FFF2-40B4-BE49-F238E27FC236}">
                  <a16:creationId xmlns:a16="http://schemas.microsoft.com/office/drawing/2014/main" id="{4E1033CC-A13D-4768-92B6-DDBAE3D7D4E2}"/>
                </a:ext>
              </a:extLst>
            </p:cNvPr>
            <p:cNvSpPr>
              <a:spLocks/>
            </p:cNvSpPr>
            <p:nvPr userDrawn="1"/>
          </p:nvSpPr>
          <p:spPr bwMode="auto">
            <a:xfrm>
              <a:off x="8255909" y="2437995"/>
              <a:ext cx="1951037" cy="3057525"/>
            </a:xfrm>
            <a:custGeom>
              <a:avLst/>
              <a:gdLst>
                <a:gd name="T0" fmla="*/ 531 w 531"/>
                <a:gd name="T1" fmla="*/ 0 h 835"/>
                <a:gd name="T2" fmla="*/ 0 w 531"/>
                <a:gd name="T3" fmla="*/ 0 h 835"/>
                <a:gd name="T4" fmla="*/ 0 w 531"/>
                <a:gd name="T5" fmla="*/ 682 h 835"/>
                <a:gd name="T6" fmla="*/ 0 w 531"/>
                <a:gd name="T7" fmla="*/ 682 h 835"/>
                <a:gd name="T8" fmla="*/ 6 w 531"/>
                <a:gd name="T9" fmla="*/ 692 h 835"/>
                <a:gd name="T10" fmla="*/ 248 w 531"/>
                <a:gd name="T11" fmla="*/ 831 h 835"/>
                <a:gd name="T12" fmla="*/ 264 w 531"/>
                <a:gd name="T13" fmla="*/ 835 h 835"/>
                <a:gd name="T14" fmla="*/ 286 w 531"/>
                <a:gd name="T15" fmla="*/ 830 h 835"/>
                <a:gd name="T16" fmla="*/ 522 w 531"/>
                <a:gd name="T17" fmla="*/ 693 h 835"/>
                <a:gd name="T18" fmla="*/ 531 w 531"/>
                <a:gd name="T19" fmla="*/ 682 h 835"/>
                <a:gd name="T20" fmla="*/ 531 w 531"/>
                <a:gd name="T21" fmla="*/ 682 h 835"/>
                <a:gd name="T22" fmla="*/ 531 w 531"/>
                <a:gd name="T23" fmla="*/ 0 h 8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31" h="835">
                  <a:moveTo>
                    <a:pt x="531" y="0"/>
                  </a:moveTo>
                  <a:cubicBezTo>
                    <a:pt x="0" y="0"/>
                    <a:pt x="0" y="0"/>
                    <a:pt x="0" y="0"/>
                  </a:cubicBezTo>
                  <a:cubicBezTo>
                    <a:pt x="0" y="682"/>
                    <a:pt x="0" y="682"/>
                    <a:pt x="0" y="682"/>
                  </a:cubicBezTo>
                  <a:cubicBezTo>
                    <a:pt x="0" y="682"/>
                    <a:pt x="0" y="682"/>
                    <a:pt x="0" y="682"/>
                  </a:cubicBezTo>
                  <a:cubicBezTo>
                    <a:pt x="0" y="685"/>
                    <a:pt x="2" y="689"/>
                    <a:pt x="6" y="692"/>
                  </a:cubicBezTo>
                  <a:cubicBezTo>
                    <a:pt x="248" y="831"/>
                    <a:pt x="248" y="831"/>
                    <a:pt x="248" y="831"/>
                  </a:cubicBezTo>
                  <a:cubicBezTo>
                    <a:pt x="252" y="834"/>
                    <a:pt x="258" y="835"/>
                    <a:pt x="264" y="835"/>
                  </a:cubicBezTo>
                  <a:cubicBezTo>
                    <a:pt x="272" y="835"/>
                    <a:pt x="280" y="833"/>
                    <a:pt x="286" y="830"/>
                  </a:cubicBezTo>
                  <a:cubicBezTo>
                    <a:pt x="522" y="693"/>
                    <a:pt x="522" y="693"/>
                    <a:pt x="522" y="693"/>
                  </a:cubicBezTo>
                  <a:cubicBezTo>
                    <a:pt x="528" y="690"/>
                    <a:pt x="531" y="686"/>
                    <a:pt x="531" y="682"/>
                  </a:cubicBezTo>
                  <a:cubicBezTo>
                    <a:pt x="531" y="682"/>
                    <a:pt x="531" y="682"/>
                    <a:pt x="531" y="682"/>
                  </a:cubicBezTo>
                  <a:cubicBezTo>
                    <a:pt x="531" y="0"/>
                    <a:pt x="531" y="0"/>
                    <a:pt x="531" y="0"/>
                  </a:cubicBezTo>
                </a:path>
              </a:pathLst>
            </a:custGeom>
            <a:gradFill>
              <a:gsLst>
                <a:gs pos="100000">
                  <a:srgbClr val="42E6E0">
                    <a:alpha val="20000"/>
                  </a:srgbClr>
                </a:gs>
                <a:gs pos="0">
                  <a:srgbClr val="180D5B">
                    <a:alpha val="5000"/>
                  </a:srgbClr>
                </a:gs>
              </a:gsLst>
              <a:lin ang="5400000" scaled="0"/>
            </a:gradFill>
            <a:ln>
              <a:noFill/>
            </a:ln>
          </p:spPr>
          <p:txBody>
            <a:bodyPr vert="horz" wrap="square" lIns="91440" tIns="45720" rIns="91440" bIns="45720" numCol="1" anchor="t" anchorCtr="0" compatLnSpc="1">
              <a:prstTxWarp prst="textNoShape">
                <a:avLst/>
              </a:prstTxWarp>
            </a:bodyPr>
            <a:lstStyle/>
            <a:p>
              <a:endParaRPr lang="zh-CN" altLang="en-US" dirty="0"/>
            </a:p>
          </p:txBody>
        </p:sp>
      </p:grpSp>
      <p:sp>
        <p:nvSpPr>
          <p:cNvPr id="12" name="文本占位符 13"/>
          <p:cNvSpPr>
            <a:spLocks noGrp="1"/>
          </p:cNvSpPr>
          <p:nvPr userDrawn="1">
            <p:ph type="body" sz="quarter" idx="10" hasCustomPrompt="1"/>
          </p:nvPr>
        </p:nvSpPr>
        <p:spPr>
          <a:xfrm>
            <a:off x="943403" y="4071055"/>
            <a:ext cx="2340818" cy="296271"/>
          </a:xfrm>
          <a:prstGeom prst="roundRect">
            <a:avLst>
              <a:gd name="adj" fmla="val 50000"/>
            </a:avLst>
          </a:prstGeom>
          <a:ln>
            <a:solidFill>
              <a:schemeClr val="bg1"/>
            </a:solidFill>
          </a:ln>
        </p:spPr>
        <p:txBody>
          <a:bodyPr vert="horz" anchor="ctr">
            <a:noAutofit/>
          </a:bodyPr>
          <a:lstStyle>
            <a:lvl1pPr marL="0" indent="0" algn="l">
              <a:buNone/>
              <a:defRPr sz="1500" b="0">
                <a:solidFill>
                  <a:schemeClr val="bg1"/>
                </a:solidFill>
              </a:defRPr>
            </a:lvl1pPr>
            <a:lvl2pPr marL="457177" indent="0">
              <a:buNone/>
              <a:defRPr/>
            </a:lvl2pPr>
            <a:lvl3pPr marL="914353" indent="0">
              <a:buNone/>
              <a:defRPr/>
            </a:lvl3pPr>
            <a:lvl4pPr marL="1371531" indent="0">
              <a:buNone/>
              <a:defRPr/>
            </a:lvl4pPr>
            <a:lvl5pPr marL="1828709" indent="0">
              <a:buNone/>
              <a:defRPr/>
            </a:lvl5pPr>
          </a:lstStyle>
          <a:p>
            <a:pPr lvl="0"/>
            <a:r>
              <a:rPr lang="en-US" altLang="zh-CN" dirty="0"/>
              <a:t>Signature</a:t>
            </a:r>
          </a:p>
        </p:txBody>
      </p:sp>
      <p:sp>
        <p:nvSpPr>
          <p:cNvPr id="13" name="文本占位符 13"/>
          <p:cNvSpPr>
            <a:spLocks noGrp="1"/>
          </p:cNvSpPr>
          <p:nvPr userDrawn="1">
            <p:ph type="body" sz="quarter" idx="11" hasCustomPrompt="1"/>
          </p:nvPr>
        </p:nvSpPr>
        <p:spPr>
          <a:xfrm>
            <a:off x="943402" y="4533176"/>
            <a:ext cx="5087595" cy="296271"/>
          </a:xfrm>
        </p:spPr>
        <p:txBody>
          <a:bodyPr vert="horz" anchor="ctr">
            <a:noAutofit/>
          </a:bodyPr>
          <a:lstStyle>
            <a:lvl1pPr marL="0" indent="0" algn="l">
              <a:buNone/>
              <a:defRPr sz="1500" b="0">
                <a:solidFill>
                  <a:schemeClr val="bg1"/>
                </a:solidFill>
              </a:defRPr>
            </a:lvl1pPr>
            <a:lvl2pPr marL="457177" indent="0">
              <a:buNone/>
              <a:defRPr/>
            </a:lvl2pPr>
            <a:lvl3pPr marL="914353" indent="0">
              <a:buNone/>
              <a:defRPr/>
            </a:lvl3pPr>
            <a:lvl4pPr marL="1371531" indent="0">
              <a:buNone/>
              <a:defRPr/>
            </a:lvl4pPr>
            <a:lvl5pPr marL="1828709" indent="0">
              <a:buNone/>
              <a:defRPr/>
            </a:lvl5pPr>
          </a:lstStyle>
          <a:p>
            <a:pPr lvl="0"/>
            <a:r>
              <a:rPr lang="en-US" altLang="zh-CN" dirty="0"/>
              <a:t>Date</a:t>
            </a:r>
            <a:endParaRPr lang="zh-CN" altLang="en-US" dirty="0"/>
          </a:p>
        </p:txBody>
      </p:sp>
    </p:spTree>
    <p:extLst>
      <p:ext uri="{BB962C8B-B14F-4D97-AF65-F5344CB8AC3E}">
        <p14:creationId xmlns:p14="http://schemas.microsoft.com/office/powerpoint/2010/main" val="2882586885"/>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userDrawn="1">
  <p:cSld name="节标题">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AF43A69A-C441-46B2-A04C-833C041584CC}"/>
              </a:ext>
            </a:extLst>
          </p:cNvPr>
          <p:cNvSpPr/>
          <p:nvPr userDrawn="1"/>
        </p:nvSpPr>
        <p:spPr>
          <a:xfrm>
            <a:off x="-1117"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0" name="标题 1"/>
          <p:cNvSpPr>
            <a:spLocks noGrp="1"/>
          </p:cNvSpPr>
          <p:nvPr userDrawn="1">
            <p:ph type="title"/>
          </p:nvPr>
        </p:nvSpPr>
        <p:spPr>
          <a:xfrm>
            <a:off x="5457956" y="2573757"/>
            <a:ext cx="5419185" cy="895350"/>
          </a:xfrm>
        </p:spPr>
        <p:txBody>
          <a:bodyPr anchor="b">
            <a:normAutofit/>
          </a:bodyPr>
          <a:lstStyle>
            <a:lvl1pPr algn="l">
              <a:defRPr sz="2400" b="1">
                <a:solidFill>
                  <a:schemeClr val="bg1"/>
                </a:solidFill>
              </a:defRPr>
            </a:lvl1pPr>
          </a:lstStyle>
          <a:p>
            <a:r>
              <a:rPr lang="en-US" dirty="0"/>
              <a:t>Click to edit Master title style</a:t>
            </a:r>
            <a:endParaRPr lang="zh-CN" altLang="en-US" dirty="0"/>
          </a:p>
        </p:txBody>
      </p:sp>
      <p:sp>
        <p:nvSpPr>
          <p:cNvPr id="21" name="文本占位符 2"/>
          <p:cNvSpPr>
            <a:spLocks noGrp="1"/>
          </p:cNvSpPr>
          <p:nvPr userDrawn="1">
            <p:ph type="body" idx="1"/>
          </p:nvPr>
        </p:nvSpPr>
        <p:spPr>
          <a:xfrm>
            <a:off x="5459072" y="3469107"/>
            <a:ext cx="5419185" cy="1015623"/>
          </a:xfrm>
        </p:spPr>
        <p:txBody>
          <a:bodyPr anchor="t">
            <a:normAutofit/>
          </a:bodyPr>
          <a:lstStyle>
            <a:lvl1pPr marL="0" indent="0" algn="l">
              <a:lnSpc>
                <a:spcPct val="100000"/>
              </a:lnSpc>
              <a:buNone/>
              <a:defRPr sz="1100">
                <a:solidFill>
                  <a:schemeClr val="bg1"/>
                </a:solidFill>
              </a:defRPr>
            </a:lvl1pPr>
            <a:lvl2pPr marL="457178" indent="0">
              <a:buNone/>
              <a:defRPr sz="2000">
                <a:solidFill>
                  <a:schemeClr val="tx1">
                    <a:tint val="75000"/>
                  </a:schemeClr>
                </a:solidFill>
              </a:defRPr>
            </a:lvl2pPr>
            <a:lvl3pPr marL="914354" indent="0">
              <a:buNone/>
              <a:defRPr sz="1800">
                <a:solidFill>
                  <a:schemeClr val="tx1">
                    <a:tint val="75000"/>
                  </a:schemeClr>
                </a:solidFill>
              </a:defRPr>
            </a:lvl3pPr>
            <a:lvl4pPr marL="1371532" indent="0">
              <a:buNone/>
              <a:defRPr sz="1600">
                <a:solidFill>
                  <a:schemeClr val="tx1">
                    <a:tint val="75000"/>
                  </a:schemeClr>
                </a:solidFill>
              </a:defRPr>
            </a:lvl4pPr>
            <a:lvl5pPr marL="1828709" indent="0">
              <a:buNone/>
              <a:defRPr sz="1600">
                <a:solidFill>
                  <a:schemeClr val="tx1">
                    <a:tint val="75000"/>
                  </a:schemeClr>
                </a:solidFill>
              </a:defRPr>
            </a:lvl5pPr>
            <a:lvl6pPr marL="2285886" indent="0">
              <a:buNone/>
              <a:defRPr sz="1600">
                <a:solidFill>
                  <a:schemeClr val="tx1">
                    <a:tint val="75000"/>
                  </a:schemeClr>
                </a:solidFill>
              </a:defRPr>
            </a:lvl6pPr>
            <a:lvl7pPr marL="2743062" indent="0">
              <a:buNone/>
              <a:defRPr sz="1600">
                <a:solidFill>
                  <a:schemeClr val="tx1">
                    <a:tint val="75000"/>
                  </a:schemeClr>
                </a:solidFill>
              </a:defRPr>
            </a:lvl7pPr>
            <a:lvl8pPr marL="3200240" indent="0">
              <a:buNone/>
              <a:defRPr sz="1600">
                <a:solidFill>
                  <a:schemeClr val="tx1">
                    <a:tint val="75000"/>
                  </a:schemeClr>
                </a:solidFill>
              </a:defRPr>
            </a:lvl8pPr>
            <a:lvl9pPr marL="3657418" indent="0">
              <a:buNone/>
              <a:defRPr sz="1600">
                <a:solidFill>
                  <a:schemeClr val="tx1">
                    <a:tint val="75000"/>
                  </a:schemeClr>
                </a:solidFill>
              </a:defRPr>
            </a:lvl9pPr>
          </a:lstStyle>
          <a:p>
            <a:pPr lvl="0"/>
            <a:r>
              <a:rPr lang="en-US" dirty="0"/>
              <a:t>Edit Master text styles</a:t>
            </a:r>
          </a:p>
        </p:txBody>
      </p:sp>
      <p:grpSp>
        <p:nvGrpSpPr>
          <p:cNvPr id="5" name="组合 4">
            <a:extLst>
              <a:ext uri="{FF2B5EF4-FFF2-40B4-BE49-F238E27FC236}">
                <a16:creationId xmlns:a16="http://schemas.microsoft.com/office/drawing/2014/main" id="{EDFAD072-98A3-4A9A-A57D-A2BBD0C400AF}"/>
              </a:ext>
            </a:extLst>
          </p:cNvPr>
          <p:cNvGrpSpPr/>
          <p:nvPr userDrawn="1"/>
        </p:nvGrpSpPr>
        <p:grpSpPr>
          <a:xfrm flipH="1">
            <a:off x="347887" y="1993644"/>
            <a:ext cx="7140148" cy="3966548"/>
            <a:chOff x="4656138" y="2437995"/>
            <a:chExt cx="6846887" cy="3803634"/>
          </a:xfrm>
        </p:grpSpPr>
        <p:sp>
          <p:nvSpPr>
            <p:cNvPr id="6" name="椭圆 5">
              <a:extLst>
                <a:ext uri="{FF2B5EF4-FFF2-40B4-BE49-F238E27FC236}">
                  <a16:creationId xmlns:a16="http://schemas.microsoft.com/office/drawing/2014/main" id="{01FEC273-3D18-48A3-8E14-F2C2E0EA1388}"/>
                </a:ext>
              </a:extLst>
            </p:cNvPr>
            <p:cNvSpPr/>
            <p:nvPr userDrawn="1"/>
          </p:nvSpPr>
          <p:spPr>
            <a:xfrm>
              <a:off x="9791994" y="5509651"/>
              <a:ext cx="564315" cy="317874"/>
            </a:xfrm>
            <a:prstGeom prst="ellipse">
              <a:avLst/>
            </a:prstGeom>
            <a:gradFill flip="none" rotWithShape="1">
              <a:gsLst>
                <a:gs pos="100000">
                  <a:srgbClr val="1D296C"/>
                </a:gs>
                <a:gs pos="52000">
                  <a:srgbClr val="2B6C95"/>
                </a:gs>
                <a:gs pos="68000">
                  <a:srgbClr val="265989"/>
                </a:gs>
                <a:gs pos="17000">
                  <a:srgbClr val="36A6B8"/>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a:extLst>
                <a:ext uri="{FF2B5EF4-FFF2-40B4-BE49-F238E27FC236}">
                  <a16:creationId xmlns:a16="http://schemas.microsoft.com/office/drawing/2014/main" id="{E5B24915-2C92-4794-B49D-726193F73647}"/>
                </a:ext>
              </a:extLst>
            </p:cNvPr>
            <p:cNvSpPr/>
            <p:nvPr userDrawn="1"/>
          </p:nvSpPr>
          <p:spPr>
            <a:xfrm>
              <a:off x="8951536" y="5923755"/>
              <a:ext cx="564315" cy="317874"/>
            </a:xfrm>
            <a:prstGeom prst="ellipse">
              <a:avLst/>
            </a:prstGeom>
            <a:gradFill flip="none" rotWithShape="1">
              <a:gsLst>
                <a:gs pos="100000">
                  <a:srgbClr val="1D296C"/>
                </a:gs>
                <a:gs pos="52000">
                  <a:srgbClr val="2B6C95"/>
                </a:gs>
                <a:gs pos="68000">
                  <a:srgbClr val="265989"/>
                </a:gs>
                <a:gs pos="17000">
                  <a:srgbClr val="36A6B8"/>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a:extLst>
                <a:ext uri="{FF2B5EF4-FFF2-40B4-BE49-F238E27FC236}">
                  <a16:creationId xmlns:a16="http://schemas.microsoft.com/office/drawing/2014/main" id="{A23F1A1F-8473-4CAC-8B68-2ECBFEBF8864}"/>
                </a:ext>
              </a:extLst>
            </p:cNvPr>
            <p:cNvSpPr/>
            <p:nvPr userDrawn="1"/>
          </p:nvSpPr>
          <p:spPr>
            <a:xfrm>
              <a:off x="7681196" y="5266157"/>
              <a:ext cx="564315" cy="317874"/>
            </a:xfrm>
            <a:prstGeom prst="ellipse">
              <a:avLst/>
            </a:prstGeom>
            <a:gradFill flip="none" rotWithShape="1">
              <a:gsLst>
                <a:gs pos="100000">
                  <a:srgbClr val="1D296C"/>
                </a:gs>
                <a:gs pos="52000">
                  <a:srgbClr val="2B6C95"/>
                </a:gs>
                <a:gs pos="68000">
                  <a:srgbClr val="265989"/>
                </a:gs>
                <a:gs pos="17000">
                  <a:srgbClr val="36A6B8"/>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a:extLst>
                <a:ext uri="{FF2B5EF4-FFF2-40B4-BE49-F238E27FC236}">
                  <a16:creationId xmlns:a16="http://schemas.microsoft.com/office/drawing/2014/main" id="{4E18F4E0-9855-455A-9AB4-8E45971C61FF}"/>
                </a:ext>
              </a:extLst>
            </p:cNvPr>
            <p:cNvSpPr/>
            <p:nvPr userDrawn="1"/>
          </p:nvSpPr>
          <p:spPr>
            <a:xfrm>
              <a:off x="6269331" y="5704329"/>
              <a:ext cx="564315" cy="317874"/>
            </a:xfrm>
            <a:prstGeom prst="ellipse">
              <a:avLst/>
            </a:prstGeom>
            <a:gradFill flip="none" rotWithShape="1">
              <a:gsLst>
                <a:gs pos="100000">
                  <a:srgbClr val="1D296C"/>
                </a:gs>
                <a:gs pos="52000">
                  <a:srgbClr val="2B6C95"/>
                </a:gs>
                <a:gs pos="68000">
                  <a:srgbClr val="265989"/>
                </a:gs>
                <a:gs pos="20000">
                  <a:srgbClr val="36A6B8"/>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Freeform 5">
              <a:extLst>
                <a:ext uri="{FF2B5EF4-FFF2-40B4-BE49-F238E27FC236}">
                  <a16:creationId xmlns:a16="http://schemas.microsoft.com/office/drawing/2014/main" id="{30A201A1-80D9-4DA8-A881-55B80110B5F8}"/>
                </a:ext>
              </a:extLst>
            </p:cNvPr>
            <p:cNvSpPr>
              <a:spLocks/>
            </p:cNvSpPr>
            <p:nvPr userDrawn="1"/>
          </p:nvSpPr>
          <p:spPr bwMode="auto">
            <a:xfrm>
              <a:off x="4656138" y="4818063"/>
              <a:ext cx="6846887" cy="1335087"/>
            </a:xfrm>
            <a:custGeom>
              <a:avLst/>
              <a:gdLst>
                <a:gd name="T0" fmla="*/ 2059 w 2076"/>
                <a:gd name="T1" fmla="*/ 0 h 404"/>
                <a:gd name="T2" fmla="*/ 2053 w 2076"/>
                <a:gd name="T3" fmla="*/ 2 h 404"/>
                <a:gd name="T4" fmla="*/ 1420 w 2076"/>
                <a:gd name="T5" fmla="*/ 368 h 404"/>
                <a:gd name="T6" fmla="*/ 1388 w 2076"/>
                <a:gd name="T7" fmla="*/ 376 h 404"/>
                <a:gd name="T8" fmla="*/ 1357 w 2076"/>
                <a:gd name="T9" fmla="*/ 368 h 404"/>
                <a:gd name="T10" fmla="*/ 949 w 2076"/>
                <a:gd name="T11" fmla="*/ 132 h 404"/>
                <a:gd name="T12" fmla="*/ 903 w 2076"/>
                <a:gd name="T13" fmla="*/ 120 h 404"/>
                <a:gd name="T14" fmla="*/ 858 w 2076"/>
                <a:gd name="T15" fmla="*/ 132 h 404"/>
                <a:gd name="T16" fmla="*/ 521 w 2076"/>
                <a:gd name="T17" fmla="*/ 326 h 404"/>
                <a:gd name="T18" fmla="*/ 490 w 2076"/>
                <a:gd name="T19" fmla="*/ 335 h 404"/>
                <a:gd name="T20" fmla="*/ 459 w 2076"/>
                <a:gd name="T21" fmla="*/ 326 h 404"/>
                <a:gd name="T22" fmla="*/ 23 w 2076"/>
                <a:gd name="T23" fmla="*/ 75 h 404"/>
                <a:gd name="T24" fmla="*/ 16 w 2076"/>
                <a:gd name="T25" fmla="*/ 73 h 404"/>
                <a:gd name="T26" fmla="*/ 4 w 2076"/>
                <a:gd name="T27" fmla="*/ 80 h 404"/>
                <a:gd name="T28" fmla="*/ 9 w 2076"/>
                <a:gd name="T29" fmla="*/ 99 h 404"/>
                <a:gd name="T30" fmla="*/ 445 w 2076"/>
                <a:gd name="T31" fmla="*/ 351 h 404"/>
                <a:gd name="T32" fmla="*/ 490 w 2076"/>
                <a:gd name="T33" fmla="*/ 363 h 404"/>
                <a:gd name="T34" fmla="*/ 535 w 2076"/>
                <a:gd name="T35" fmla="*/ 351 h 404"/>
                <a:gd name="T36" fmla="*/ 872 w 2076"/>
                <a:gd name="T37" fmla="*/ 156 h 404"/>
                <a:gd name="T38" fmla="*/ 903 w 2076"/>
                <a:gd name="T39" fmla="*/ 148 h 404"/>
                <a:gd name="T40" fmla="*/ 935 w 2076"/>
                <a:gd name="T41" fmla="*/ 156 h 404"/>
                <a:gd name="T42" fmla="*/ 1343 w 2076"/>
                <a:gd name="T43" fmla="*/ 392 h 404"/>
                <a:gd name="T44" fmla="*/ 1388 w 2076"/>
                <a:gd name="T45" fmla="*/ 404 h 404"/>
                <a:gd name="T46" fmla="*/ 1434 w 2076"/>
                <a:gd name="T47" fmla="*/ 392 h 404"/>
                <a:gd name="T48" fmla="*/ 2067 w 2076"/>
                <a:gd name="T49" fmla="*/ 26 h 404"/>
                <a:gd name="T50" fmla="*/ 2072 w 2076"/>
                <a:gd name="T51" fmla="*/ 7 h 404"/>
                <a:gd name="T52" fmla="*/ 2059 w 2076"/>
                <a:gd name="T53" fmla="*/ 0 h 4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076" h="404">
                  <a:moveTo>
                    <a:pt x="2059" y="0"/>
                  </a:moveTo>
                  <a:cubicBezTo>
                    <a:pt x="2057" y="0"/>
                    <a:pt x="2055" y="1"/>
                    <a:pt x="2053" y="2"/>
                  </a:cubicBezTo>
                  <a:cubicBezTo>
                    <a:pt x="1420" y="368"/>
                    <a:pt x="1420" y="368"/>
                    <a:pt x="1420" y="368"/>
                  </a:cubicBezTo>
                  <a:cubicBezTo>
                    <a:pt x="1410" y="373"/>
                    <a:pt x="1399" y="376"/>
                    <a:pt x="1388" y="376"/>
                  </a:cubicBezTo>
                  <a:cubicBezTo>
                    <a:pt x="1378" y="376"/>
                    <a:pt x="1367" y="373"/>
                    <a:pt x="1357" y="368"/>
                  </a:cubicBezTo>
                  <a:cubicBezTo>
                    <a:pt x="949" y="132"/>
                    <a:pt x="949" y="132"/>
                    <a:pt x="949" y="132"/>
                  </a:cubicBezTo>
                  <a:cubicBezTo>
                    <a:pt x="935" y="124"/>
                    <a:pt x="919" y="120"/>
                    <a:pt x="903" y="120"/>
                  </a:cubicBezTo>
                  <a:cubicBezTo>
                    <a:pt x="888" y="120"/>
                    <a:pt x="872" y="124"/>
                    <a:pt x="858" y="132"/>
                  </a:cubicBezTo>
                  <a:cubicBezTo>
                    <a:pt x="521" y="326"/>
                    <a:pt x="521" y="326"/>
                    <a:pt x="521" y="326"/>
                  </a:cubicBezTo>
                  <a:cubicBezTo>
                    <a:pt x="511" y="332"/>
                    <a:pt x="501" y="335"/>
                    <a:pt x="490" y="335"/>
                  </a:cubicBezTo>
                  <a:cubicBezTo>
                    <a:pt x="479" y="335"/>
                    <a:pt x="468" y="332"/>
                    <a:pt x="459" y="326"/>
                  </a:cubicBezTo>
                  <a:cubicBezTo>
                    <a:pt x="23" y="75"/>
                    <a:pt x="23" y="75"/>
                    <a:pt x="23" y="75"/>
                  </a:cubicBezTo>
                  <a:cubicBezTo>
                    <a:pt x="21" y="74"/>
                    <a:pt x="19" y="73"/>
                    <a:pt x="16" y="73"/>
                  </a:cubicBezTo>
                  <a:cubicBezTo>
                    <a:pt x="11" y="73"/>
                    <a:pt x="7" y="76"/>
                    <a:pt x="4" y="80"/>
                  </a:cubicBezTo>
                  <a:cubicBezTo>
                    <a:pt x="0" y="87"/>
                    <a:pt x="3" y="95"/>
                    <a:pt x="9" y="99"/>
                  </a:cubicBezTo>
                  <a:cubicBezTo>
                    <a:pt x="445" y="351"/>
                    <a:pt x="445" y="351"/>
                    <a:pt x="445" y="351"/>
                  </a:cubicBezTo>
                  <a:cubicBezTo>
                    <a:pt x="459" y="359"/>
                    <a:pt x="474" y="363"/>
                    <a:pt x="490" y="363"/>
                  </a:cubicBezTo>
                  <a:cubicBezTo>
                    <a:pt x="506" y="363"/>
                    <a:pt x="521" y="359"/>
                    <a:pt x="535" y="351"/>
                  </a:cubicBezTo>
                  <a:cubicBezTo>
                    <a:pt x="872" y="156"/>
                    <a:pt x="872" y="156"/>
                    <a:pt x="872" y="156"/>
                  </a:cubicBezTo>
                  <a:cubicBezTo>
                    <a:pt x="882" y="150"/>
                    <a:pt x="893" y="148"/>
                    <a:pt x="903" y="148"/>
                  </a:cubicBezTo>
                  <a:cubicBezTo>
                    <a:pt x="914" y="148"/>
                    <a:pt x="925" y="150"/>
                    <a:pt x="935" y="156"/>
                  </a:cubicBezTo>
                  <a:cubicBezTo>
                    <a:pt x="1343" y="392"/>
                    <a:pt x="1343" y="392"/>
                    <a:pt x="1343" y="392"/>
                  </a:cubicBezTo>
                  <a:cubicBezTo>
                    <a:pt x="1357" y="400"/>
                    <a:pt x="1373" y="404"/>
                    <a:pt x="1388" y="404"/>
                  </a:cubicBezTo>
                  <a:cubicBezTo>
                    <a:pt x="1404" y="404"/>
                    <a:pt x="1420" y="400"/>
                    <a:pt x="1434" y="392"/>
                  </a:cubicBezTo>
                  <a:cubicBezTo>
                    <a:pt x="2067" y="26"/>
                    <a:pt x="2067" y="26"/>
                    <a:pt x="2067" y="26"/>
                  </a:cubicBezTo>
                  <a:cubicBezTo>
                    <a:pt x="2073" y="23"/>
                    <a:pt x="2076" y="14"/>
                    <a:pt x="2072" y="7"/>
                  </a:cubicBezTo>
                  <a:cubicBezTo>
                    <a:pt x="2069" y="3"/>
                    <a:pt x="2064" y="0"/>
                    <a:pt x="2059" y="0"/>
                  </a:cubicBezTo>
                </a:path>
              </a:pathLst>
            </a:custGeom>
            <a:gradFill>
              <a:gsLst>
                <a:gs pos="74000">
                  <a:srgbClr val="2D7C9E">
                    <a:alpha val="50000"/>
                  </a:srgbClr>
                </a:gs>
                <a:gs pos="37000">
                  <a:srgbClr val="41E4DE">
                    <a:alpha val="50000"/>
                  </a:srgbClr>
                </a:gs>
                <a:gs pos="0">
                  <a:srgbClr val="19145F">
                    <a:alpha val="50000"/>
                  </a:srgbClr>
                </a:gs>
                <a:gs pos="100000">
                  <a:srgbClr val="19125E">
                    <a:alpha val="50000"/>
                  </a:srgbClr>
                </a:gs>
              </a:gsLst>
              <a:lin ang="0" scaled="0"/>
            </a:gra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1" name="Freeform 6">
              <a:extLst>
                <a:ext uri="{FF2B5EF4-FFF2-40B4-BE49-F238E27FC236}">
                  <a16:creationId xmlns:a16="http://schemas.microsoft.com/office/drawing/2014/main" id="{1F3FC629-F814-44C8-848B-3A13EF052DA7}"/>
                </a:ext>
              </a:extLst>
            </p:cNvPr>
            <p:cNvSpPr>
              <a:spLocks noEditPoints="1"/>
            </p:cNvSpPr>
            <p:nvPr userDrawn="1"/>
          </p:nvSpPr>
          <p:spPr bwMode="auto">
            <a:xfrm>
              <a:off x="7640638" y="3989388"/>
              <a:ext cx="3186112" cy="1830387"/>
            </a:xfrm>
            <a:custGeom>
              <a:avLst/>
              <a:gdLst>
                <a:gd name="T0" fmla="*/ 483 w 966"/>
                <a:gd name="T1" fmla="*/ 466 h 554"/>
                <a:gd name="T2" fmla="*/ 157 w 966"/>
                <a:gd name="T3" fmla="*/ 277 h 554"/>
                <a:gd name="T4" fmla="*/ 483 w 966"/>
                <a:gd name="T5" fmla="*/ 89 h 554"/>
                <a:gd name="T6" fmla="*/ 810 w 966"/>
                <a:gd name="T7" fmla="*/ 277 h 554"/>
                <a:gd name="T8" fmla="*/ 483 w 966"/>
                <a:gd name="T9" fmla="*/ 466 h 554"/>
                <a:gd name="T10" fmla="*/ 483 w 966"/>
                <a:gd name="T11" fmla="*/ 48 h 554"/>
                <a:gd name="T12" fmla="*/ 472 w 966"/>
                <a:gd name="T13" fmla="*/ 51 h 554"/>
                <a:gd name="T14" fmla="*/ 82 w 966"/>
                <a:gd name="T15" fmla="*/ 276 h 554"/>
                <a:gd name="T16" fmla="*/ 81 w 966"/>
                <a:gd name="T17" fmla="*/ 277 h 554"/>
                <a:gd name="T18" fmla="*/ 82 w 966"/>
                <a:gd name="T19" fmla="*/ 278 h 554"/>
                <a:gd name="T20" fmla="*/ 472 w 966"/>
                <a:gd name="T21" fmla="*/ 503 h 554"/>
                <a:gd name="T22" fmla="*/ 472 w 966"/>
                <a:gd name="T23" fmla="*/ 503 h 554"/>
                <a:gd name="T24" fmla="*/ 483 w 966"/>
                <a:gd name="T25" fmla="*/ 506 h 554"/>
                <a:gd name="T26" fmla="*/ 494 w 966"/>
                <a:gd name="T27" fmla="*/ 503 h 554"/>
                <a:gd name="T28" fmla="*/ 884 w 966"/>
                <a:gd name="T29" fmla="*/ 278 h 554"/>
                <a:gd name="T30" fmla="*/ 885 w 966"/>
                <a:gd name="T31" fmla="*/ 277 h 554"/>
                <a:gd name="T32" fmla="*/ 884 w 966"/>
                <a:gd name="T33" fmla="*/ 276 h 554"/>
                <a:gd name="T34" fmla="*/ 494 w 966"/>
                <a:gd name="T35" fmla="*/ 51 h 554"/>
                <a:gd name="T36" fmla="*/ 483 w 966"/>
                <a:gd name="T37" fmla="*/ 48 h 554"/>
                <a:gd name="T38" fmla="*/ 483 w 966"/>
                <a:gd name="T39" fmla="*/ 518 h 554"/>
                <a:gd name="T40" fmla="*/ 466 w 966"/>
                <a:gd name="T41" fmla="*/ 514 h 554"/>
                <a:gd name="T42" fmla="*/ 466 w 966"/>
                <a:gd name="T43" fmla="*/ 514 h 554"/>
                <a:gd name="T44" fmla="*/ 76 w 966"/>
                <a:gd name="T45" fmla="*/ 289 h 554"/>
                <a:gd name="T46" fmla="*/ 69 w 966"/>
                <a:gd name="T47" fmla="*/ 277 h 554"/>
                <a:gd name="T48" fmla="*/ 76 w 966"/>
                <a:gd name="T49" fmla="*/ 266 h 554"/>
                <a:gd name="T50" fmla="*/ 466 w 966"/>
                <a:gd name="T51" fmla="*/ 41 h 554"/>
                <a:gd name="T52" fmla="*/ 483 w 966"/>
                <a:gd name="T53" fmla="*/ 36 h 554"/>
                <a:gd name="T54" fmla="*/ 500 w 966"/>
                <a:gd name="T55" fmla="*/ 41 h 554"/>
                <a:gd name="T56" fmla="*/ 890 w 966"/>
                <a:gd name="T57" fmla="*/ 266 h 554"/>
                <a:gd name="T58" fmla="*/ 897 w 966"/>
                <a:gd name="T59" fmla="*/ 277 h 554"/>
                <a:gd name="T60" fmla="*/ 890 w 966"/>
                <a:gd name="T61" fmla="*/ 289 h 554"/>
                <a:gd name="T62" fmla="*/ 500 w 966"/>
                <a:gd name="T63" fmla="*/ 514 h 554"/>
                <a:gd name="T64" fmla="*/ 483 w 966"/>
                <a:gd name="T65" fmla="*/ 518 h 554"/>
                <a:gd name="T66" fmla="*/ 483 w 966"/>
                <a:gd name="T67" fmla="*/ 0 h 554"/>
                <a:gd name="T68" fmla="*/ 462 w 966"/>
                <a:gd name="T69" fmla="*/ 6 h 554"/>
                <a:gd name="T70" fmla="*/ 7 w 966"/>
                <a:gd name="T71" fmla="*/ 269 h 554"/>
                <a:gd name="T72" fmla="*/ 7 w 966"/>
                <a:gd name="T73" fmla="*/ 286 h 554"/>
                <a:gd name="T74" fmla="*/ 462 w 966"/>
                <a:gd name="T75" fmla="*/ 548 h 554"/>
                <a:gd name="T76" fmla="*/ 483 w 966"/>
                <a:gd name="T77" fmla="*/ 554 h 554"/>
                <a:gd name="T78" fmla="*/ 505 w 966"/>
                <a:gd name="T79" fmla="*/ 548 h 554"/>
                <a:gd name="T80" fmla="*/ 960 w 966"/>
                <a:gd name="T81" fmla="*/ 286 h 554"/>
                <a:gd name="T82" fmla="*/ 960 w 966"/>
                <a:gd name="T83" fmla="*/ 269 h 554"/>
                <a:gd name="T84" fmla="*/ 505 w 966"/>
                <a:gd name="T85" fmla="*/ 6 h 554"/>
                <a:gd name="T86" fmla="*/ 483 w 966"/>
                <a:gd name="T87" fmla="*/ 0 h 5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966" h="554">
                  <a:moveTo>
                    <a:pt x="483" y="466"/>
                  </a:moveTo>
                  <a:cubicBezTo>
                    <a:pt x="157" y="277"/>
                    <a:pt x="157" y="277"/>
                    <a:pt x="157" y="277"/>
                  </a:cubicBezTo>
                  <a:cubicBezTo>
                    <a:pt x="483" y="89"/>
                    <a:pt x="483" y="89"/>
                    <a:pt x="483" y="89"/>
                  </a:cubicBezTo>
                  <a:cubicBezTo>
                    <a:pt x="810" y="277"/>
                    <a:pt x="810" y="277"/>
                    <a:pt x="810" y="277"/>
                  </a:cubicBezTo>
                  <a:cubicBezTo>
                    <a:pt x="483" y="466"/>
                    <a:pt x="483" y="466"/>
                    <a:pt x="483" y="466"/>
                  </a:cubicBezTo>
                  <a:moveTo>
                    <a:pt x="483" y="48"/>
                  </a:moveTo>
                  <a:cubicBezTo>
                    <a:pt x="479" y="48"/>
                    <a:pt x="475" y="49"/>
                    <a:pt x="472" y="51"/>
                  </a:cubicBezTo>
                  <a:cubicBezTo>
                    <a:pt x="82" y="276"/>
                    <a:pt x="82" y="276"/>
                    <a:pt x="82" y="276"/>
                  </a:cubicBezTo>
                  <a:cubicBezTo>
                    <a:pt x="82" y="277"/>
                    <a:pt x="81" y="277"/>
                    <a:pt x="81" y="277"/>
                  </a:cubicBezTo>
                  <a:cubicBezTo>
                    <a:pt x="81" y="278"/>
                    <a:pt x="82" y="278"/>
                    <a:pt x="82" y="278"/>
                  </a:cubicBezTo>
                  <a:cubicBezTo>
                    <a:pt x="472" y="503"/>
                    <a:pt x="472" y="503"/>
                    <a:pt x="472" y="503"/>
                  </a:cubicBezTo>
                  <a:cubicBezTo>
                    <a:pt x="472" y="503"/>
                    <a:pt x="472" y="503"/>
                    <a:pt x="472" y="503"/>
                  </a:cubicBezTo>
                  <a:cubicBezTo>
                    <a:pt x="475" y="505"/>
                    <a:pt x="479" y="506"/>
                    <a:pt x="483" y="506"/>
                  </a:cubicBezTo>
                  <a:cubicBezTo>
                    <a:pt x="487" y="506"/>
                    <a:pt x="491" y="505"/>
                    <a:pt x="494" y="503"/>
                  </a:cubicBezTo>
                  <a:cubicBezTo>
                    <a:pt x="884" y="278"/>
                    <a:pt x="884" y="278"/>
                    <a:pt x="884" y="278"/>
                  </a:cubicBezTo>
                  <a:cubicBezTo>
                    <a:pt x="885" y="278"/>
                    <a:pt x="885" y="278"/>
                    <a:pt x="885" y="277"/>
                  </a:cubicBezTo>
                  <a:cubicBezTo>
                    <a:pt x="885" y="277"/>
                    <a:pt x="885" y="277"/>
                    <a:pt x="884" y="276"/>
                  </a:cubicBezTo>
                  <a:cubicBezTo>
                    <a:pt x="494" y="51"/>
                    <a:pt x="494" y="51"/>
                    <a:pt x="494" y="51"/>
                  </a:cubicBezTo>
                  <a:cubicBezTo>
                    <a:pt x="491" y="49"/>
                    <a:pt x="487" y="48"/>
                    <a:pt x="483" y="48"/>
                  </a:cubicBezTo>
                  <a:moveTo>
                    <a:pt x="483" y="518"/>
                  </a:moveTo>
                  <a:cubicBezTo>
                    <a:pt x="477" y="518"/>
                    <a:pt x="471" y="517"/>
                    <a:pt x="466" y="514"/>
                  </a:cubicBezTo>
                  <a:cubicBezTo>
                    <a:pt x="466" y="514"/>
                    <a:pt x="466" y="514"/>
                    <a:pt x="466" y="514"/>
                  </a:cubicBezTo>
                  <a:cubicBezTo>
                    <a:pt x="76" y="289"/>
                    <a:pt x="76" y="289"/>
                    <a:pt x="76" y="289"/>
                  </a:cubicBezTo>
                  <a:cubicBezTo>
                    <a:pt x="72" y="286"/>
                    <a:pt x="69" y="282"/>
                    <a:pt x="69" y="277"/>
                  </a:cubicBezTo>
                  <a:cubicBezTo>
                    <a:pt x="69" y="273"/>
                    <a:pt x="72" y="268"/>
                    <a:pt x="76" y="266"/>
                  </a:cubicBezTo>
                  <a:cubicBezTo>
                    <a:pt x="466" y="41"/>
                    <a:pt x="466" y="41"/>
                    <a:pt x="466" y="41"/>
                  </a:cubicBezTo>
                  <a:cubicBezTo>
                    <a:pt x="471" y="38"/>
                    <a:pt x="477" y="36"/>
                    <a:pt x="483" y="36"/>
                  </a:cubicBezTo>
                  <a:cubicBezTo>
                    <a:pt x="489" y="36"/>
                    <a:pt x="495" y="38"/>
                    <a:pt x="500" y="41"/>
                  </a:cubicBezTo>
                  <a:cubicBezTo>
                    <a:pt x="890" y="266"/>
                    <a:pt x="890" y="266"/>
                    <a:pt x="890" y="266"/>
                  </a:cubicBezTo>
                  <a:cubicBezTo>
                    <a:pt x="894" y="268"/>
                    <a:pt x="897" y="273"/>
                    <a:pt x="897" y="277"/>
                  </a:cubicBezTo>
                  <a:cubicBezTo>
                    <a:pt x="897" y="282"/>
                    <a:pt x="894" y="286"/>
                    <a:pt x="890" y="289"/>
                  </a:cubicBezTo>
                  <a:cubicBezTo>
                    <a:pt x="500" y="514"/>
                    <a:pt x="500" y="514"/>
                    <a:pt x="500" y="514"/>
                  </a:cubicBezTo>
                  <a:cubicBezTo>
                    <a:pt x="495" y="517"/>
                    <a:pt x="489" y="518"/>
                    <a:pt x="483" y="518"/>
                  </a:cubicBezTo>
                  <a:moveTo>
                    <a:pt x="483" y="0"/>
                  </a:moveTo>
                  <a:cubicBezTo>
                    <a:pt x="476" y="0"/>
                    <a:pt x="468" y="2"/>
                    <a:pt x="462" y="6"/>
                  </a:cubicBezTo>
                  <a:cubicBezTo>
                    <a:pt x="7" y="269"/>
                    <a:pt x="7" y="269"/>
                    <a:pt x="7" y="269"/>
                  </a:cubicBezTo>
                  <a:cubicBezTo>
                    <a:pt x="0" y="273"/>
                    <a:pt x="0" y="282"/>
                    <a:pt x="7" y="286"/>
                  </a:cubicBezTo>
                  <a:cubicBezTo>
                    <a:pt x="462" y="548"/>
                    <a:pt x="462" y="548"/>
                    <a:pt x="462" y="548"/>
                  </a:cubicBezTo>
                  <a:cubicBezTo>
                    <a:pt x="468" y="552"/>
                    <a:pt x="476" y="554"/>
                    <a:pt x="483" y="554"/>
                  </a:cubicBezTo>
                  <a:cubicBezTo>
                    <a:pt x="491" y="554"/>
                    <a:pt x="498" y="552"/>
                    <a:pt x="505" y="548"/>
                  </a:cubicBezTo>
                  <a:cubicBezTo>
                    <a:pt x="960" y="286"/>
                    <a:pt x="960" y="286"/>
                    <a:pt x="960" y="286"/>
                  </a:cubicBezTo>
                  <a:cubicBezTo>
                    <a:pt x="966" y="282"/>
                    <a:pt x="966" y="273"/>
                    <a:pt x="960" y="269"/>
                  </a:cubicBezTo>
                  <a:cubicBezTo>
                    <a:pt x="505" y="6"/>
                    <a:pt x="505" y="6"/>
                    <a:pt x="505" y="6"/>
                  </a:cubicBezTo>
                  <a:cubicBezTo>
                    <a:pt x="498" y="2"/>
                    <a:pt x="491" y="0"/>
                    <a:pt x="483" y="0"/>
                  </a:cubicBezTo>
                </a:path>
              </a:pathLst>
            </a:custGeom>
            <a:solidFill>
              <a:srgbClr val="5E578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 name="Freeform 7">
              <a:extLst>
                <a:ext uri="{FF2B5EF4-FFF2-40B4-BE49-F238E27FC236}">
                  <a16:creationId xmlns:a16="http://schemas.microsoft.com/office/drawing/2014/main" id="{DC71528E-8757-4884-83C1-214745F9F21E}"/>
                </a:ext>
              </a:extLst>
            </p:cNvPr>
            <p:cNvSpPr>
              <a:spLocks noEditPoints="1"/>
            </p:cNvSpPr>
            <p:nvPr userDrawn="1"/>
          </p:nvSpPr>
          <p:spPr bwMode="auto">
            <a:xfrm>
              <a:off x="7869238" y="4108450"/>
              <a:ext cx="2730500" cy="1592262"/>
            </a:xfrm>
            <a:custGeom>
              <a:avLst/>
              <a:gdLst>
                <a:gd name="T0" fmla="*/ 403 w 828"/>
                <a:gd name="T1" fmla="*/ 467 h 482"/>
                <a:gd name="T2" fmla="*/ 13 w 828"/>
                <a:gd name="T3" fmla="*/ 242 h 482"/>
                <a:gd name="T4" fmla="*/ 12 w 828"/>
                <a:gd name="T5" fmla="*/ 241 h 482"/>
                <a:gd name="T6" fmla="*/ 13 w 828"/>
                <a:gd name="T7" fmla="*/ 240 h 482"/>
                <a:gd name="T8" fmla="*/ 403 w 828"/>
                <a:gd name="T9" fmla="*/ 15 h 482"/>
                <a:gd name="T10" fmla="*/ 414 w 828"/>
                <a:gd name="T11" fmla="*/ 12 h 482"/>
                <a:gd name="T12" fmla="*/ 425 w 828"/>
                <a:gd name="T13" fmla="*/ 15 h 482"/>
                <a:gd name="T14" fmla="*/ 815 w 828"/>
                <a:gd name="T15" fmla="*/ 240 h 482"/>
                <a:gd name="T16" fmla="*/ 816 w 828"/>
                <a:gd name="T17" fmla="*/ 241 h 482"/>
                <a:gd name="T18" fmla="*/ 815 w 828"/>
                <a:gd name="T19" fmla="*/ 242 h 482"/>
                <a:gd name="T20" fmla="*/ 425 w 828"/>
                <a:gd name="T21" fmla="*/ 467 h 482"/>
                <a:gd name="T22" fmla="*/ 414 w 828"/>
                <a:gd name="T23" fmla="*/ 470 h 482"/>
                <a:gd name="T24" fmla="*/ 403 w 828"/>
                <a:gd name="T25" fmla="*/ 467 h 482"/>
                <a:gd name="T26" fmla="*/ 403 w 828"/>
                <a:gd name="T27" fmla="*/ 467 h 482"/>
                <a:gd name="T28" fmla="*/ 414 w 828"/>
                <a:gd name="T29" fmla="*/ 0 h 482"/>
                <a:gd name="T30" fmla="*/ 397 w 828"/>
                <a:gd name="T31" fmla="*/ 5 h 482"/>
                <a:gd name="T32" fmla="*/ 7 w 828"/>
                <a:gd name="T33" fmla="*/ 230 h 482"/>
                <a:gd name="T34" fmla="*/ 0 w 828"/>
                <a:gd name="T35" fmla="*/ 241 h 482"/>
                <a:gd name="T36" fmla="*/ 7 w 828"/>
                <a:gd name="T37" fmla="*/ 253 h 482"/>
                <a:gd name="T38" fmla="*/ 397 w 828"/>
                <a:gd name="T39" fmla="*/ 478 h 482"/>
                <a:gd name="T40" fmla="*/ 397 w 828"/>
                <a:gd name="T41" fmla="*/ 478 h 482"/>
                <a:gd name="T42" fmla="*/ 414 w 828"/>
                <a:gd name="T43" fmla="*/ 482 h 482"/>
                <a:gd name="T44" fmla="*/ 431 w 828"/>
                <a:gd name="T45" fmla="*/ 478 h 482"/>
                <a:gd name="T46" fmla="*/ 821 w 828"/>
                <a:gd name="T47" fmla="*/ 253 h 482"/>
                <a:gd name="T48" fmla="*/ 828 w 828"/>
                <a:gd name="T49" fmla="*/ 241 h 482"/>
                <a:gd name="T50" fmla="*/ 821 w 828"/>
                <a:gd name="T51" fmla="*/ 230 h 482"/>
                <a:gd name="T52" fmla="*/ 431 w 828"/>
                <a:gd name="T53" fmla="*/ 5 h 482"/>
                <a:gd name="T54" fmla="*/ 414 w 828"/>
                <a:gd name="T55" fmla="*/ 0 h 4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828" h="482">
                  <a:moveTo>
                    <a:pt x="403" y="467"/>
                  </a:moveTo>
                  <a:cubicBezTo>
                    <a:pt x="13" y="242"/>
                    <a:pt x="13" y="242"/>
                    <a:pt x="13" y="242"/>
                  </a:cubicBezTo>
                  <a:cubicBezTo>
                    <a:pt x="13" y="242"/>
                    <a:pt x="12" y="242"/>
                    <a:pt x="12" y="241"/>
                  </a:cubicBezTo>
                  <a:cubicBezTo>
                    <a:pt x="12" y="241"/>
                    <a:pt x="13" y="241"/>
                    <a:pt x="13" y="240"/>
                  </a:cubicBezTo>
                  <a:cubicBezTo>
                    <a:pt x="403" y="15"/>
                    <a:pt x="403" y="15"/>
                    <a:pt x="403" y="15"/>
                  </a:cubicBezTo>
                  <a:cubicBezTo>
                    <a:pt x="406" y="13"/>
                    <a:pt x="410" y="12"/>
                    <a:pt x="414" y="12"/>
                  </a:cubicBezTo>
                  <a:cubicBezTo>
                    <a:pt x="418" y="12"/>
                    <a:pt x="422" y="13"/>
                    <a:pt x="425" y="15"/>
                  </a:cubicBezTo>
                  <a:cubicBezTo>
                    <a:pt x="815" y="240"/>
                    <a:pt x="815" y="240"/>
                    <a:pt x="815" y="240"/>
                  </a:cubicBezTo>
                  <a:cubicBezTo>
                    <a:pt x="816" y="241"/>
                    <a:pt x="816" y="241"/>
                    <a:pt x="816" y="241"/>
                  </a:cubicBezTo>
                  <a:cubicBezTo>
                    <a:pt x="816" y="242"/>
                    <a:pt x="816" y="242"/>
                    <a:pt x="815" y="242"/>
                  </a:cubicBezTo>
                  <a:cubicBezTo>
                    <a:pt x="425" y="467"/>
                    <a:pt x="425" y="467"/>
                    <a:pt x="425" y="467"/>
                  </a:cubicBezTo>
                  <a:cubicBezTo>
                    <a:pt x="422" y="469"/>
                    <a:pt x="418" y="470"/>
                    <a:pt x="414" y="470"/>
                  </a:cubicBezTo>
                  <a:cubicBezTo>
                    <a:pt x="410" y="470"/>
                    <a:pt x="406" y="469"/>
                    <a:pt x="403" y="467"/>
                  </a:cubicBezTo>
                  <a:cubicBezTo>
                    <a:pt x="403" y="467"/>
                    <a:pt x="403" y="467"/>
                    <a:pt x="403" y="467"/>
                  </a:cubicBezTo>
                  <a:moveTo>
                    <a:pt x="414" y="0"/>
                  </a:moveTo>
                  <a:cubicBezTo>
                    <a:pt x="408" y="0"/>
                    <a:pt x="402" y="2"/>
                    <a:pt x="397" y="5"/>
                  </a:cubicBezTo>
                  <a:cubicBezTo>
                    <a:pt x="7" y="230"/>
                    <a:pt x="7" y="230"/>
                    <a:pt x="7" y="230"/>
                  </a:cubicBezTo>
                  <a:cubicBezTo>
                    <a:pt x="3" y="232"/>
                    <a:pt x="0" y="237"/>
                    <a:pt x="0" y="241"/>
                  </a:cubicBezTo>
                  <a:cubicBezTo>
                    <a:pt x="0" y="246"/>
                    <a:pt x="3" y="250"/>
                    <a:pt x="7" y="253"/>
                  </a:cubicBezTo>
                  <a:cubicBezTo>
                    <a:pt x="397" y="478"/>
                    <a:pt x="397" y="478"/>
                    <a:pt x="397" y="478"/>
                  </a:cubicBezTo>
                  <a:cubicBezTo>
                    <a:pt x="397" y="478"/>
                    <a:pt x="397" y="478"/>
                    <a:pt x="397" y="478"/>
                  </a:cubicBezTo>
                  <a:cubicBezTo>
                    <a:pt x="402" y="481"/>
                    <a:pt x="408" y="482"/>
                    <a:pt x="414" y="482"/>
                  </a:cubicBezTo>
                  <a:cubicBezTo>
                    <a:pt x="420" y="482"/>
                    <a:pt x="426" y="481"/>
                    <a:pt x="431" y="478"/>
                  </a:cubicBezTo>
                  <a:cubicBezTo>
                    <a:pt x="821" y="253"/>
                    <a:pt x="821" y="253"/>
                    <a:pt x="821" y="253"/>
                  </a:cubicBezTo>
                  <a:cubicBezTo>
                    <a:pt x="825" y="250"/>
                    <a:pt x="828" y="246"/>
                    <a:pt x="828" y="241"/>
                  </a:cubicBezTo>
                  <a:cubicBezTo>
                    <a:pt x="828" y="237"/>
                    <a:pt x="825" y="232"/>
                    <a:pt x="821" y="230"/>
                  </a:cubicBezTo>
                  <a:cubicBezTo>
                    <a:pt x="431" y="5"/>
                    <a:pt x="431" y="5"/>
                    <a:pt x="431" y="5"/>
                  </a:cubicBezTo>
                  <a:cubicBezTo>
                    <a:pt x="426" y="2"/>
                    <a:pt x="420" y="0"/>
                    <a:pt x="414" y="0"/>
                  </a:cubicBezTo>
                </a:path>
              </a:pathLst>
            </a:custGeom>
            <a:gradFill>
              <a:gsLst>
                <a:gs pos="74000">
                  <a:srgbClr val="2D7C9E">
                    <a:alpha val="74000"/>
                  </a:srgbClr>
                </a:gs>
                <a:gs pos="37000">
                  <a:srgbClr val="41E4DE">
                    <a:alpha val="71000"/>
                  </a:srgbClr>
                </a:gs>
                <a:gs pos="0">
                  <a:srgbClr val="19145F"/>
                </a:gs>
                <a:gs pos="100000">
                  <a:srgbClr val="19125E">
                    <a:alpha val="82000"/>
                  </a:srgbClr>
                </a:gs>
              </a:gsLst>
              <a:lin ang="12000000" scaled="0"/>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3" name="Freeform 8">
              <a:extLst>
                <a:ext uri="{FF2B5EF4-FFF2-40B4-BE49-F238E27FC236}">
                  <a16:creationId xmlns:a16="http://schemas.microsoft.com/office/drawing/2014/main" id="{ED5565D2-665C-4D02-AF53-29AFF656BF65}"/>
                </a:ext>
              </a:extLst>
            </p:cNvPr>
            <p:cNvSpPr>
              <a:spLocks/>
            </p:cNvSpPr>
            <p:nvPr userDrawn="1"/>
          </p:nvSpPr>
          <p:spPr bwMode="auto">
            <a:xfrm>
              <a:off x="8158163" y="4283075"/>
              <a:ext cx="2154237" cy="1246187"/>
            </a:xfrm>
            <a:custGeom>
              <a:avLst/>
              <a:gdLst>
                <a:gd name="T0" fmla="*/ 678 w 1357"/>
                <a:gd name="T1" fmla="*/ 0 h 785"/>
                <a:gd name="T2" fmla="*/ 0 w 1357"/>
                <a:gd name="T3" fmla="*/ 391 h 785"/>
                <a:gd name="T4" fmla="*/ 678 w 1357"/>
                <a:gd name="T5" fmla="*/ 785 h 785"/>
                <a:gd name="T6" fmla="*/ 1357 w 1357"/>
                <a:gd name="T7" fmla="*/ 391 h 785"/>
                <a:gd name="T8" fmla="*/ 678 w 1357"/>
                <a:gd name="T9" fmla="*/ 0 h 785"/>
              </a:gdLst>
              <a:ahLst/>
              <a:cxnLst>
                <a:cxn ang="0">
                  <a:pos x="T0" y="T1"/>
                </a:cxn>
                <a:cxn ang="0">
                  <a:pos x="T2" y="T3"/>
                </a:cxn>
                <a:cxn ang="0">
                  <a:pos x="T4" y="T5"/>
                </a:cxn>
                <a:cxn ang="0">
                  <a:pos x="T6" y="T7"/>
                </a:cxn>
                <a:cxn ang="0">
                  <a:pos x="T8" y="T9"/>
                </a:cxn>
              </a:cxnLst>
              <a:rect l="0" t="0" r="r" b="b"/>
              <a:pathLst>
                <a:path w="1357" h="785">
                  <a:moveTo>
                    <a:pt x="678" y="0"/>
                  </a:moveTo>
                  <a:lnTo>
                    <a:pt x="0" y="391"/>
                  </a:lnTo>
                  <a:lnTo>
                    <a:pt x="678" y="785"/>
                  </a:lnTo>
                  <a:lnTo>
                    <a:pt x="1357" y="391"/>
                  </a:lnTo>
                  <a:lnTo>
                    <a:pt x="678" y="0"/>
                  </a:lnTo>
                  <a:close/>
                </a:path>
              </a:pathLst>
            </a:custGeom>
            <a:solidFill>
              <a:srgbClr val="100B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 name="Freeform 9">
              <a:extLst>
                <a:ext uri="{FF2B5EF4-FFF2-40B4-BE49-F238E27FC236}">
                  <a16:creationId xmlns:a16="http://schemas.microsoft.com/office/drawing/2014/main" id="{8470F6EC-9358-4962-9498-35900AC547B7}"/>
                </a:ext>
              </a:extLst>
            </p:cNvPr>
            <p:cNvSpPr>
              <a:spLocks/>
            </p:cNvSpPr>
            <p:nvPr userDrawn="1"/>
          </p:nvSpPr>
          <p:spPr bwMode="auto">
            <a:xfrm>
              <a:off x="8158163" y="4283075"/>
              <a:ext cx="2154237" cy="1246187"/>
            </a:xfrm>
            <a:custGeom>
              <a:avLst/>
              <a:gdLst>
                <a:gd name="T0" fmla="*/ 678 w 1357"/>
                <a:gd name="T1" fmla="*/ 0 h 785"/>
                <a:gd name="T2" fmla="*/ 0 w 1357"/>
                <a:gd name="T3" fmla="*/ 391 h 785"/>
                <a:gd name="T4" fmla="*/ 678 w 1357"/>
                <a:gd name="T5" fmla="*/ 785 h 785"/>
                <a:gd name="T6" fmla="*/ 1357 w 1357"/>
                <a:gd name="T7" fmla="*/ 391 h 785"/>
                <a:gd name="T8" fmla="*/ 678 w 1357"/>
                <a:gd name="T9" fmla="*/ 0 h 785"/>
              </a:gdLst>
              <a:ahLst/>
              <a:cxnLst>
                <a:cxn ang="0">
                  <a:pos x="T0" y="T1"/>
                </a:cxn>
                <a:cxn ang="0">
                  <a:pos x="T2" y="T3"/>
                </a:cxn>
                <a:cxn ang="0">
                  <a:pos x="T4" y="T5"/>
                </a:cxn>
                <a:cxn ang="0">
                  <a:pos x="T6" y="T7"/>
                </a:cxn>
                <a:cxn ang="0">
                  <a:pos x="T8" y="T9"/>
                </a:cxn>
              </a:cxnLst>
              <a:rect l="0" t="0" r="r" b="b"/>
              <a:pathLst>
                <a:path w="1357" h="785">
                  <a:moveTo>
                    <a:pt x="678" y="0"/>
                  </a:moveTo>
                  <a:lnTo>
                    <a:pt x="0" y="391"/>
                  </a:lnTo>
                  <a:lnTo>
                    <a:pt x="678" y="785"/>
                  </a:lnTo>
                  <a:lnTo>
                    <a:pt x="1357" y="391"/>
                  </a:lnTo>
                  <a:lnTo>
                    <a:pt x="67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 name="Freeform 55">
              <a:extLst>
                <a:ext uri="{FF2B5EF4-FFF2-40B4-BE49-F238E27FC236}">
                  <a16:creationId xmlns:a16="http://schemas.microsoft.com/office/drawing/2014/main" id="{1B8B1E90-E8E6-474C-A9F4-D613AE0CAB3F}"/>
                </a:ext>
              </a:extLst>
            </p:cNvPr>
            <p:cNvSpPr>
              <a:spLocks/>
            </p:cNvSpPr>
            <p:nvPr userDrawn="1"/>
          </p:nvSpPr>
          <p:spPr bwMode="auto">
            <a:xfrm>
              <a:off x="6513861" y="5810250"/>
              <a:ext cx="88900" cy="79375"/>
            </a:xfrm>
            <a:custGeom>
              <a:avLst/>
              <a:gdLst>
                <a:gd name="T0" fmla="*/ 13 w 27"/>
                <a:gd name="T1" fmla="*/ 0 h 24"/>
                <a:gd name="T2" fmla="*/ 7 w 27"/>
                <a:gd name="T3" fmla="*/ 2 h 24"/>
                <a:gd name="T4" fmla="*/ 3 w 27"/>
                <a:gd name="T5" fmla="*/ 18 h 24"/>
                <a:gd name="T6" fmla="*/ 13 w 27"/>
                <a:gd name="T7" fmla="*/ 24 h 24"/>
                <a:gd name="T8" fmla="*/ 19 w 27"/>
                <a:gd name="T9" fmla="*/ 22 h 24"/>
                <a:gd name="T10" fmla="*/ 23 w 27"/>
                <a:gd name="T11" fmla="*/ 6 h 24"/>
                <a:gd name="T12" fmla="*/ 13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3" y="0"/>
                  </a:moveTo>
                  <a:cubicBezTo>
                    <a:pt x="11" y="0"/>
                    <a:pt x="9" y="1"/>
                    <a:pt x="7" y="2"/>
                  </a:cubicBezTo>
                  <a:cubicBezTo>
                    <a:pt x="2" y="5"/>
                    <a:pt x="0" y="12"/>
                    <a:pt x="3" y="18"/>
                  </a:cubicBezTo>
                  <a:cubicBezTo>
                    <a:pt x="5" y="22"/>
                    <a:pt x="9" y="24"/>
                    <a:pt x="13" y="24"/>
                  </a:cubicBezTo>
                  <a:cubicBezTo>
                    <a:pt x="15" y="24"/>
                    <a:pt x="17" y="23"/>
                    <a:pt x="19" y="22"/>
                  </a:cubicBezTo>
                  <a:cubicBezTo>
                    <a:pt x="25" y="19"/>
                    <a:pt x="27" y="12"/>
                    <a:pt x="23" y="6"/>
                  </a:cubicBezTo>
                  <a:cubicBezTo>
                    <a:pt x="21" y="3"/>
                    <a:pt x="17" y="0"/>
                    <a:pt x="13" y="0"/>
                  </a:cubicBezTo>
                </a:path>
              </a:pathLst>
            </a:custGeom>
            <a:solidFill>
              <a:srgbClr val="42E8E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6" name="Freeform 56">
              <a:extLst>
                <a:ext uri="{FF2B5EF4-FFF2-40B4-BE49-F238E27FC236}">
                  <a16:creationId xmlns:a16="http://schemas.microsoft.com/office/drawing/2014/main" id="{069847D9-8534-4608-A15D-B6E42ACE98C6}"/>
                </a:ext>
              </a:extLst>
            </p:cNvPr>
            <p:cNvSpPr>
              <a:spLocks/>
            </p:cNvSpPr>
            <p:nvPr userDrawn="1"/>
          </p:nvSpPr>
          <p:spPr bwMode="auto">
            <a:xfrm>
              <a:off x="6605936" y="5756275"/>
              <a:ext cx="88900" cy="79375"/>
            </a:xfrm>
            <a:custGeom>
              <a:avLst/>
              <a:gdLst>
                <a:gd name="T0" fmla="*/ 14 w 27"/>
                <a:gd name="T1" fmla="*/ 0 h 24"/>
                <a:gd name="T2" fmla="*/ 8 w 27"/>
                <a:gd name="T3" fmla="*/ 2 h 24"/>
                <a:gd name="T4" fmla="*/ 3 w 27"/>
                <a:gd name="T5" fmla="*/ 18 h 24"/>
                <a:gd name="T6" fmla="*/ 14 w 27"/>
                <a:gd name="T7" fmla="*/ 24 h 24"/>
                <a:gd name="T8" fmla="*/ 19 w 27"/>
                <a:gd name="T9" fmla="*/ 22 h 24"/>
                <a:gd name="T10" fmla="*/ 24 w 27"/>
                <a:gd name="T11" fmla="*/ 6 h 24"/>
                <a:gd name="T12" fmla="*/ 14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4" y="0"/>
                  </a:moveTo>
                  <a:cubicBezTo>
                    <a:pt x="12" y="0"/>
                    <a:pt x="10" y="1"/>
                    <a:pt x="8" y="2"/>
                  </a:cubicBezTo>
                  <a:cubicBezTo>
                    <a:pt x="2" y="5"/>
                    <a:pt x="0" y="12"/>
                    <a:pt x="3" y="18"/>
                  </a:cubicBezTo>
                  <a:cubicBezTo>
                    <a:pt x="5" y="22"/>
                    <a:pt x="9" y="24"/>
                    <a:pt x="14" y="24"/>
                  </a:cubicBezTo>
                  <a:cubicBezTo>
                    <a:pt x="16" y="24"/>
                    <a:pt x="18" y="23"/>
                    <a:pt x="19" y="22"/>
                  </a:cubicBezTo>
                  <a:cubicBezTo>
                    <a:pt x="25" y="19"/>
                    <a:pt x="27" y="12"/>
                    <a:pt x="24" y="6"/>
                  </a:cubicBezTo>
                  <a:cubicBezTo>
                    <a:pt x="22" y="2"/>
                    <a:pt x="18" y="0"/>
                    <a:pt x="14" y="0"/>
                  </a:cubicBezTo>
                </a:path>
              </a:pathLst>
            </a:custGeom>
            <a:solidFill>
              <a:srgbClr val="4BC8CE"/>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7" name="Freeform 57">
              <a:extLst>
                <a:ext uri="{FF2B5EF4-FFF2-40B4-BE49-F238E27FC236}">
                  <a16:creationId xmlns:a16="http://schemas.microsoft.com/office/drawing/2014/main" id="{48EC9D43-F746-48CA-9F08-8E6CB810795F}"/>
                </a:ext>
              </a:extLst>
            </p:cNvPr>
            <p:cNvSpPr>
              <a:spLocks/>
            </p:cNvSpPr>
            <p:nvPr userDrawn="1"/>
          </p:nvSpPr>
          <p:spPr bwMode="auto">
            <a:xfrm>
              <a:off x="6701186" y="5702300"/>
              <a:ext cx="85725" cy="77787"/>
            </a:xfrm>
            <a:custGeom>
              <a:avLst/>
              <a:gdLst>
                <a:gd name="T0" fmla="*/ 13 w 26"/>
                <a:gd name="T1" fmla="*/ 0 h 23"/>
                <a:gd name="T2" fmla="*/ 7 w 26"/>
                <a:gd name="T3" fmla="*/ 1 h 23"/>
                <a:gd name="T4" fmla="*/ 3 w 26"/>
                <a:gd name="T5" fmla="*/ 18 h 23"/>
                <a:gd name="T6" fmla="*/ 13 w 26"/>
                <a:gd name="T7" fmla="*/ 23 h 23"/>
                <a:gd name="T8" fmla="*/ 19 w 26"/>
                <a:gd name="T9" fmla="*/ 22 h 23"/>
                <a:gd name="T10" fmla="*/ 23 w 26"/>
                <a:gd name="T11" fmla="*/ 6 h 23"/>
                <a:gd name="T12" fmla="*/ 13 w 26"/>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6" h="23">
                  <a:moveTo>
                    <a:pt x="13" y="0"/>
                  </a:moveTo>
                  <a:cubicBezTo>
                    <a:pt x="11" y="0"/>
                    <a:pt x="9" y="0"/>
                    <a:pt x="7" y="1"/>
                  </a:cubicBezTo>
                  <a:cubicBezTo>
                    <a:pt x="2" y="5"/>
                    <a:pt x="0" y="12"/>
                    <a:pt x="3" y="18"/>
                  </a:cubicBezTo>
                  <a:cubicBezTo>
                    <a:pt x="5" y="21"/>
                    <a:pt x="9" y="23"/>
                    <a:pt x="13" y="23"/>
                  </a:cubicBezTo>
                  <a:cubicBezTo>
                    <a:pt x="15" y="23"/>
                    <a:pt x="17" y="23"/>
                    <a:pt x="19" y="22"/>
                  </a:cubicBezTo>
                  <a:cubicBezTo>
                    <a:pt x="24" y="19"/>
                    <a:pt x="26" y="12"/>
                    <a:pt x="23" y="6"/>
                  </a:cubicBezTo>
                  <a:cubicBezTo>
                    <a:pt x="21" y="2"/>
                    <a:pt x="17" y="0"/>
                    <a:pt x="13" y="0"/>
                  </a:cubicBezTo>
                </a:path>
              </a:pathLst>
            </a:custGeom>
            <a:solidFill>
              <a:srgbClr val="56AFC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8" name="Freeform 58">
              <a:extLst>
                <a:ext uri="{FF2B5EF4-FFF2-40B4-BE49-F238E27FC236}">
                  <a16:creationId xmlns:a16="http://schemas.microsoft.com/office/drawing/2014/main" id="{54203647-D14B-459B-A874-D5CE3FF3B553}"/>
                </a:ext>
              </a:extLst>
            </p:cNvPr>
            <p:cNvSpPr>
              <a:spLocks/>
            </p:cNvSpPr>
            <p:nvPr userDrawn="1"/>
          </p:nvSpPr>
          <p:spPr bwMode="auto">
            <a:xfrm>
              <a:off x="6793261" y="5649912"/>
              <a:ext cx="90488" cy="76200"/>
            </a:xfrm>
            <a:custGeom>
              <a:avLst/>
              <a:gdLst>
                <a:gd name="T0" fmla="*/ 13 w 27"/>
                <a:gd name="T1" fmla="*/ 0 h 23"/>
                <a:gd name="T2" fmla="*/ 8 w 27"/>
                <a:gd name="T3" fmla="*/ 1 h 23"/>
                <a:gd name="T4" fmla="*/ 3 w 27"/>
                <a:gd name="T5" fmla="*/ 17 h 23"/>
                <a:gd name="T6" fmla="*/ 13 w 27"/>
                <a:gd name="T7" fmla="*/ 23 h 23"/>
                <a:gd name="T8" fmla="*/ 19 w 27"/>
                <a:gd name="T9" fmla="*/ 22 h 23"/>
                <a:gd name="T10" fmla="*/ 24 w 27"/>
                <a:gd name="T11" fmla="*/ 6 h 23"/>
                <a:gd name="T12" fmla="*/ 13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3" y="0"/>
                  </a:moveTo>
                  <a:cubicBezTo>
                    <a:pt x="11" y="0"/>
                    <a:pt x="9" y="0"/>
                    <a:pt x="8" y="1"/>
                  </a:cubicBezTo>
                  <a:cubicBezTo>
                    <a:pt x="2" y="4"/>
                    <a:pt x="0" y="12"/>
                    <a:pt x="3" y="17"/>
                  </a:cubicBezTo>
                  <a:cubicBezTo>
                    <a:pt x="5" y="21"/>
                    <a:pt x="9" y="23"/>
                    <a:pt x="13" y="23"/>
                  </a:cubicBezTo>
                  <a:cubicBezTo>
                    <a:pt x="15" y="23"/>
                    <a:pt x="17" y="23"/>
                    <a:pt x="19" y="22"/>
                  </a:cubicBezTo>
                  <a:cubicBezTo>
                    <a:pt x="25" y="19"/>
                    <a:pt x="27" y="11"/>
                    <a:pt x="24" y="6"/>
                  </a:cubicBezTo>
                  <a:cubicBezTo>
                    <a:pt x="22" y="2"/>
                    <a:pt x="18" y="0"/>
                    <a:pt x="13" y="0"/>
                  </a:cubicBezTo>
                </a:path>
              </a:pathLst>
            </a:custGeom>
            <a:solidFill>
              <a:srgbClr val="629CB6"/>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9" name="Freeform 59">
              <a:extLst>
                <a:ext uri="{FF2B5EF4-FFF2-40B4-BE49-F238E27FC236}">
                  <a16:creationId xmlns:a16="http://schemas.microsoft.com/office/drawing/2014/main" id="{08820E61-22DB-4B15-9C62-34AE5ADA7578}"/>
                </a:ext>
              </a:extLst>
            </p:cNvPr>
            <p:cNvSpPr>
              <a:spLocks/>
            </p:cNvSpPr>
            <p:nvPr userDrawn="1"/>
          </p:nvSpPr>
          <p:spPr bwMode="auto">
            <a:xfrm>
              <a:off x="6886924" y="5595937"/>
              <a:ext cx="88900" cy="76200"/>
            </a:xfrm>
            <a:custGeom>
              <a:avLst/>
              <a:gdLst>
                <a:gd name="T0" fmla="*/ 14 w 27"/>
                <a:gd name="T1" fmla="*/ 0 h 23"/>
                <a:gd name="T2" fmla="*/ 8 w 27"/>
                <a:gd name="T3" fmla="*/ 1 h 23"/>
                <a:gd name="T4" fmla="*/ 4 w 27"/>
                <a:gd name="T5" fmla="*/ 17 h 23"/>
                <a:gd name="T6" fmla="*/ 14 w 27"/>
                <a:gd name="T7" fmla="*/ 23 h 23"/>
                <a:gd name="T8" fmla="*/ 20 w 27"/>
                <a:gd name="T9" fmla="*/ 22 h 23"/>
                <a:gd name="T10" fmla="*/ 24 w 27"/>
                <a:gd name="T11" fmla="*/ 5 h 23"/>
                <a:gd name="T12" fmla="*/ 14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4" y="0"/>
                  </a:moveTo>
                  <a:cubicBezTo>
                    <a:pt x="12" y="0"/>
                    <a:pt x="10" y="0"/>
                    <a:pt x="8" y="1"/>
                  </a:cubicBezTo>
                  <a:cubicBezTo>
                    <a:pt x="2" y="4"/>
                    <a:pt x="0" y="11"/>
                    <a:pt x="4" y="17"/>
                  </a:cubicBezTo>
                  <a:cubicBezTo>
                    <a:pt x="6" y="21"/>
                    <a:pt x="10" y="23"/>
                    <a:pt x="14" y="23"/>
                  </a:cubicBezTo>
                  <a:cubicBezTo>
                    <a:pt x="16" y="23"/>
                    <a:pt x="18" y="23"/>
                    <a:pt x="20" y="22"/>
                  </a:cubicBezTo>
                  <a:cubicBezTo>
                    <a:pt x="25" y="18"/>
                    <a:pt x="27" y="11"/>
                    <a:pt x="24" y="5"/>
                  </a:cubicBezTo>
                  <a:cubicBezTo>
                    <a:pt x="22" y="2"/>
                    <a:pt x="18" y="0"/>
                    <a:pt x="14" y="0"/>
                  </a:cubicBezTo>
                </a:path>
              </a:pathLst>
            </a:custGeom>
            <a:solidFill>
              <a:srgbClr val="426693"/>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2" name="Freeform 60">
              <a:extLst>
                <a:ext uri="{FF2B5EF4-FFF2-40B4-BE49-F238E27FC236}">
                  <a16:creationId xmlns:a16="http://schemas.microsoft.com/office/drawing/2014/main" id="{AEDA835B-253D-49A4-AD92-D38F3FD8A549}"/>
                </a:ext>
              </a:extLst>
            </p:cNvPr>
            <p:cNvSpPr>
              <a:spLocks/>
            </p:cNvSpPr>
            <p:nvPr userDrawn="1"/>
          </p:nvSpPr>
          <p:spPr bwMode="auto">
            <a:xfrm>
              <a:off x="6982174" y="5538787"/>
              <a:ext cx="88900" cy="80962"/>
            </a:xfrm>
            <a:custGeom>
              <a:avLst/>
              <a:gdLst>
                <a:gd name="T0" fmla="*/ 13 w 27"/>
                <a:gd name="T1" fmla="*/ 0 h 24"/>
                <a:gd name="T2" fmla="*/ 8 w 27"/>
                <a:gd name="T3" fmla="*/ 2 h 24"/>
                <a:gd name="T4" fmla="*/ 3 w 27"/>
                <a:gd name="T5" fmla="*/ 18 h 24"/>
                <a:gd name="T6" fmla="*/ 13 w 27"/>
                <a:gd name="T7" fmla="*/ 24 h 24"/>
                <a:gd name="T8" fmla="*/ 19 w 27"/>
                <a:gd name="T9" fmla="*/ 22 h 24"/>
                <a:gd name="T10" fmla="*/ 24 w 27"/>
                <a:gd name="T11" fmla="*/ 6 h 24"/>
                <a:gd name="T12" fmla="*/ 13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3" y="0"/>
                  </a:moveTo>
                  <a:cubicBezTo>
                    <a:pt x="11" y="0"/>
                    <a:pt x="9" y="1"/>
                    <a:pt x="8" y="2"/>
                  </a:cubicBezTo>
                  <a:cubicBezTo>
                    <a:pt x="2" y="5"/>
                    <a:pt x="0" y="12"/>
                    <a:pt x="3" y="18"/>
                  </a:cubicBezTo>
                  <a:cubicBezTo>
                    <a:pt x="5" y="22"/>
                    <a:pt x="9" y="24"/>
                    <a:pt x="13" y="24"/>
                  </a:cubicBezTo>
                  <a:cubicBezTo>
                    <a:pt x="15" y="24"/>
                    <a:pt x="17" y="23"/>
                    <a:pt x="19" y="22"/>
                  </a:cubicBezTo>
                  <a:cubicBezTo>
                    <a:pt x="25" y="19"/>
                    <a:pt x="27" y="12"/>
                    <a:pt x="24" y="6"/>
                  </a:cubicBezTo>
                  <a:cubicBezTo>
                    <a:pt x="21" y="2"/>
                    <a:pt x="17" y="0"/>
                    <a:pt x="13" y="0"/>
                  </a:cubicBezTo>
                </a:path>
              </a:pathLst>
            </a:custGeom>
            <a:solidFill>
              <a:srgbClr val="426693"/>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3" name="Freeform 61">
              <a:extLst>
                <a:ext uri="{FF2B5EF4-FFF2-40B4-BE49-F238E27FC236}">
                  <a16:creationId xmlns:a16="http://schemas.microsoft.com/office/drawing/2014/main" id="{EAAF6E4C-9F9A-49F1-8348-DF77685638D3}"/>
                </a:ext>
              </a:extLst>
            </p:cNvPr>
            <p:cNvSpPr>
              <a:spLocks/>
            </p:cNvSpPr>
            <p:nvPr userDrawn="1"/>
          </p:nvSpPr>
          <p:spPr bwMode="auto">
            <a:xfrm>
              <a:off x="7263161" y="5372100"/>
              <a:ext cx="88900" cy="77787"/>
            </a:xfrm>
            <a:custGeom>
              <a:avLst/>
              <a:gdLst>
                <a:gd name="T0" fmla="*/ 14 w 27"/>
                <a:gd name="T1" fmla="*/ 0 h 23"/>
                <a:gd name="T2" fmla="*/ 8 w 27"/>
                <a:gd name="T3" fmla="*/ 1 h 23"/>
                <a:gd name="T4" fmla="*/ 4 w 27"/>
                <a:gd name="T5" fmla="*/ 17 h 23"/>
                <a:gd name="T6" fmla="*/ 14 w 27"/>
                <a:gd name="T7" fmla="*/ 23 h 23"/>
                <a:gd name="T8" fmla="*/ 20 w 27"/>
                <a:gd name="T9" fmla="*/ 22 h 23"/>
                <a:gd name="T10" fmla="*/ 24 w 27"/>
                <a:gd name="T11" fmla="*/ 6 h 23"/>
                <a:gd name="T12" fmla="*/ 14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4" y="0"/>
                  </a:moveTo>
                  <a:cubicBezTo>
                    <a:pt x="12" y="0"/>
                    <a:pt x="10" y="0"/>
                    <a:pt x="8" y="1"/>
                  </a:cubicBezTo>
                  <a:cubicBezTo>
                    <a:pt x="2" y="5"/>
                    <a:pt x="0" y="12"/>
                    <a:pt x="4" y="17"/>
                  </a:cubicBezTo>
                  <a:cubicBezTo>
                    <a:pt x="6" y="21"/>
                    <a:pt x="10" y="23"/>
                    <a:pt x="14" y="23"/>
                  </a:cubicBezTo>
                  <a:cubicBezTo>
                    <a:pt x="16" y="23"/>
                    <a:pt x="18" y="23"/>
                    <a:pt x="20" y="22"/>
                  </a:cubicBezTo>
                  <a:cubicBezTo>
                    <a:pt x="25" y="19"/>
                    <a:pt x="27" y="11"/>
                    <a:pt x="24" y="6"/>
                  </a:cubicBezTo>
                  <a:cubicBezTo>
                    <a:pt x="22" y="2"/>
                    <a:pt x="18" y="0"/>
                    <a:pt x="14" y="0"/>
                  </a:cubicBezTo>
                </a:path>
              </a:pathLst>
            </a:custGeom>
            <a:solidFill>
              <a:srgbClr val="42E8E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4" name="Freeform 62">
              <a:extLst>
                <a:ext uri="{FF2B5EF4-FFF2-40B4-BE49-F238E27FC236}">
                  <a16:creationId xmlns:a16="http://schemas.microsoft.com/office/drawing/2014/main" id="{0347101B-1CD1-4977-A202-28F12251DDB3}"/>
                </a:ext>
              </a:extLst>
            </p:cNvPr>
            <p:cNvSpPr>
              <a:spLocks/>
            </p:cNvSpPr>
            <p:nvPr userDrawn="1"/>
          </p:nvSpPr>
          <p:spPr bwMode="auto">
            <a:xfrm>
              <a:off x="7171086" y="5426075"/>
              <a:ext cx="88900" cy="79375"/>
            </a:xfrm>
            <a:custGeom>
              <a:avLst/>
              <a:gdLst>
                <a:gd name="T0" fmla="*/ 13 w 27"/>
                <a:gd name="T1" fmla="*/ 0 h 24"/>
                <a:gd name="T2" fmla="*/ 8 w 27"/>
                <a:gd name="T3" fmla="*/ 2 h 24"/>
                <a:gd name="T4" fmla="*/ 3 w 27"/>
                <a:gd name="T5" fmla="*/ 18 h 24"/>
                <a:gd name="T6" fmla="*/ 13 w 27"/>
                <a:gd name="T7" fmla="*/ 24 h 24"/>
                <a:gd name="T8" fmla="*/ 19 w 27"/>
                <a:gd name="T9" fmla="*/ 22 h 24"/>
                <a:gd name="T10" fmla="*/ 24 w 27"/>
                <a:gd name="T11" fmla="*/ 6 h 24"/>
                <a:gd name="T12" fmla="*/ 13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3" y="0"/>
                  </a:moveTo>
                  <a:cubicBezTo>
                    <a:pt x="11" y="0"/>
                    <a:pt x="9" y="1"/>
                    <a:pt x="8" y="2"/>
                  </a:cubicBezTo>
                  <a:cubicBezTo>
                    <a:pt x="2" y="5"/>
                    <a:pt x="0" y="12"/>
                    <a:pt x="3" y="18"/>
                  </a:cubicBezTo>
                  <a:cubicBezTo>
                    <a:pt x="5" y="21"/>
                    <a:pt x="9" y="24"/>
                    <a:pt x="13" y="24"/>
                  </a:cubicBezTo>
                  <a:cubicBezTo>
                    <a:pt x="15" y="24"/>
                    <a:pt x="17" y="23"/>
                    <a:pt x="19" y="22"/>
                  </a:cubicBezTo>
                  <a:cubicBezTo>
                    <a:pt x="25" y="19"/>
                    <a:pt x="27" y="12"/>
                    <a:pt x="24" y="6"/>
                  </a:cubicBezTo>
                  <a:cubicBezTo>
                    <a:pt x="21" y="2"/>
                    <a:pt x="17" y="0"/>
                    <a:pt x="13" y="0"/>
                  </a:cubicBezTo>
                </a:path>
              </a:pathLst>
            </a:custGeom>
            <a:solidFill>
              <a:srgbClr val="4BC8CE"/>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5" name="Freeform 63">
              <a:extLst>
                <a:ext uri="{FF2B5EF4-FFF2-40B4-BE49-F238E27FC236}">
                  <a16:creationId xmlns:a16="http://schemas.microsoft.com/office/drawing/2014/main" id="{A65CBAA9-9DF4-4F79-A533-CE5F4A3231C3}"/>
                </a:ext>
              </a:extLst>
            </p:cNvPr>
            <p:cNvSpPr>
              <a:spLocks/>
            </p:cNvSpPr>
            <p:nvPr userDrawn="1"/>
          </p:nvSpPr>
          <p:spPr bwMode="auto">
            <a:xfrm>
              <a:off x="7074249" y="5480050"/>
              <a:ext cx="88900" cy="79375"/>
            </a:xfrm>
            <a:custGeom>
              <a:avLst/>
              <a:gdLst>
                <a:gd name="T0" fmla="*/ 14 w 27"/>
                <a:gd name="T1" fmla="*/ 0 h 24"/>
                <a:gd name="T2" fmla="*/ 8 w 27"/>
                <a:gd name="T3" fmla="*/ 2 h 24"/>
                <a:gd name="T4" fmla="*/ 4 w 27"/>
                <a:gd name="T5" fmla="*/ 18 h 24"/>
                <a:gd name="T6" fmla="*/ 14 w 27"/>
                <a:gd name="T7" fmla="*/ 24 h 24"/>
                <a:gd name="T8" fmla="*/ 20 w 27"/>
                <a:gd name="T9" fmla="*/ 22 h 24"/>
                <a:gd name="T10" fmla="*/ 24 w 27"/>
                <a:gd name="T11" fmla="*/ 6 h 24"/>
                <a:gd name="T12" fmla="*/ 14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4" y="0"/>
                  </a:moveTo>
                  <a:cubicBezTo>
                    <a:pt x="12" y="0"/>
                    <a:pt x="10" y="1"/>
                    <a:pt x="8" y="2"/>
                  </a:cubicBezTo>
                  <a:cubicBezTo>
                    <a:pt x="2" y="5"/>
                    <a:pt x="0" y="12"/>
                    <a:pt x="4" y="18"/>
                  </a:cubicBezTo>
                  <a:cubicBezTo>
                    <a:pt x="6" y="22"/>
                    <a:pt x="10" y="24"/>
                    <a:pt x="14" y="24"/>
                  </a:cubicBezTo>
                  <a:cubicBezTo>
                    <a:pt x="16" y="24"/>
                    <a:pt x="18" y="23"/>
                    <a:pt x="20" y="22"/>
                  </a:cubicBezTo>
                  <a:cubicBezTo>
                    <a:pt x="25" y="19"/>
                    <a:pt x="27" y="12"/>
                    <a:pt x="24" y="6"/>
                  </a:cubicBezTo>
                  <a:cubicBezTo>
                    <a:pt x="22" y="2"/>
                    <a:pt x="18" y="0"/>
                    <a:pt x="14" y="0"/>
                  </a:cubicBezTo>
                </a:path>
              </a:pathLst>
            </a:custGeom>
            <a:solidFill>
              <a:srgbClr val="457EA2"/>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6" name="Freeform 64">
              <a:extLst>
                <a:ext uri="{FF2B5EF4-FFF2-40B4-BE49-F238E27FC236}">
                  <a16:creationId xmlns:a16="http://schemas.microsoft.com/office/drawing/2014/main" id="{306AC6B0-8C0B-470D-9853-86D766DEA4FF}"/>
                </a:ext>
              </a:extLst>
            </p:cNvPr>
            <p:cNvSpPr>
              <a:spLocks/>
            </p:cNvSpPr>
            <p:nvPr userDrawn="1"/>
          </p:nvSpPr>
          <p:spPr bwMode="auto">
            <a:xfrm>
              <a:off x="7923561" y="5372100"/>
              <a:ext cx="88900" cy="77787"/>
            </a:xfrm>
            <a:custGeom>
              <a:avLst/>
              <a:gdLst>
                <a:gd name="T0" fmla="*/ 13 w 27"/>
                <a:gd name="T1" fmla="*/ 0 h 23"/>
                <a:gd name="T2" fmla="*/ 3 w 27"/>
                <a:gd name="T3" fmla="*/ 5 h 23"/>
                <a:gd name="T4" fmla="*/ 8 w 27"/>
                <a:gd name="T5" fmla="*/ 22 h 23"/>
                <a:gd name="T6" fmla="*/ 13 w 27"/>
                <a:gd name="T7" fmla="*/ 23 h 23"/>
                <a:gd name="T8" fmla="*/ 24 w 27"/>
                <a:gd name="T9" fmla="*/ 17 h 23"/>
                <a:gd name="T10" fmla="*/ 19 w 27"/>
                <a:gd name="T11" fmla="*/ 1 h 23"/>
                <a:gd name="T12" fmla="*/ 13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3" y="0"/>
                  </a:moveTo>
                  <a:cubicBezTo>
                    <a:pt x="9" y="0"/>
                    <a:pt x="5" y="2"/>
                    <a:pt x="3" y="5"/>
                  </a:cubicBezTo>
                  <a:cubicBezTo>
                    <a:pt x="0" y="11"/>
                    <a:pt x="2" y="18"/>
                    <a:pt x="8" y="22"/>
                  </a:cubicBezTo>
                  <a:cubicBezTo>
                    <a:pt x="9" y="23"/>
                    <a:pt x="11" y="23"/>
                    <a:pt x="13" y="23"/>
                  </a:cubicBezTo>
                  <a:cubicBezTo>
                    <a:pt x="18" y="23"/>
                    <a:pt x="21" y="21"/>
                    <a:pt x="24" y="17"/>
                  </a:cubicBezTo>
                  <a:cubicBezTo>
                    <a:pt x="27" y="11"/>
                    <a:pt x="25" y="4"/>
                    <a:pt x="19" y="1"/>
                  </a:cubicBezTo>
                  <a:cubicBezTo>
                    <a:pt x="17" y="0"/>
                    <a:pt x="15" y="0"/>
                    <a:pt x="13" y="0"/>
                  </a:cubicBezTo>
                </a:path>
              </a:pathLst>
            </a:custGeom>
            <a:solidFill>
              <a:srgbClr val="42E8E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7" name="Freeform 65">
              <a:extLst>
                <a:ext uri="{FF2B5EF4-FFF2-40B4-BE49-F238E27FC236}">
                  <a16:creationId xmlns:a16="http://schemas.microsoft.com/office/drawing/2014/main" id="{D8CA5445-3AAF-46BA-84D0-F11755E0E5ED}"/>
                </a:ext>
              </a:extLst>
            </p:cNvPr>
            <p:cNvSpPr>
              <a:spLocks/>
            </p:cNvSpPr>
            <p:nvPr userDrawn="1"/>
          </p:nvSpPr>
          <p:spPr bwMode="auto">
            <a:xfrm>
              <a:off x="8015636" y="5426075"/>
              <a:ext cx="88900" cy="76200"/>
            </a:xfrm>
            <a:custGeom>
              <a:avLst/>
              <a:gdLst>
                <a:gd name="T0" fmla="*/ 14 w 27"/>
                <a:gd name="T1" fmla="*/ 0 h 23"/>
                <a:gd name="T2" fmla="*/ 4 w 27"/>
                <a:gd name="T3" fmla="*/ 6 h 23"/>
                <a:gd name="T4" fmla="*/ 8 w 27"/>
                <a:gd name="T5" fmla="*/ 22 h 23"/>
                <a:gd name="T6" fmla="*/ 14 w 27"/>
                <a:gd name="T7" fmla="*/ 23 h 23"/>
                <a:gd name="T8" fmla="*/ 24 w 27"/>
                <a:gd name="T9" fmla="*/ 17 h 23"/>
                <a:gd name="T10" fmla="*/ 20 w 27"/>
                <a:gd name="T11" fmla="*/ 1 h 23"/>
                <a:gd name="T12" fmla="*/ 14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4" y="0"/>
                  </a:moveTo>
                  <a:cubicBezTo>
                    <a:pt x="10" y="0"/>
                    <a:pt x="6" y="2"/>
                    <a:pt x="4" y="6"/>
                  </a:cubicBezTo>
                  <a:cubicBezTo>
                    <a:pt x="0" y="11"/>
                    <a:pt x="2" y="19"/>
                    <a:pt x="8" y="22"/>
                  </a:cubicBezTo>
                  <a:cubicBezTo>
                    <a:pt x="10" y="23"/>
                    <a:pt x="12" y="23"/>
                    <a:pt x="14" y="23"/>
                  </a:cubicBezTo>
                  <a:cubicBezTo>
                    <a:pt x="18" y="23"/>
                    <a:pt x="22" y="21"/>
                    <a:pt x="24" y="17"/>
                  </a:cubicBezTo>
                  <a:cubicBezTo>
                    <a:pt x="27" y="12"/>
                    <a:pt x="25" y="5"/>
                    <a:pt x="20" y="1"/>
                  </a:cubicBezTo>
                  <a:cubicBezTo>
                    <a:pt x="18" y="0"/>
                    <a:pt x="16" y="0"/>
                    <a:pt x="14" y="0"/>
                  </a:cubicBezTo>
                </a:path>
              </a:pathLst>
            </a:custGeom>
            <a:solidFill>
              <a:srgbClr val="4BC8CE"/>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8" name="Freeform 66">
              <a:extLst>
                <a:ext uri="{FF2B5EF4-FFF2-40B4-BE49-F238E27FC236}">
                  <a16:creationId xmlns:a16="http://schemas.microsoft.com/office/drawing/2014/main" id="{6E0F6EDD-9620-4A0A-9E52-85896B6B3E57}"/>
                </a:ext>
              </a:extLst>
            </p:cNvPr>
            <p:cNvSpPr>
              <a:spLocks/>
            </p:cNvSpPr>
            <p:nvPr userDrawn="1"/>
          </p:nvSpPr>
          <p:spPr bwMode="auto">
            <a:xfrm>
              <a:off x="8110886" y="5480050"/>
              <a:ext cx="88900" cy="79375"/>
            </a:xfrm>
            <a:custGeom>
              <a:avLst/>
              <a:gdLst>
                <a:gd name="T0" fmla="*/ 13 w 27"/>
                <a:gd name="T1" fmla="*/ 0 h 24"/>
                <a:gd name="T2" fmla="*/ 3 w 27"/>
                <a:gd name="T3" fmla="*/ 6 h 24"/>
                <a:gd name="T4" fmla="*/ 8 w 27"/>
                <a:gd name="T5" fmla="*/ 22 h 24"/>
                <a:gd name="T6" fmla="*/ 13 w 27"/>
                <a:gd name="T7" fmla="*/ 24 h 24"/>
                <a:gd name="T8" fmla="*/ 24 w 27"/>
                <a:gd name="T9" fmla="*/ 18 h 24"/>
                <a:gd name="T10" fmla="*/ 19 w 27"/>
                <a:gd name="T11" fmla="*/ 2 h 24"/>
                <a:gd name="T12" fmla="*/ 13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3" y="0"/>
                  </a:moveTo>
                  <a:cubicBezTo>
                    <a:pt x="9" y="0"/>
                    <a:pt x="5" y="2"/>
                    <a:pt x="3" y="6"/>
                  </a:cubicBezTo>
                  <a:cubicBezTo>
                    <a:pt x="0" y="12"/>
                    <a:pt x="2" y="19"/>
                    <a:pt x="8" y="22"/>
                  </a:cubicBezTo>
                  <a:cubicBezTo>
                    <a:pt x="9" y="23"/>
                    <a:pt x="11" y="24"/>
                    <a:pt x="13" y="24"/>
                  </a:cubicBezTo>
                  <a:cubicBezTo>
                    <a:pt x="17" y="24"/>
                    <a:pt x="21" y="21"/>
                    <a:pt x="24" y="18"/>
                  </a:cubicBezTo>
                  <a:cubicBezTo>
                    <a:pt x="27" y="12"/>
                    <a:pt x="25" y="5"/>
                    <a:pt x="19" y="2"/>
                  </a:cubicBezTo>
                  <a:cubicBezTo>
                    <a:pt x="17" y="0"/>
                    <a:pt x="15" y="0"/>
                    <a:pt x="13" y="0"/>
                  </a:cubicBezTo>
                </a:path>
              </a:pathLst>
            </a:custGeom>
            <a:solidFill>
              <a:srgbClr val="56AFC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9" name="Freeform 67">
              <a:extLst>
                <a:ext uri="{FF2B5EF4-FFF2-40B4-BE49-F238E27FC236}">
                  <a16:creationId xmlns:a16="http://schemas.microsoft.com/office/drawing/2014/main" id="{2B23DE40-FEA9-419A-A012-944D8879A75F}"/>
                </a:ext>
              </a:extLst>
            </p:cNvPr>
            <p:cNvSpPr>
              <a:spLocks/>
            </p:cNvSpPr>
            <p:nvPr userDrawn="1"/>
          </p:nvSpPr>
          <p:spPr bwMode="auto">
            <a:xfrm>
              <a:off x="8204549" y="5532437"/>
              <a:ext cx="88900" cy="80962"/>
            </a:xfrm>
            <a:custGeom>
              <a:avLst/>
              <a:gdLst>
                <a:gd name="T0" fmla="*/ 14 w 27"/>
                <a:gd name="T1" fmla="*/ 0 h 24"/>
                <a:gd name="T2" fmla="*/ 4 w 27"/>
                <a:gd name="T3" fmla="*/ 6 h 24"/>
                <a:gd name="T4" fmla="*/ 8 w 27"/>
                <a:gd name="T5" fmla="*/ 22 h 24"/>
                <a:gd name="T6" fmla="*/ 14 w 27"/>
                <a:gd name="T7" fmla="*/ 24 h 24"/>
                <a:gd name="T8" fmla="*/ 24 w 27"/>
                <a:gd name="T9" fmla="*/ 18 h 24"/>
                <a:gd name="T10" fmla="*/ 20 w 27"/>
                <a:gd name="T11" fmla="*/ 2 h 24"/>
                <a:gd name="T12" fmla="*/ 14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4" y="0"/>
                  </a:moveTo>
                  <a:cubicBezTo>
                    <a:pt x="10" y="0"/>
                    <a:pt x="6" y="2"/>
                    <a:pt x="4" y="6"/>
                  </a:cubicBezTo>
                  <a:cubicBezTo>
                    <a:pt x="0" y="12"/>
                    <a:pt x="2" y="19"/>
                    <a:pt x="8" y="22"/>
                  </a:cubicBezTo>
                  <a:cubicBezTo>
                    <a:pt x="10" y="23"/>
                    <a:pt x="12" y="24"/>
                    <a:pt x="14" y="24"/>
                  </a:cubicBezTo>
                  <a:cubicBezTo>
                    <a:pt x="18" y="24"/>
                    <a:pt x="22" y="22"/>
                    <a:pt x="24" y="18"/>
                  </a:cubicBezTo>
                  <a:cubicBezTo>
                    <a:pt x="27" y="12"/>
                    <a:pt x="25" y="5"/>
                    <a:pt x="20" y="2"/>
                  </a:cubicBezTo>
                  <a:cubicBezTo>
                    <a:pt x="18" y="1"/>
                    <a:pt x="16" y="0"/>
                    <a:pt x="14" y="0"/>
                  </a:cubicBezTo>
                </a:path>
              </a:pathLst>
            </a:custGeom>
            <a:solidFill>
              <a:srgbClr val="6E8EAF"/>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0" name="Freeform 68">
              <a:extLst>
                <a:ext uri="{FF2B5EF4-FFF2-40B4-BE49-F238E27FC236}">
                  <a16:creationId xmlns:a16="http://schemas.microsoft.com/office/drawing/2014/main" id="{467CDEB9-2068-43B0-9F98-13F176B669A0}"/>
                </a:ext>
              </a:extLst>
            </p:cNvPr>
            <p:cNvSpPr>
              <a:spLocks/>
            </p:cNvSpPr>
            <p:nvPr userDrawn="1"/>
          </p:nvSpPr>
          <p:spPr bwMode="auto">
            <a:xfrm>
              <a:off x="8299799" y="5586412"/>
              <a:ext cx="88900" cy="79375"/>
            </a:xfrm>
            <a:custGeom>
              <a:avLst/>
              <a:gdLst>
                <a:gd name="T0" fmla="*/ 13 w 27"/>
                <a:gd name="T1" fmla="*/ 0 h 24"/>
                <a:gd name="T2" fmla="*/ 3 w 27"/>
                <a:gd name="T3" fmla="*/ 6 h 24"/>
                <a:gd name="T4" fmla="*/ 7 w 27"/>
                <a:gd name="T5" fmla="*/ 22 h 24"/>
                <a:gd name="T6" fmla="*/ 13 w 27"/>
                <a:gd name="T7" fmla="*/ 24 h 24"/>
                <a:gd name="T8" fmla="*/ 24 w 27"/>
                <a:gd name="T9" fmla="*/ 18 h 24"/>
                <a:gd name="T10" fmla="*/ 19 w 27"/>
                <a:gd name="T11" fmla="*/ 2 h 24"/>
                <a:gd name="T12" fmla="*/ 13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3" y="0"/>
                  </a:moveTo>
                  <a:cubicBezTo>
                    <a:pt x="9" y="0"/>
                    <a:pt x="5" y="3"/>
                    <a:pt x="3" y="6"/>
                  </a:cubicBezTo>
                  <a:cubicBezTo>
                    <a:pt x="0" y="12"/>
                    <a:pt x="2" y="19"/>
                    <a:pt x="7" y="22"/>
                  </a:cubicBezTo>
                  <a:cubicBezTo>
                    <a:pt x="9" y="23"/>
                    <a:pt x="11" y="24"/>
                    <a:pt x="13" y="24"/>
                  </a:cubicBezTo>
                  <a:cubicBezTo>
                    <a:pt x="17" y="24"/>
                    <a:pt x="21" y="22"/>
                    <a:pt x="24" y="18"/>
                  </a:cubicBezTo>
                  <a:cubicBezTo>
                    <a:pt x="27" y="12"/>
                    <a:pt x="25" y="5"/>
                    <a:pt x="19" y="2"/>
                  </a:cubicBezTo>
                  <a:cubicBezTo>
                    <a:pt x="17" y="1"/>
                    <a:pt x="15" y="0"/>
                    <a:pt x="13" y="0"/>
                  </a:cubicBezTo>
                </a:path>
              </a:pathLst>
            </a:custGeom>
            <a:solidFill>
              <a:srgbClr val="7C87AC"/>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1" name="Freeform 71">
              <a:extLst>
                <a:ext uri="{FF2B5EF4-FFF2-40B4-BE49-F238E27FC236}">
                  <a16:creationId xmlns:a16="http://schemas.microsoft.com/office/drawing/2014/main" id="{2BA56708-F51B-4820-B39A-C5A8772A9E01}"/>
                </a:ext>
              </a:extLst>
            </p:cNvPr>
            <p:cNvSpPr>
              <a:spLocks/>
            </p:cNvSpPr>
            <p:nvPr userDrawn="1"/>
          </p:nvSpPr>
          <p:spPr bwMode="auto">
            <a:xfrm>
              <a:off x="8945911" y="5972175"/>
              <a:ext cx="90488" cy="80962"/>
            </a:xfrm>
            <a:custGeom>
              <a:avLst/>
              <a:gdLst>
                <a:gd name="T0" fmla="*/ 14 w 27"/>
                <a:gd name="T1" fmla="*/ 0 h 24"/>
                <a:gd name="T2" fmla="*/ 3 w 27"/>
                <a:gd name="T3" fmla="*/ 6 h 24"/>
                <a:gd name="T4" fmla="*/ 8 w 27"/>
                <a:gd name="T5" fmla="*/ 22 h 24"/>
                <a:gd name="T6" fmla="*/ 14 w 27"/>
                <a:gd name="T7" fmla="*/ 24 h 24"/>
                <a:gd name="T8" fmla="*/ 24 w 27"/>
                <a:gd name="T9" fmla="*/ 18 h 24"/>
                <a:gd name="T10" fmla="*/ 20 w 27"/>
                <a:gd name="T11" fmla="*/ 2 h 24"/>
                <a:gd name="T12" fmla="*/ 14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4" y="0"/>
                  </a:moveTo>
                  <a:cubicBezTo>
                    <a:pt x="10" y="0"/>
                    <a:pt x="6" y="2"/>
                    <a:pt x="3" y="6"/>
                  </a:cubicBezTo>
                  <a:cubicBezTo>
                    <a:pt x="0" y="12"/>
                    <a:pt x="2" y="19"/>
                    <a:pt x="8" y="22"/>
                  </a:cubicBezTo>
                  <a:cubicBezTo>
                    <a:pt x="10" y="23"/>
                    <a:pt x="12" y="24"/>
                    <a:pt x="14" y="24"/>
                  </a:cubicBezTo>
                  <a:cubicBezTo>
                    <a:pt x="18" y="24"/>
                    <a:pt x="22" y="21"/>
                    <a:pt x="24" y="18"/>
                  </a:cubicBezTo>
                  <a:cubicBezTo>
                    <a:pt x="27" y="12"/>
                    <a:pt x="25" y="5"/>
                    <a:pt x="20" y="2"/>
                  </a:cubicBezTo>
                  <a:cubicBezTo>
                    <a:pt x="18" y="1"/>
                    <a:pt x="16" y="0"/>
                    <a:pt x="14" y="0"/>
                  </a:cubicBezTo>
                </a:path>
              </a:pathLst>
            </a:custGeom>
            <a:solidFill>
              <a:srgbClr val="42E8E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2" name="Freeform 72">
              <a:extLst>
                <a:ext uri="{FF2B5EF4-FFF2-40B4-BE49-F238E27FC236}">
                  <a16:creationId xmlns:a16="http://schemas.microsoft.com/office/drawing/2014/main" id="{3A242F8D-27D2-48B9-B89B-292D52ED3155}"/>
                </a:ext>
              </a:extLst>
            </p:cNvPr>
            <p:cNvSpPr>
              <a:spLocks/>
            </p:cNvSpPr>
            <p:nvPr userDrawn="1"/>
          </p:nvSpPr>
          <p:spPr bwMode="auto">
            <a:xfrm>
              <a:off x="8853836" y="5919787"/>
              <a:ext cx="88900" cy="76200"/>
            </a:xfrm>
            <a:custGeom>
              <a:avLst/>
              <a:gdLst>
                <a:gd name="T0" fmla="*/ 13 w 27"/>
                <a:gd name="T1" fmla="*/ 0 h 23"/>
                <a:gd name="T2" fmla="*/ 3 w 27"/>
                <a:gd name="T3" fmla="*/ 6 h 23"/>
                <a:gd name="T4" fmla="*/ 7 w 27"/>
                <a:gd name="T5" fmla="*/ 22 h 23"/>
                <a:gd name="T6" fmla="*/ 13 w 27"/>
                <a:gd name="T7" fmla="*/ 23 h 23"/>
                <a:gd name="T8" fmla="*/ 23 w 27"/>
                <a:gd name="T9" fmla="*/ 17 h 23"/>
                <a:gd name="T10" fmla="*/ 19 w 27"/>
                <a:gd name="T11" fmla="*/ 1 h 23"/>
                <a:gd name="T12" fmla="*/ 13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3" y="0"/>
                  </a:moveTo>
                  <a:cubicBezTo>
                    <a:pt x="9" y="0"/>
                    <a:pt x="5" y="2"/>
                    <a:pt x="3" y="6"/>
                  </a:cubicBezTo>
                  <a:cubicBezTo>
                    <a:pt x="0" y="11"/>
                    <a:pt x="2" y="18"/>
                    <a:pt x="7" y="22"/>
                  </a:cubicBezTo>
                  <a:cubicBezTo>
                    <a:pt x="9" y="23"/>
                    <a:pt x="11" y="23"/>
                    <a:pt x="13" y="23"/>
                  </a:cubicBezTo>
                  <a:cubicBezTo>
                    <a:pt x="17" y="23"/>
                    <a:pt x="21" y="21"/>
                    <a:pt x="23" y="17"/>
                  </a:cubicBezTo>
                  <a:cubicBezTo>
                    <a:pt x="27" y="12"/>
                    <a:pt x="25" y="5"/>
                    <a:pt x="19" y="1"/>
                  </a:cubicBezTo>
                  <a:cubicBezTo>
                    <a:pt x="17" y="0"/>
                    <a:pt x="15" y="0"/>
                    <a:pt x="13" y="0"/>
                  </a:cubicBezTo>
                </a:path>
              </a:pathLst>
            </a:custGeom>
            <a:solidFill>
              <a:srgbClr val="4BC8CE"/>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3" name="Freeform 73">
              <a:extLst>
                <a:ext uri="{FF2B5EF4-FFF2-40B4-BE49-F238E27FC236}">
                  <a16:creationId xmlns:a16="http://schemas.microsoft.com/office/drawing/2014/main" id="{2B847F8F-E746-4ABE-9736-9BBD73E82FDB}"/>
                </a:ext>
              </a:extLst>
            </p:cNvPr>
            <p:cNvSpPr>
              <a:spLocks/>
            </p:cNvSpPr>
            <p:nvPr userDrawn="1"/>
          </p:nvSpPr>
          <p:spPr bwMode="auto">
            <a:xfrm>
              <a:off x="8758586" y="5862637"/>
              <a:ext cx="88900" cy="80962"/>
            </a:xfrm>
            <a:custGeom>
              <a:avLst/>
              <a:gdLst>
                <a:gd name="T0" fmla="*/ 14 w 27"/>
                <a:gd name="T1" fmla="*/ 0 h 24"/>
                <a:gd name="T2" fmla="*/ 4 w 27"/>
                <a:gd name="T3" fmla="*/ 6 h 24"/>
                <a:gd name="T4" fmla="*/ 8 w 27"/>
                <a:gd name="T5" fmla="*/ 22 h 24"/>
                <a:gd name="T6" fmla="*/ 14 w 27"/>
                <a:gd name="T7" fmla="*/ 24 h 24"/>
                <a:gd name="T8" fmla="*/ 24 w 27"/>
                <a:gd name="T9" fmla="*/ 18 h 24"/>
                <a:gd name="T10" fmla="*/ 20 w 27"/>
                <a:gd name="T11" fmla="*/ 2 h 24"/>
                <a:gd name="T12" fmla="*/ 14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4" y="0"/>
                  </a:moveTo>
                  <a:cubicBezTo>
                    <a:pt x="10" y="0"/>
                    <a:pt x="6" y="2"/>
                    <a:pt x="4" y="6"/>
                  </a:cubicBezTo>
                  <a:cubicBezTo>
                    <a:pt x="0" y="12"/>
                    <a:pt x="2" y="19"/>
                    <a:pt x="8" y="22"/>
                  </a:cubicBezTo>
                  <a:cubicBezTo>
                    <a:pt x="10" y="23"/>
                    <a:pt x="12" y="24"/>
                    <a:pt x="14" y="24"/>
                  </a:cubicBezTo>
                  <a:cubicBezTo>
                    <a:pt x="18" y="24"/>
                    <a:pt x="22" y="22"/>
                    <a:pt x="24" y="18"/>
                  </a:cubicBezTo>
                  <a:cubicBezTo>
                    <a:pt x="27" y="12"/>
                    <a:pt x="25" y="5"/>
                    <a:pt x="20" y="2"/>
                  </a:cubicBezTo>
                  <a:cubicBezTo>
                    <a:pt x="18" y="1"/>
                    <a:pt x="16" y="0"/>
                    <a:pt x="14" y="0"/>
                  </a:cubicBezTo>
                </a:path>
              </a:pathLst>
            </a:custGeom>
            <a:solidFill>
              <a:srgbClr val="56AFC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4" name="Freeform 74">
              <a:extLst>
                <a:ext uri="{FF2B5EF4-FFF2-40B4-BE49-F238E27FC236}">
                  <a16:creationId xmlns:a16="http://schemas.microsoft.com/office/drawing/2014/main" id="{F9BFC2B0-E8DC-476C-8440-1E265F6C55F8}"/>
                </a:ext>
              </a:extLst>
            </p:cNvPr>
            <p:cNvSpPr>
              <a:spLocks/>
            </p:cNvSpPr>
            <p:nvPr userDrawn="1"/>
          </p:nvSpPr>
          <p:spPr bwMode="auto">
            <a:xfrm>
              <a:off x="8666511" y="5810250"/>
              <a:ext cx="88900" cy="76200"/>
            </a:xfrm>
            <a:custGeom>
              <a:avLst/>
              <a:gdLst>
                <a:gd name="T0" fmla="*/ 14 w 27"/>
                <a:gd name="T1" fmla="*/ 0 h 23"/>
                <a:gd name="T2" fmla="*/ 3 w 27"/>
                <a:gd name="T3" fmla="*/ 6 h 23"/>
                <a:gd name="T4" fmla="*/ 8 w 27"/>
                <a:gd name="T5" fmla="*/ 22 h 23"/>
                <a:gd name="T6" fmla="*/ 14 w 27"/>
                <a:gd name="T7" fmla="*/ 23 h 23"/>
                <a:gd name="T8" fmla="*/ 24 w 27"/>
                <a:gd name="T9" fmla="*/ 18 h 23"/>
                <a:gd name="T10" fmla="*/ 19 w 27"/>
                <a:gd name="T11" fmla="*/ 2 h 23"/>
                <a:gd name="T12" fmla="*/ 14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4" y="0"/>
                  </a:moveTo>
                  <a:cubicBezTo>
                    <a:pt x="10" y="0"/>
                    <a:pt x="6" y="2"/>
                    <a:pt x="3" y="6"/>
                  </a:cubicBezTo>
                  <a:cubicBezTo>
                    <a:pt x="0" y="11"/>
                    <a:pt x="2" y="19"/>
                    <a:pt x="8" y="22"/>
                  </a:cubicBezTo>
                  <a:cubicBezTo>
                    <a:pt x="10" y="23"/>
                    <a:pt x="12" y="23"/>
                    <a:pt x="14" y="23"/>
                  </a:cubicBezTo>
                  <a:cubicBezTo>
                    <a:pt x="18" y="23"/>
                    <a:pt x="22" y="21"/>
                    <a:pt x="24" y="18"/>
                  </a:cubicBezTo>
                  <a:cubicBezTo>
                    <a:pt x="27" y="12"/>
                    <a:pt x="25" y="5"/>
                    <a:pt x="19" y="2"/>
                  </a:cubicBezTo>
                  <a:cubicBezTo>
                    <a:pt x="18" y="0"/>
                    <a:pt x="16" y="0"/>
                    <a:pt x="14" y="0"/>
                  </a:cubicBezTo>
                </a:path>
              </a:pathLst>
            </a:custGeom>
            <a:solidFill>
              <a:srgbClr val="629CB6"/>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5" name="Freeform 75">
              <a:extLst>
                <a:ext uri="{FF2B5EF4-FFF2-40B4-BE49-F238E27FC236}">
                  <a16:creationId xmlns:a16="http://schemas.microsoft.com/office/drawing/2014/main" id="{F68124A6-7643-4752-A093-522E178E22F0}"/>
                </a:ext>
              </a:extLst>
            </p:cNvPr>
            <p:cNvSpPr>
              <a:spLocks/>
            </p:cNvSpPr>
            <p:nvPr userDrawn="1"/>
          </p:nvSpPr>
          <p:spPr bwMode="auto">
            <a:xfrm>
              <a:off x="8572849" y="5756275"/>
              <a:ext cx="90488" cy="76200"/>
            </a:xfrm>
            <a:custGeom>
              <a:avLst/>
              <a:gdLst>
                <a:gd name="T0" fmla="*/ 13 w 27"/>
                <a:gd name="T1" fmla="*/ 0 h 23"/>
                <a:gd name="T2" fmla="*/ 3 w 27"/>
                <a:gd name="T3" fmla="*/ 5 h 23"/>
                <a:gd name="T4" fmla="*/ 7 w 27"/>
                <a:gd name="T5" fmla="*/ 22 h 23"/>
                <a:gd name="T6" fmla="*/ 13 w 27"/>
                <a:gd name="T7" fmla="*/ 23 h 23"/>
                <a:gd name="T8" fmla="*/ 23 w 27"/>
                <a:gd name="T9" fmla="*/ 17 h 23"/>
                <a:gd name="T10" fmla="*/ 19 w 27"/>
                <a:gd name="T11" fmla="*/ 1 h 23"/>
                <a:gd name="T12" fmla="*/ 13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3" y="0"/>
                  </a:moveTo>
                  <a:cubicBezTo>
                    <a:pt x="9" y="0"/>
                    <a:pt x="5" y="2"/>
                    <a:pt x="3" y="5"/>
                  </a:cubicBezTo>
                  <a:cubicBezTo>
                    <a:pt x="0" y="11"/>
                    <a:pt x="2" y="18"/>
                    <a:pt x="7" y="22"/>
                  </a:cubicBezTo>
                  <a:cubicBezTo>
                    <a:pt x="9" y="23"/>
                    <a:pt x="11" y="23"/>
                    <a:pt x="13" y="23"/>
                  </a:cubicBezTo>
                  <a:cubicBezTo>
                    <a:pt x="17" y="23"/>
                    <a:pt x="21" y="21"/>
                    <a:pt x="23" y="17"/>
                  </a:cubicBezTo>
                  <a:cubicBezTo>
                    <a:pt x="27" y="12"/>
                    <a:pt x="25" y="4"/>
                    <a:pt x="19" y="1"/>
                  </a:cubicBezTo>
                  <a:cubicBezTo>
                    <a:pt x="17" y="0"/>
                    <a:pt x="15" y="0"/>
                    <a:pt x="13" y="0"/>
                  </a:cubicBezTo>
                </a:path>
              </a:pathLst>
            </a:custGeom>
            <a:solidFill>
              <a:srgbClr val="6E8EAF"/>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6" name="Freeform 77">
              <a:extLst>
                <a:ext uri="{FF2B5EF4-FFF2-40B4-BE49-F238E27FC236}">
                  <a16:creationId xmlns:a16="http://schemas.microsoft.com/office/drawing/2014/main" id="{7479CF2F-F825-4ED9-8980-9CDC581AD2B9}"/>
                </a:ext>
              </a:extLst>
            </p:cNvPr>
            <p:cNvSpPr>
              <a:spLocks/>
            </p:cNvSpPr>
            <p:nvPr userDrawn="1"/>
          </p:nvSpPr>
          <p:spPr bwMode="auto">
            <a:xfrm>
              <a:off x="8487124" y="5699125"/>
              <a:ext cx="79375" cy="73025"/>
            </a:xfrm>
            <a:custGeom>
              <a:avLst/>
              <a:gdLst>
                <a:gd name="T0" fmla="*/ 11 w 24"/>
                <a:gd name="T1" fmla="*/ 0 h 22"/>
                <a:gd name="T2" fmla="*/ 6 w 24"/>
                <a:gd name="T3" fmla="*/ 1 h 22"/>
                <a:gd name="T4" fmla="*/ 3 w 24"/>
                <a:gd name="T5" fmla="*/ 5 h 22"/>
                <a:gd name="T6" fmla="*/ 7 w 24"/>
                <a:gd name="T7" fmla="*/ 21 h 22"/>
                <a:gd name="T8" fmla="*/ 13 w 24"/>
                <a:gd name="T9" fmla="*/ 22 h 22"/>
                <a:gd name="T10" fmla="*/ 18 w 24"/>
                <a:gd name="T11" fmla="*/ 21 h 22"/>
                <a:gd name="T12" fmla="*/ 21 w 24"/>
                <a:gd name="T13" fmla="*/ 18 h 22"/>
                <a:gd name="T14" fmla="*/ 17 w 24"/>
                <a:gd name="T15" fmla="*/ 2 h 22"/>
                <a:gd name="T16" fmla="*/ 11 w 24"/>
                <a:gd name="T17" fmla="*/ 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22">
                  <a:moveTo>
                    <a:pt x="11" y="0"/>
                  </a:moveTo>
                  <a:cubicBezTo>
                    <a:pt x="9" y="0"/>
                    <a:pt x="8" y="0"/>
                    <a:pt x="6" y="1"/>
                  </a:cubicBezTo>
                  <a:cubicBezTo>
                    <a:pt x="5" y="2"/>
                    <a:pt x="4" y="3"/>
                    <a:pt x="3" y="5"/>
                  </a:cubicBezTo>
                  <a:cubicBezTo>
                    <a:pt x="0" y="10"/>
                    <a:pt x="2" y="18"/>
                    <a:pt x="7" y="21"/>
                  </a:cubicBezTo>
                  <a:cubicBezTo>
                    <a:pt x="9" y="22"/>
                    <a:pt x="11" y="22"/>
                    <a:pt x="13" y="22"/>
                  </a:cubicBezTo>
                  <a:cubicBezTo>
                    <a:pt x="15" y="22"/>
                    <a:pt x="16" y="22"/>
                    <a:pt x="18" y="21"/>
                  </a:cubicBezTo>
                  <a:cubicBezTo>
                    <a:pt x="19" y="21"/>
                    <a:pt x="20" y="19"/>
                    <a:pt x="21" y="18"/>
                  </a:cubicBezTo>
                  <a:cubicBezTo>
                    <a:pt x="24" y="12"/>
                    <a:pt x="22" y="5"/>
                    <a:pt x="17" y="2"/>
                  </a:cubicBezTo>
                  <a:cubicBezTo>
                    <a:pt x="15" y="1"/>
                    <a:pt x="13" y="0"/>
                    <a:pt x="11" y="0"/>
                  </a:cubicBezTo>
                </a:path>
              </a:pathLst>
            </a:custGeom>
            <a:solidFill>
              <a:srgbClr val="7C87AC"/>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7" name="Freeform 79">
              <a:extLst>
                <a:ext uri="{FF2B5EF4-FFF2-40B4-BE49-F238E27FC236}">
                  <a16:creationId xmlns:a16="http://schemas.microsoft.com/office/drawing/2014/main" id="{E2AC8F3E-E460-4D8E-A14F-DE4BCDA07A0F}"/>
                </a:ext>
              </a:extLst>
            </p:cNvPr>
            <p:cNvSpPr>
              <a:spLocks/>
            </p:cNvSpPr>
            <p:nvPr userDrawn="1"/>
          </p:nvSpPr>
          <p:spPr bwMode="auto">
            <a:xfrm>
              <a:off x="8391874" y="5646737"/>
              <a:ext cx="82550" cy="73025"/>
            </a:xfrm>
            <a:custGeom>
              <a:avLst/>
              <a:gdLst>
                <a:gd name="T0" fmla="*/ 11 w 25"/>
                <a:gd name="T1" fmla="*/ 0 h 22"/>
                <a:gd name="T2" fmla="*/ 7 w 25"/>
                <a:gd name="T3" fmla="*/ 1 h 22"/>
                <a:gd name="T4" fmla="*/ 4 w 25"/>
                <a:gd name="T5" fmla="*/ 5 h 22"/>
                <a:gd name="T6" fmla="*/ 8 w 25"/>
                <a:gd name="T7" fmla="*/ 21 h 22"/>
                <a:gd name="T8" fmla="*/ 14 w 25"/>
                <a:gd name="T9" fmla="*/ 22 h 22"/>
                <a:gd name="T10" fmla="*/ 18 w 25"/>
                <a:gd name="T11" fmla="*/ 21 h 22"/>
                <a:gd name="T12" fmla="*/ 22 w 25"/>
                <a:gd name="T13" fmla="*/ 17 h 22"/>
                <a:gd name="T14" fmla="*/ 17 w 25"/>
                <a:gd name="T15" fmla="*/ 1 h 22"/>
                <a:gd name="T16" fmla="*/ 11 w 25"/>
                <a:gd name="T17" fmla="*/ 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22">
                  <a:moveTo>
                    <a:pt x="11" y="0"/>
                  </a:moveTo>
                  <a:cubicBezTo>
                    <a:pt x="10" y="0"/>
                    <a:pt x="9" y="0"/>
                    <a:pt x="7" y="1"/>
                  </a:cubicBezTo>
                  <a:cubicBezTo>
                    <a:pt x="6" y="2"/>
                    <a:pt x="4" y="3"/>
                    <a:pt x="4" y="5"/>
                  </a:cubicBezTo>
                  <a:cubicBezTo>
                    <a:pt x="0" y="10"/>
                    <a:pt x="2" y="17"/>
                    <a:pt x="8" y="21"/>
                  </a:cubicBezTo>
                  <a:cubicBezTo>
                    <a:pt x="10" y="22"/>
                    <a:pt x="12" y="22"/>
                    <a:pt x="14" y="22"/>
                  </a:cubicBezTo>
                  <a:cubicBezTo>
                    <a:pt x="15" y="22"/>
                    <a:pt x="17" y="22"/>
                    <a:pt x="18" y="21"/>
                  </a:cubicBezTo>
                  <a:cubicBezTo>
                    <a:pt x="19" y="20"/>
                    <a:pt x="21" y="19"/>
                    <a:pt x="22" y="17"/>
                  </a:cubicBezTo>
                  <a:cubicBezTo>
                    <a:pt x="25" y="12"/>
                    <a:pt x="23" y="5"/>
                    <a:pt x="17" y="1"/>
                  </a:cubicBezTo>
                  <a:cubicBezTo>
                    <a:pt x="15" y="0"/>
                    <a:pt x="13" y="0"/>
                    <a:pt x="11" y="0"/>
                  </a:cubicBezTo>
                </a:path>
              </a:pathLst>
            </a:custGeom>
            <a:solidFill>
              <a:srgbClr val="514984"/>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8" name="Freeform 80">
              <a:extLst>
                <a:ext uri="{FF2B5EF4-FFF2-40B4-BE49-F238E27FC236}">
                  <a16:creationId xmlns:a16="http://schemas.microsoft.com/office/drawing/2014/main" id="{877DA411-2751-44F2-A7EE-AA70CF8BCC61}"/>
                </a:ext>
              </a:extLst>
            </p:cNvPr>
            <p:cNvSpPr>
              <a:spLocks/>
            </p:cNvSpPr>
            <p:nvPr userDrawn="1"/>
          </p:nvSpPr>
          <p:spPr bwMode="auto">
            <a:xfrm>
              <a:off x="10030174" y="5626100"/>
              <a:ext cx="88900" cy="76200"/>
            </a:xfrm>
            <a:custGeom>
              <a:avLst/>
              <a:gdLst>
                <a:gd name="T0" fmla="*/ 13 w 27"/>
                <a:gd name="T1" fmla="*/ 0 h 23"/>
                <a:gd name="T2" fmla="*/ 8 w 27"/>
                <a:gd name="T3" fmla="*/ 1 h 23"/>
                <a:gd name="T4" fmla="*/ 3 w 27"/>
                <a:gd name="T5" fmla="*/ 17 h 23"/>
                <a:gd name="T6" fmla="*/ 13 w 27"/>
                <a:gd name="T7" fmla="*/ 23 h 23"/>
                <a:gd name="T8" fmla="*/ 19 w 27"/>
                <a:gd name="T9" fmla="*/ 22 h 23"/>
                <a:gd name="T10" fmla="*/ 24 w 27"/>
                <a:gd name="T11" fmla="*/ 6 h 23"/>
                <a:gd name="T12" fmla="*/ 13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3" y="0"/>
                  </a:moveTo>
                  <a:cubicBezTo>
                    <a:pt x="11" y="0"/>
                    <a:pt x="9" y="0"/>
                    <a:pt x="8" y="1"/>
                  </a:cubicBezTo>
                  <a:cubicBezTo>
                    <a:pt x="2" y="5"/>
                    <a:pt x="0" y="12"/>
                    <a:pt x="3" y="17"/>
                  </a:cubicBezTo>
                  <a:cubicBezTo>
                    <a:pt x="5" y="21"/>
                    <a:pt x="9" y="23"/>
                    <a:pt x="13" y="23"/>
                  </a:cubicBezTo>
                  <a:cubicBezTo>
                    <a:pt x="15" y="23"/>
                    <a:pt x="17" y="23"/>
                    <a:pt x="19" y="22"/>
                  </a:cubicBezTo>
                  <a:cubicBezTo>
                    <a:pt x="25" y="19"/>
                    <a:pt x="27" y="11"/>
                    <a:pt x="24" y="6"/>
                  </a:cubicBezTo>
                  <a:cubicBezTo>
                    <a:pt x="21" y="2"/>
                    <a:pt x="18" y="0"/>
                    <a:pt x="13" y="0"/>
                  </a:cubicBezTo>
                </a:path>
              </a:pathLst>
            </a:custGeom>
            <a:solidFill>
              <a:srgbClr val="42E8E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9" name="Freeform 81">
              <a:extLst>
                <a:ext uri="{FF2B5EF4-FFF2-40B4-BE49-F238E27FC236}">
                  <a16:creationId xmlns:a16="http://schemas.microsoft.com/office/drawing/2014/main" id="{08C14B30-69E1-436F-9656-9A670ED0AFFE}"/>
                </a:ext>
              </a:extLst>
            </p:cNvPr>
            <p:cNvSpPr>
              <a:spLocks/>
            </p:cNvSpPr>
            <p:nvPr userDrawn="1"/>
          </p:nvSpPr>
          <p:spPr bwMode="auto">
            <a:xfrm>
              <a:off x="10122249" y="5568950"/>
              <a:ext cx="88900" cy="80962"/>
            </a:xfrm>
            <a:custGeom>
              <a:avLst/>
              <a:gdLst>
                <a:gd name="T0" fmla="*/ 14 w 27"/>
                <a:gd name="T1" fmla="*/ 0 h 24"/>
                <a:gd name="T2" fmla="*/ 8 w 27"/>
                <a:gd name="T3" fmla="*/ 2 h 24"/>
                <a:gd name="T4" fmla="*/ 4 w 27"/>
                <a:gd name="T5" fmla="*/ 18 h 24"/>
                <a:gd name="T6" fmla="*/ 14 w 27"/>
                <a:gd name="T7" fmla="*/ 24 h 24"/>
                <a:gd name="T8" fmla="*/ 20 w 27"/>
                <a:gd name="T9" fmla="*/ 22 h 24"/>
                <a:gd name="T10" fmla="*/ 24 w 27"/>
                <a:gd name="T11" fmla="*/ 6 h 24"/>
                <a:gd name="T12" fmla="*/ 14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4" y="0"/>
                  </a:moveTo>
                  <a:cubicBezTo>
                    <a:pt x="12" y="0"/>
                    <a:pt x="10" y="1"/>
                    <a:pt x="8" y="2"/>
                  </a:cubicBezTo>
                  <a:cubicBezTo>
                    <a:pt x="2" y="5"/>
                    <a:pt x="0" y="12"/>
                    <a:pt x="4" y="18"/>
                  </a:cubicBezTo>
                  <a:cubicBezTo>
                    <a:pt x="6" y="22"/>
                    <a:pt x="10" y="24"/>
                    <a:pt x="14" y="24"/>
                  </a:cubicBezTo>
                  <a:cubicBezTo>
                    <a:pt x="16" y="24"/>
                    <a:pt x="18" y="23"/>
                    <a:pt x="20" y="22"/>
                  </a:cubicBezTo>
                  <a:cubicBezTo>
                    <a:pt x="25" y="19"/>
                    <a:pt x="27" y="12"/>
                    <a:pt x="24" y="6"/>
                  </a:cubicBezTo>
                  <a:cubicBezTo>
                    <a:pt x="22" y="3"/>
                    <a:pt x="18" y="0"/>
                    <a:pt x="14" y="0"/>
                  </a:cubicBezTo>
                </a:path>
              </a:pathLst>
            </a:custGeom>
            <a:solidFill>
              <a:srgbClr val="4BC8CE"/>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0" name="Freeform 82">
              <a:extLst>
                <a:ext uri="{FF2B5EF4-FFF2-40B4-BE49-F238E27FC236}">
                  <a16:creationId xmlns:a16="http://schemas.microsoft.com/office/drawing/2014/main" id="{81AB594C-8CCA-4332-AD1F-2ABC1E930158}"/>
                </a:ext>
              </a:extLst>
            </p:cNvPr>
            <p:cNvSpPr>
              <a:spLocks/>
            </p:cNvSpPr>
            <p:nvPr userDrawn="1"/>
          </p:nvSpPr>
          <p:spPr bwMode="auto">
            <a:xfrm>
              <a:off x="10217499" y="5516562"/>
              <a:ext cx="88900" cy="79375"/>
            </a:xfrm>
            <a:custGeom>
              <a:avLst/>
              <a:gdLst>
                <a:gd name="T0" fmla="*/ 13 w 27"/>
                <a:gd name="T1" fmla="*/ 0 h 24"/>
                <a:gd name="T2" fmla="*/ 7 w 27"/>
                <a:gd name="T3" fmla="*/ 2 h 24"/>
                <a:gd name="T4" fmla="*/ 3 w 27"/>
                <a:gd name="T5" fmla="*/ 18 h 24"/>
                <a:gd name="T6" fmla="*/ 13 w 27"/>
                <a:gd name="T7" fmla="*/ 24 h 24"/>
                <a:gd name="T8" fmla="*/ 19 w 27"/>
                <a:gd name="T9" fmla="*/ 22 h 24"/>
                <a:gd name="T10" fmla="*/ 23 w 27"/>
                <a:gd name="T11" fmla="*/ 6 h 24"/>
                <a:gd name="T12" fmla="*/ 13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3" y="0"/>
                  </a:moveTo>
                  <a:cubicBezTo>
                    <a:pt x="11" y="0"/>
                    <a:pt x="9" y="1"/>
                    <a:pt x="7" y="2"/>
                  </a:cubicBezTo>
                  <a:cubicBezTo>
                    <a:pt x="2" y="5"/>
                    <a:pt x="0" y="12"/>
                    <a:pt x="3" y="18"/>
                  </a:cubicBezTo>
                  <a:cubicBezTo>
                    <a:pt x="5" y="21"/>
                    <a:pt x="9" y="24"/>
                    <a:pt x="13" y="24"/>
                  </a:cubicBezTo>
                  <a:cubicBezTo>
                    <a:pt x="15" y="24"/>
                    <a:pt x="17" y="23"/>
                    <a:pt x="19" y="22"/>
                  </a:cubicBezTo>
                  <a:cubicBezTo>
                    <a:pt x="25" y="19"/>
                    <a:pt x="27" y="12"/>
                    <a:pt x="23" y="6"/>
                  </a:cubicBezTo>
                  <a:cubicBezTo>
                    <a:pt x="21" y="2"/>
                    <a:pt x="17" y="0"/>
                    <a:pt x="13" y="0"/>
                  </a:cubicBezTo>
                </a:path>
              </a:pathLst>
            </a:custGeom>
            <a:solidFill>
              <a:srgbClr val="56AFC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1" name="Freeform 83">
              <a:extLst>
                <a:ext uri="{FF2B5EF4-FFF2-40B4-BE49-F238E27FC236}">
                  <a16:creationId xmlns:a16="http://schemas.microsoft.com/office/drawing/2014/main" id="{F5473C86-4E85-479B-A4DF-0AE3B70A98D6}"/>
                </a:ext>
              </a:extLst>
            </p:cNvPr>
            <p:cNvSpPr>
              <a:spLocks/>
            </p:cNvSpPr>
            <p:nvPr userDrawn="1"/>
          </p:nvSpPr>
          <p:spPr bwMode="auto">
            <a:xfrm>
              <a:off x="10309574" y="5462587"/>
              <a:ext cx="88900" cy="76200"/>
            </a:xfrm>
            <a:custGeom>
              <a:avLst/>
              <a:gdLst>
                <a:gd name="T0" fmla="*/ 14 w 27"/>
                <a:gd name="T1" fmla="*/ 0 h 23"/>
                <a:gd name="T2" fmla="*/ 8 w 27"/>
                <a:gd name="T3" fmla="*/ 1 h 23"/>
                <a:gd name="T4" fmla="*/ 3 w 27"/>
                <a:gd name="T5" fmla="*/ 17 h 23"/>
                <a:gd name="T6" fmla="*/ 14 w 27"/>
                <a:gd name="T7" fmla="*/ 23 h 23"/>
                <a:gd name="T8" fmla="*/ 19 w 27"/>
                <a:gd name="T9" fmla="*/ 22 h 23"/>
                <a:gd name="T10" fmla="*/ 24 w 27"/>
                <a:gd name="T11" fmla="*/ 6 h 23"/>
                <a:gd name="T12" fmla="*/ 14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4" y="0"/>
                  </a:moveTo>
                  <a:cubicBezTo>
                    <a:pt x="12" y="0"/>
                    <a:pt x="10" y="0"/>
                    <a:pt x="8" y="1"/>
                  </a:cubicBezTo>
                  <a:cubicBezTo>
                    <a:pt x="2" y="5"/>
                    <a:pt x="0" y="12"/>
                    <a:pt x="3" y="17"/>
                  </a:cubicBezTo>
                  <a:cubicBezTo>
                    <a:pt x="6" y="21"/>
                    <a:pt x="10" y="23"/>
                    <a:pt x="14" y="23"/>
                  </a:cubicBezTo>
                  <a:cubicBezTo>
                    <a:pt x="16" y="23"/>
                    <a:pt x="18" y="23"/>
                    <a:pt x="19" y="22"/>
                  </a:cubicBezTo>
                  <a:cubicBezTo>
                    <a:pt x="25" y="18"/>
                    <a:pt x="27" y="11"/>
                    <a:pt x="24" y="6"/>
                  </a:cubicBezTo>
                  <a:cubicBezTo>
                    <a:pt x="22" y="2"/>
                    <a:pt x="18" y="0"/>
                    <a:pt x="14" y="0"/>
                  </a:cubicBezTo>
                </a:path>
              </a:pathLst>
            </a:custGeom>
            <a:solidFill>
              <a:srgbClr val="629CB6"/>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2" name="Freeform 84">
              <a:extLst>
                <a:ext uri="{FF2B5EF4-FFF2-40B4-BE49-F238E27FC236}">
                  <a16:creationId xmlns:a16="http://schemas.microsoft.com/office/drawing/2014/main" id="{939CD653-6F1F-4C21-B0AD-212B0C319E79}"/>
                </a:ext>
              </a:extLst>
            </p:cNvPr>
            <p:cNvSpPr>
              <a:spLocks/>
            </p:cNvSpPr>
            <p:nvPr userDrawn="1"/>
          </p:nvSpPr>
          <p:spPr bwMode="auto">
            <a:xfrm>
              <a:off x="10406411" y="5405437"/>
              <a:ext cx="85725" cy="80962"/>
            </a:xfrm>
            <a:custGeom>
              <a:avLst/>
              <a:gdLst>
                <a:gd name="T0" fmla="*/ 13 w 26"/>
                <a:gd name="T1" fmla="*/ 0 h 24"/>
                <a:gd name="T2" fmla="*/ 7 w 26"/>
                <a:gd name="T3" fmla="*/ 2 h 24"/>
                <a:gd name="T4" fmla="*/ 3 w 26"/>
                <a:gd name="T5" fmla="*/ 18 h 24"/>
                <a:gd name="T6" fmla="*/ 13 w 26"/>
                <a:gd name="T7" fmla="*/ 24 h 24"/>
                <a:gd name="T8" fmla="*/ 19 w 26"/>
                <a:gd name="T9" fmla="*/ 22 h 24"/>
                <a:gd name="T10" fmla="*/ 23 w 26"/>
                <a:gd name="T11" fmla="*/ 6 h 24"/>
                <a:gd name="T12" fmla="*/ 13 w 26"/>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6" h="24">
                  <a:moveTo>
                    <a:pt x="13" y="0"/>
                  </a:moveTo>
                  <a:cubicBezTo>
                    <a:pt x="11" y="0"/>
                    <a:pt x="9" y="1"/>
                    <a:pt x="7" y="2"/>
                  </a:cubicBezTo>
                  <a:cubicBezTo>
                    <a:pt x="1" y="5"/>
                    <a:pt x="0" y="12"/>
                    <a:pt x="3" y="18"/>
                  </a:cubicBezTo>
                  <a:cubicBezTo>
                    <a:pt x="5" y="22"/>
                    <a:pt x="9" y="24"/>
                    <a:pt x="13" y="24"/>
                  </a:cubicBezTo>
                  <a:cubicBezTo>
                    <a:pt x="15" y="24"/>
                    <a:pt x="17" y="23"/>
                    <a:pt x="19" y="22"/>
                  </a:cubicBezTo>
                  <a:cubicBezTo>
                    <a:pt x="24" y="19"/>
                    <a:pt x="26" y="12"/>
                    <a:pt x="23" y="6"/>
                  </a:cubicBezTo>
                  <a:cubicBezTo>
                    <a:pt x="21" y="2"/>
                    <a:pt x="17" y="0"/>
                    <a:pt x="13" y="0"/>
                  </a:cubicBezTo>
                </a:path>
              </a:pathLst>
            </a:custGeom>
            <a:solidFill>
              <a:srgbClr val="6E8EAF"/>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3" name="Freeform 85">
              <a:extLst>
                <a:ext uri="{FF2B5EF4-FFF2-40B4-BE49-F238E27FC236}">
                  <a16:creationId xmlns:a16="http://schemas.microsoft.com/office/drawing/2014/main" id="{F3EE7AF8-F12B-4F2A-ADA4-D056575153A4}"/>
                </a:ext>
              </a:extLst>
            </p:cNvPr>
            <p:cNvSpPr>
              <a:spLocks/>
            </p:cNvSpPr>
            <p:nvPr userDrawn="1"/>
          </p:nvSpPr>
          <p:spPr bwMode="auto">
            <a:xfrm>
              <a:off x="10498486" y="5353050"/>
              <a:ext cx="88900" cy="76200"/>
            </a:xfrm>
            <a:custGeom>
              <a:avLst/>
              <a:gdLst>
                <a:gd name="T0" fmla="*/ 13 w 27"/>
                <a:gd name="T1" fmla="*/ 0 h 23"/>
                <a:gd name="T2" fmla="*/ 7 w 27"/>
                <a:gd name="T3" fmla="*/ 2 h 23"/>
                <a:gd name="T4" fmla="*/ 3 w 27"/>
                <a:gd name="T5" fmla="*/ 18 h 23"/>
                <a:gd name="T6" fmla="*/ 13 w 27"/>
                <a:gd name="T7" fmla="*/ 23 h 23"/>
                <a:gd name="T8" fmla="*/ 19 w 27"/>
                <a:gd name="T9" fmla="*/ 22 h 23"/>
                <a:gd name="T10" fmla="*/ 24 w 27"/>
                <a:gd name="T11" fmla="*/ 6 h 23"/>
                <a:gd name="T12" fmla="*/ 13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3" y="0"/>
                  </a:moveTo>
                  <a:cubicBezTo>
                    <a:pt x="11" y="0"/>
                    <a:pt x="9" y="0"/>
                    <a:pt x="7" y="2"/>
                  </a:cubicBezTo>
                  <a:cubicBezTo>
                    <a:pt x="2" y="5"/>
                    <a:pt x="0" y="12"/>
                    <a:pt x="3" y="18"/>
                  </a:cubicBezTo>
                  <a:cubicBezTo>
                    <a:pt x="5" y="21"/>
                    <a:pt x="9" y="23"/>
                    <a:pt x="13" y="23"/>
                  </a:cubicBezTo>
                  <a:cubicBezTo>
                    <a:pt x="15" y="23"/>
                    <a:pt x="17" y="23"/>
                    <a:pt x="19" y="22"/>
                  </a:cubicBezTo>
                  <a:cubicBezTo>
                    <a:pt x="25" y="19"/>
                    <a:pt x="27" y="11"/>
                    <a:pt x="24" y="6"/>
                  </a:cubicBezTo>
                  <a:cubicBezTo>
                    <a:pt x="21" y="2"/>
                    <a:pt x="17" y="0"/>
                    <a:pt x="13" y="0"/>
                  </a:cubicBezTo>
                </a:path>
              </a:pathLst>
            </a:custGeom>
            <a:solidFill>
              <a:srgbClr val="7C87AC"/>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4" name="Freeform 86">
              <a:extLst>
                <a:ext uri="{FF2B5EF4-FFF2-40B4-BE49-F238E27FC236}">
                  <a16:creationId xmlns:a16="http://schemas.microsoft.com/office/drawing/2014/main" id="{40F9DFFF-4CD4-43CD-AB17-5E0589E6083E}"/>
                </a:ext>
              </a:extLst>
            </p:cNvPr>
            <p:cNvSpPr>
              <a:spLocks/>
            </p:cNvSpPr>
            <p:nvPr userDrawn="1"/>
          </p:nvSpPr>
          <p:spPr bwMode="auto">
            <a:xfrm>
              <a:off x="10590561" y="5299075"/>
              <a:ext cx="88900" cy="76200"/>
            </a:xfrm>
            <a:custGeom>
              <a:avLst/>
              <a:gdLst>
                <a:gd name="T0" fmla="*/ 14 w 27"/>
                <a:gd name="T1" fmla="*/ 0 h 23"/>
                <a:gd name="T2" fmla="*/ 8 w 27"/>
                <a:gd name="T3" fmla="*/ 1 h 23"/>
                <a:gd name="T4" fmla="*/ 4 w 27"/>
                <a:gd name="T5" fmla="*/ 17 h 23"/>
                <a:gd name="T6" fmla="*/ 14 w 27"/>
                <a:gd name="T7" fmla="*/ 23 h 23"/>
                <a:gd name="T8" fmla="*/ 20 w 27"/>
                <a:gd name="T9" fmla="*/ 22 h 23"/>
                <a:gd name="T10" fmla="*/ 24 w 27"/>
                <a:gd name="T11" fmla="*/ 5 h 23"/>
                <a:gd name="T12" fmla="*/ 14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4" y="0"/>
                  </a:moveTo>
                  <a:cubicBezTo>
                    <a:pt x="12" y="0"/>
                    <a:pt x="10" y="0"/>
                    <a:pt x="8" y="1"/>
                  </a:cubicBezTo>
                  <a:cubicBezTo>
                    <a:pt x="2" y="4"/>
                    <a:pt x="0" y="12"/>
                    <a:pt x="4" y="17"/>
                  </a:cubicBezTo>
                  <a:cubicBezTo>
                    <a:pt x="6" y="21"/>
                    <a:pt x="10" y="23"/>
                    <a:pt x="14" y="23"/>
                  </a:cubicBezTo>
                  <a:cubicBezTo>
                    <a:pt x="16" y="23"/>
                    <a:pt x="18" y="23"/>
                    <a:pt x="20" y="22"/>
                  </a:cubicBezTo>
                  <a:cubicBezTo>
                    <a:pt x="25" y="18"/>
                    <a:pt x="27" y="11"/>
                    <a:pt x="24" y="5"/>
                  </a:cubicBezTo>
                  <a:cubicBezTo>
                    <a:pt x="22" y="2"/>
                    <a:pt x="18" y="0"/>
                    <a:pt x="14" y="0"/>
                  </a:cubicBezTo>
                </a:path>
              </a:pathLst>
            </a:custGeom>
            <a:solidFill>
              <a:srgbClr val="8B86AD"/>
            </a:solidFill>
            <a:ln>
              <a:noFill/>
            </a:ln>
          </p:spPr>
          <p:txBody>
            <a:bodyPr vert="horz" wrap="square" lIns="91440" tIns="45720" rIns="91440" bIns="45720" numCol="1" anchor="t" anchorCtr="0" compatLnSpc="1">
              <a:prstTxWarp prst="textNoShape">
                <a:avLst/>
              </a:prstTxWarp>
            </a:bodyPr>
            <a:lstStyle/>
            <a:p>
              <a:endParaRPr lang="zh-CN" altLang="en-US"/>
            </a:p>
          </p:txBody>
        </p:sp>
        <p:cxnSp>
          <p:nvCxnSpPr>
            <p:cNvPr id="45" name="直接连接符 44">
              <a:extLst>
                <a:ext uri="{FF2B5EF4-FFF2-40B4-BE49-F238E27FC236}">
                  <a16:creationId xmlns:a16="http://schemas.microsoft.com/office/drawing/2014/main" id="{0A3D1317-FBA6-4CE2-896A-4E1EEC200D93}"/>
                </a:ext>
              </a:extLst>
            </p:cNvPr>
            <p:cNvCxnSpPr>
              <a:cxnSpLocks/>
            </p:cNvCxnSpPr>
            <p:nvPr userDrawn="1"/>
          </p:nvCxnSpPr>
          <p:spPr>
            <a:xfrm>
              <a:off x="5641802" y="5287830"/>
              <a:ext cx="827436" cy="501914"/>
            </a:xfrm>
            <a:prstGeom prst="line">
              <a:avLst/>
            </a:prstGeom>
            <a:ln w="25400" cap="rnd">
              <a:gradFill>
                <a:gsLst>
                  <a:gs pos="0">
                    <a:srgbClr val="180D5B"/>
                  </a:gs>
                  <a:gs pos="53000">
                    <a:srgbClr val="255184"/>
                  </a:gs>
                  <a:gs pos="100000">
                    <a:srgbClr val="42E8E0"/>
                  </a:gs>
                </a:gsLst>
                <a:lin ang="5400000" scaled="1"/>
              </a:gradFill>
              <a:round/>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90039AA1-8B60-43A6-A6DB-294AF4C0BECD}"/>
                </a:ext>
              </a:extLst>
            </p:cNvPr>
            <p:cNvCxnSpPr>
              <a:cxnSpLocks/>
            </p:cNvCxnSpPr>
            <p:nvPr userDrawn="1"/>
          </p:nvCxnSpPr>
          <p:spPr>
            <a:xfrm flipV="1">
              <a:off x="7352276" y="5405437"/>
              <a:ext cx="618290" cy="398594"/>
            </a:xfrm>
            <a:prstGeom prst="line">
              <a:avLst/>
            </a:prstGeom>
            <a:ln w="25400" cap="rnd">
              <a:gradFill>
                <a:gsLst>
                  <a:gs pos="0">
                    <a:srgbClr val="180D5B"/>
                  </a:gs>
                  <a:gs pos="53000">
                    <a:srgbClr val="255184"/>
                  </a:gs>
                  <a:gs pos="100000">
                    <a:srgbClr val="42E8E0"/>
                  </a:gs>
                </a:gsLst>
                <a:lin ang="5400000" scaled="1"/>
              </a:gradFill>
              <a:round/>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8C686BC3-7823-4311-971E-CED47FEC2331}"/>
                </a:ext>
              </a:extLst>
            </p:cNvPr>
            <p:cNvCxnSpPr>
              <a:cxnSpLocks/>
            </p:cNvCxnSpPr>
            <p:nvPr userDrawn="1"/>
          </p:nvCxnSpPr>
          <p:spPr>
            <a:xfrm flipV="1">
              <a:off x="7731243" y="5471253"/>
              <a:ext cx="328843" cy="211996"/>
            </a:xfrm>
            <a:prstGeom prst="line">
              <a:avLst/>
            </a:prstGeom>
            <a:ln w="25400" cap="rnd">
              <a:gradFill>
                <a:gsLst>
                  <a:gs pos="0">
                    <a:srgbClr val="180D5B"/>
                  </a:gs>
                  <a:gs pos="53000">
                    <a:srgbClr val="255184"/>
                  </a:gs>
                  <a:gs pos="100000">
                    <a:srgbClr val="42E8E0"/>
                  </a:gs>
                </a:gsLst>
                <a:lin ang="5400000" scaled="1"/>
              </a:gradFill>
              <a:round/>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83AA01B2-BBA9-482C-AF61-FE5CC7143586}"/>
                </a:ext>
              </a:extLst>
            </p:cNvPr>
            <p:cNvCxnSpPr>
              <a:cxnSpLocks/>
            </p:cNvCxnSpPr>
            <p:nvPr userDrawn="1"/>
          </p:nvCxnSpPr>
          <p:spPr>
            <a:xfrm flipH="1" flipV="1">
              <a:off x="10065044" y="5664134"/>
              <a:ext cx="618290" cy="398594"/>
            </a:xfrm>
            <a:prstGeom prst="line">
              <a:avLst/>
            </a:prstGeom>
            <a:ln w="25400" cap="rnd">
              <a:gradFill>
                <a:gsLst>
                  <a:gs pos="0">
                    <a:srgbClr val="180D5B"/>
                  </a:gs>
                  <a:gs pos="53000">
                    <a:srgbClr val="255184"/>
                  </a:gs>
                  <a:gs pos="100000">
                    <a:srgbClr val="42E8E0"/>
                  </a:gs>
                </a:gsLst>
                <a:lin ang="5400000" scaled="1"/>
              </a:gradFill>
              <a:round/>
            </a:ln>
          </p:spPr>
          <p:style>
            <a:lnRef idx="1">
              <a:schemeClr val="accent1"/>
            </a:lnRef>
            <a:fillRef idx="0">
              <a:schemeClr val="accent1"/>
            </a:fillRef>
            <a:effectRef idx="0">
              <a:schemeClr val="accent1"/>
            </a:effectRef>
            <a:fontRef idx="minor">
              <a:schemeClr val="tx1"/>
            </a:fontRef>
          </p:style>
        </p:cxnSp>
        <p:sp>
          <p:nvSpPr>
            <p:cNvPr id="49" name="椭圆 48">
              <a:extLst>
                <a:ext uri="{FF2B5EF4-FFF2-40B4-BE49-F238E27FC236}">
                  <a16:creationId xmlns:a16="http://schemas.microsoft.com/office/drawing/2014/main" id="{61B26D1D-08BE-425A-97B5-DD08D3807562}"/>
                </a:ext>
              </a:extLst>
            </p:cNvPr>
            <p:cNvSpPr/>
            <p:nvPr userDrawn="1"/>
          </p:nvSpPr>
          <p:spPr>
            <a:xfrm>
              <a:off x="10861128" y="4188135"/>
              <a:ext cx="361456" cy="203605"/>
            </a:xfrm>
            <a:prstGeom prst="ellipse">
              <a:avLst/>
            </a:prstGeom>
            <a:gradFill flip="none" rotWithShape="1">
              <a:gsLst>
                <a:gs pos="100000">
                  <a:srgbClr val="1D296C"/>
                </a:gs>
                <a:gs pos="52000">
                  <a:srgbClr val="2B6C95"/>
                </a:gs>
                <a:gs pos="68000">
                  <a:srgbClr val="265989"/>
                </a:gs>
                <a:gs pos="17000">
                  <a:srgbClr val="36A6B8"/>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0" name="直接连接符 49">
              <a:extLst>
                <a:ext uri="{FF2B5EF4-FFF2-40B4-BE49-F238E27FC236}">
                  <a16:creationId xmlns:a16="http://schemas.microsoft.com/office/drawing/2014/main" id="{634BC058-D62E-4510-8D65-416300B44AC9}"/>
                </a:ext>
              </a:extLst>
            </p:cNvPr>
            <p:cNvCxnSpPr>
              <a:cxnSpLocks/>
            </p:cNvCxnSpPr>
            <p:nvPr userDrawn="1"/>
          </p:nvCxnSpPr>
          <p:spPr>
            <a:xfrm flipV="1">
              <a:off x="10552112" y="4285080"/>
              <a:ext cx="483328" cy="289130"/>
            </a:xfrm>
            <a:prstGeom prst="line">
              <a:avLst/>
            </a:prstGeom>
            <a:ln w="25400" cap="rnd">
              <a:gradFill>
                <a:gsLst>
                  <a:gs pos="0">
                    <a:srgbClr val="180D5B"/>
                  </a:gs>
                  <a:gs pos="53000">
                    <a:srgbClr val="255184"/>
                  </a:gs>
                  <a:gs pos="100000">
                    <a:srgbClr val="42E8E0"/>
                  </a:gs>
                </a:gsLst>
                <a:lin ang="5400000" scaled="1"/>
              </a:gradFill>
              <a:round/>
            </a:ln>
          </p:spPr>
          <p:style>
            <a:lnRef idx="1">
              <a:schemeClr val="accent1"/>
            </a:lnRef>
            <a:fillRef idx="0">
              <a:schemeClr val="accent1"/>
            </a:fillRef>
            <a:effectRef idx="0">
              <a:schemeClr val="accent1"/>
            </a:effectRef>
            <a:fontRef idx="minor">
              <a:schemeClr val="tx1"/>
            </a:fontRef>
          </p:style>
        </p:cxnSp>
        <p:sp>
          <p:nvSpPr>
            <p:cNvPr id="51" name="椭圆 50">
              <a:extLst>
                <a:ext uri="{FF2B5EF4-FFF2-40B4-BE49-F238E27FC236}">
                  <a16:creationId xmlns:a16="http://schemas.microsoft.com/office/drawing/2014/main" id="{03276EA7-5327-40E5-8F85-64AF830B6CA1}"/>
                </a:ext>
              </a:extLst>
            </p:cNvPr>
            <p:cNvSpPr/>
            <p:nvPr userDrawn="1"/>
          </p:nvSpPr>
          <p:spPr>
            <a:xfrm>
              <a:off x="9754989" y="3713379"/>
              <a:ext cx="361456" cy="203605"/>
            </a:xfrm>
            <a:prstGeom prst="ellipse">
              <a:avLst/>
            </a:prstGeom>
            <a:gradFill flip="none" rotWithShape="1">
              <a:gsLst>
                <a:gs pos="100000">
                  <a:srgbClr val="1D296C"/>
                </a:gs>
                <a:gs pos="52000">
                  <a:srgbClr val="2B6C95"/>
                </a:gs>
                <a:gs pos="68000">
                  <a:srgbClr val="265989"/>
                </a:gs>
                <a:gs pos="17000">
                  <a:srgbClr val="36A6B8"/>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2" name="直接连接符 51">
              <a:extLst>
                <a:ext uri="{FF2B5EF4-FFF2-40B4-BE49-F238E27FC236}">
                  <a16:creationId xmlns:a16="http://schemas.microsoft.com/office/drawing/2014/main" id="{C9789196-78EC-4E5A-A04D-62DD88105C0B}"/>
                </a:ext>
              </a:extLst>
            </p:cNvPr>
            <p:cNvCxnSpPr>
              <a:cxnSpLocks/>
            </p:cNvCxnSpPr>
            <p:nvPr userDrawn="1"/>
          </p:nvCxnSpPr>
          <p:spPr>
            <a:xfrm flipV="1">
              <a:off x="9445973" y="3810324"/>
              <a:ext cx="483328" cy="289130"/>
            </a:xfrm>
            <a:prstGeom prst="line">
              <a:avLst/>
            </a:prstGeom>
            <a:ln w="25400" cap="rnd">
              <a:gradFill>
                <a:gsLst>
                  <a:gs pos="0">
                    <a:srgbClr val="180D5B"/>
                  </a:gs>
                  <a:gs pos="53000">
                    <a:srgbClr val="255184"/>
                  </a:gs>
                  <a:gs pos="100000">
                    <a:srgbClr val="42E8E0"/>
                  </a:gs>
                </a:gsLst>
                <a:lin ang="5400000" scaled="1"/>
              </a:gradFill>
              <a:round/>
            </a:ln>
          </p:spPr>
          <p:style>
            <a:lnRef idx="1">
              <a:schemeClr val="accent1"/>
            </a:lnRef>
            <a:fillRef idx="0">
              <a:schemeClr val="accent1"/>
            </a:fillRef>
            <a:effectRef idx="0">
              <a:schemeClr val="accent1"/>
            </a:effectRef>
            <a:fontRef idx="minor">
              <a:schemeClr val="tx1"/>
            </a:fontRef>
          </p:style>
        </p:cxnSp>
        <p:sp>
          <p:nvSpPr>
            <p:cNvPr id="53" name="椭圆 52">
              <a:extLst>
                <a:ext uri="{FF2B5EF4-FFF2-40B4-BE49-F238E27FC236}">
                  <a16:creationId xmlns:a16="http://schemas.microsoft.com/office/drawing/2014/main" id="{E4B2A535-B781-4AF0-ADDC-76897951D9BB}"/>
                </a:ext>
              </a:extLst>
            </p:cNvPr>
            <p:cNvSpPr/>
            <p:nvPr userDrawn="1"/>
          </p:nvSpPr>
          <p:spPr>
            <a:xfrm>
              <a:off x="10020604" y="4130676"/>
              <a:ext cx="358974" cy="202206"/>
            </a:xfrm>
            <a:prstGeom prst="ellipse">
              <a:avLst/>
            </a:prstGeom>
            <a:gradFill flip="none" rotWithShape="1">
              <a:gsLst>
                <a:gs pos="100000">
                  <a:srgbClr val="1D296C">
                    <a:alpha val="20000"/>
                  </a:srgbClr>
                </a:gs>
                <a:gs pos="59000">
                  <a:srgbClr val="2B6C95">
                    <a:alpha val="50000"/>
                  </a:srgbClr>
                </a:gs>
                <a:gs pos="30000">
                  <a:srgbClr val="36A6B8">
                    <a:alpha val="5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4" name="直接连接符 53">
              <a:extLst>
                <a:ext uri="{FF2B5EF4-FFF2-40B4-BE49-F238E27FC236}">
                  <a16:creationId xmlns:a16="http://schemas.microsoft.com/office/drawing/2014/main" id="{28CECE6A-AC08-4EF9-B3FE-1D230C534BB0}"/>
                </a:ext>
              </a:extLst>
            </p:cNvPr>
            <p:cNvCxnSpPr>
              <a:cxnSpLocks/>
            </p:cNvCxnSpPr>
            <p:nvPr userDrawn="1"/>
          </p:nvCxnSpPr>
          <p:spPr>
            <a:xfrm flipV="1">
              <a:off x="9906261" y="4226956"/>
              <a:ext cx="287454" cy="171956"/>
            </a:xfrm>
            <a:prstGeom prst="line">
              <a:avLst/>
            </a:prstGeom>
            <a:ln w="25400" cap="rnd">
              <a:gradFill>
                <a:gsLst>
                  <a:gs pos="0">
                    <a:srgbClr val="180D5B">
                      <a:alpha val="20000"/>
                    </a:srgbClr>
                  </a:gs>
                  <a:gs pos="53000">
                    <a:srgbClr val="255184">
                      <a:alpha val="20000"/>
                    </a:srgbClr>
                  </a:gs>
                  <a:gs pos="100000">
                    <a:srgbClr val="42E8E0">
                      <a:alpha val="20000"/>
                    </a:srgbClr>
                  </a:gs>
                </a:gsLst>
                <a:lin ang="5400000" scaled="1"/>
              </a:gradFill>
              <a:round/>
            </a:ln>
          </p:spPr>
          <p:style>
            <a:lnRef idx="1">
              <a:schemeClr val="accent1"/>
            </a:lnRef>
            <a:fillRef idx="0">
              <a:schemeClr val="accent1"/>
            </a:fillRef>
            <a:effectRef idx="0">
              <a:schemeClr val="accent1"/>
            </a:effectRef>
            <a:fontRef idx="minor">
              <a:schemeClr val="tx1"/>
            </a:fontRef>
          </p:style>
        </p:cxnSp>
        <p:sp>
          <p:nvSpPr>
            <p:cNvPr id="55" name="椭圆 54">
              <a:extLst>
                <a:ext uri="{FF2B5EF4-FFF2-40B4-BE49-F238E27FC236}">
                  <a16:creationId xmlns:a16="http://schemas.microsoft.com/office/drawing/2014/main" id="{737CB0B0-345F-4485-8D6F-9F7A19E99ABD}"/>
                </a:ext>
              </a:extLst>
            </p:cNvPr>
            <p:cNvSpPr/>
            <p:nvPr userDrawn="1"/>
          </p:nvSpPr>
          <p:spPr>
            <a:xfrm>
              <a:off x="7626655" y="4176741"/>
              <a:ext cx="358974" cy="202206"/>
            </a:xfrm>
            <a:prstGeom prst="ellipse">
              <a:avLst/>
            </a:prstGeom>
            <a:gradFill flip="none" rotWithShape="1">
              <a:gsLst>
                <a:gs pos="100000">
                  <a:srgbClr val="1D296C">
                    <a:alpha val="20000"/>
                  </a:srgbClr>
                </a:gs>
                <a:gs pos="59000">
                  <a:srgbClr val="2B6C95">
                    <a:alpha val="50000"/>
                  </a:srgbClr>
                </a:gs>
                <a:gs pos="30000">
                  <a:srgbClr val="36A6B8">
                    <a:alpha val="5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6" name="直接连接符 55">
              <a:extLst>
                <a:ext uri="{FF2B5EF4-FFF2-40B4-BE49-F238E27FC236}">
                  <a16:creationId xmlns:a16="http://schemas.microsoft.com/office/drawing/2014/main" id="{E066FF86-60CC-413B-A38C-5877DF3423BC}"/>
                </a:ext>
              </a:extLst>
            </p:cNvPr>
            <p:cNvCxnSpPr>
              <a:cxnSpLocks/>
            </p:cNvCxnSpPr>
            <p:nvPr userDrawn="1"/>
          </p:nvCxnSpPr>
          <p:spPr>
            <a:xfrm flipV="1">
              <a:off x="7512312" y="4273021"/>
              <a:ext cx="287454" cy="171956"/>
            </a:xfrm>
            <a:prstGeom prst="line">
              <a:avLst/>
            </a:prstGeom>
            <a:ln w="25400" cap="rnd">
              <a:gradFill>
                <a:gsLst>
                  <a:gs pos="0">
                    <a:srgbClr val="180D5B">
                      <a:alpha val="20000"/>
                    </a:srgbClr>
                  </a:gs>
                  <a:gs pos="53000">
                    <a:srgbClr val="255184">
                      <a:alpha val="20000"/>
                    </a:srgbClr>
                  </a:gs>
                  <a:gs pos="100000">
                    <a:srgbClr val="42E8E0">
                      <a:alpha val="20000"/>
                    </a:srgbClr>
                  </a:gs>
                </a:gsLst>
                <a:lin ang="5400000" scaled="1"/>
              </a:gradFill>
              <a:round/>
            </a:ln>
          </p:spPr>
          <p:style>
            <a:lnRef idx="1">
              <a:schemeClr val="accent1"/>
            </a:lnRef>
            <a:fillRef idx="0">
              <a:schemeClr val="accent1"/>
            </a:fillRef>
            <a:effectRef idx="0">
              <a:schemeClr val="accent1"/>
            </a:effectRef>
            <a:fontRef idx="minor">
              <a:schemeClr val="tx1"/>
            </a:fontRef>
          </p:style>
        </p:cxnSp>
        <p:sp>
          <p:nvSpPr>
            <p:cNvPr id="57" name="椭圆 56">
              <a:extLst>
                <a:ext uri="{FF2B5EF4-FFF2-40B4-BE49-F238E27FC236}">
                  <a16:creationId xmlns:a16="http://schemas.microsoft.com/office/drawing/2014/main" id="{3418658E-3C78-4374-B2D3-E9F25A672F8D}"/>
                </a:ext>
              </a:extLst>
            </p:cNvPr>
            <p:cNvSpPr/>
            <p:nvPr userDrawn="1"/>
          </p:nvSpPr>
          <p:spPr>
            <a:xfrm>
              <a:off x="8387012" y="3360161"/>
              <a:ext cx="358974" cy="202206"/>
            </a:xfrm>
            <a:prstGeom prst="ellipse">
              <a:avLst/>
            </a:prstGeom>
            <a:gradFill flip="none" rotWithShape="1">
              <a:gsLst>
                <a:gs pos="100000">
                  <a:srgbClr val="1D296C">
                    <a:alpha val="20000"/>
                  </a:srgbClr>
                </a:gs>
                <a:gs pos="59000">
                  <a:srgbClr val="2B6C95">
                    <a:alpha val="50000"/>
                  </a:srgbClr>
                </a:gs>
                <a:gs pos="30000">
                  <a:srgbClr val="36A6B8">
                    <a:alpha val="5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8" name="直接连接符 57">
              <a:extLst>
                <a:ext uri="{FF2B5EF4-FFF2-40B4-BE49-F238E27FC236}">
                  <a16:creationId xmlns:a16="http://schemas.microsoft.com/office/drawing/2014/main" id="{F8A1BA54-6C50-42DD-9E37-F4BE9AAC50C3}"/>
                </a:ext>
              </a:extLst>
            </p:cNvPr>
            <p:cNvCxnSpPr>
              <a:cxnSpLocks/>
            </p:cNvCxnSpPr>
            <p:nvPr userDrawn="1"/>
          </p:nvCxnSpPr>
          <p:spPr>
            <a:xfrm flipV="1">
              <a:off x="8272669" y="3456441"/>
              <a:ext cx="287454" cy="171956"/>
            </a:xfrm>
            <a:prstGeom prst="line">
              <a:avLst/>
            </a:prstGeom>
            <a:ln w="25400" cap="rnd">
              <a:gradFill>
                <a:gsLst>
                  <a:gs pos="0">
                    <a:srgbClr val="180D5B">
                      <a:alpha val="20000"/>
                    </a:srgbClr>
                  </a:gs>
                  <a:gs pos="53000">
                    <a:srgbClr val="255184">
                      <a:alpha val="20000"/>
                    </a:srgbClr>
                  </a:gs>
                  <a:gs pos="100000">
                    <a:srgbClr val="42E8E0">
                      <a:alpha val="20000"/>
                    </a:srgbClr>
                  </a:gs>
                </a:gsLst>
                <a:lin ang="5400000" scaled="1"/>
              </a:gradFill>
              <a:round/>
            </a:ln>
          </p:spPr>
          <p:style>
            <a:lnRef idx="1">
              <a:schemeClr val="accent1"/>
            </a:lnRef>
            <a:fillRef idx="0">
              <a:schemeClr val="accent1"/>
            </a:fillRef>
            <a:effectRef idx="0">
              <a:schemeClr val="accent1"/>
            </a:effectRef>
            <a:fontRef idx="minor">
              <a:schemeClr val="tx1"/>
            </a:fontRef>
          </p:style>
        </p:cxnSp>
        <p:sp>
          <p:nvSpPr>
            <p:cNvPr id="59" name="椭圆 58">
              <a:extLst>
                <a:ext uri="{FF2B5EF4-FFF2-40B4-BE49-F238E27FC236}">
                  <a16:creationId xmlns:a16="http://schemas.microsoft.com/office/drawing/2014/main" id="{DC5D5A44-A1EF-4532-8AD3-E8823B57F81E}"/>
                </a:ext>
              </a:extLst>
            </p:cNvPr>
            <p:cNvSpPr/>
            <p:nvPr userDrawn="1"/>
          </p:nvSpPr>
          <p:spPr>
            <a:xfrm>
              <a:off x="8071311" y="3424099"/>
              <a:ext cx="361456" cy="203605"/>
            </a:xfrm>
            <a:prstGeom prst="ellipse">
              <a:avLst/>
            </a:prstGeom>
            <a:gradFill flip="none" rotWithShape="1">
              <a:gsLst>
                <a:gs pos="100000">
                  <a:srgbClr val="1D296C"/>
                </a:gs>
                <a:gs pos="52000">
                  <a:srgbClr val="2B6C95"/>
                </a:gs>
                <a:gs pos="68000">
                  <a:srgbClr val="265989"/>
                </a:gs>
                <a:gs pos="17000">
                  <a:srgbClr val="36A6B8"/>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0" name="直接连接符 59">
              <a:extLst>
                <a:ext uri="{FF2B5EF4-FFF2-40B4-BE49-F238E27FC236}">
                  <a16:creationId xmlns:a16="http://schemas.microsoft.com/office/drawing/2014/main" id="{055015E5-0B2E-46E6-A7AB-11C57440AE30}"/>
                </a:ext>
              </a:extLst>
            </p:cNvPr>
            <p:cNvCxnSpPr>
              <a:cxnSpLocks/>
            </p:cNvCxnSpPr>
            <p:nvPr userDrawn="1"/>
          </p:nvCxnSpPr>
          <p:spPr>
            <a:xfrm flipV="1">
              <a:off x="7762295" y="3521044"/>
              <a:ext cx="483328" cy="289130"/>
            </a:xfrm>
            <a:prstGeom prst="line">
              <a:avLst/>
            </a:prstGeom>
            <a:ln w="25400" cap="rnd">
              <a:gradFill>
                <a:gsLst>
                  <a:gs pos="0">
                    <a:srgbClr val="180D5B"/>
                  </a:gs>
                  <a:gs pos="53000">
                    <a:srgbClr val="255184"/>
                  </a:gs>
                  <a:gs pos="100000">
                    <a:srgbClr val="42E8E0"/>
                  </a:gs>
                </a:gsLst>
                <a:lin ang="5400000" scaled="1"/>
              </a:gradFill>
              <a:round/>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4C463780-6B50-492E-8198-C64C39D93999}"/>
                </a:ext>
              </a:extLst>
            </p:cNvPr>
            <p:cNvCxnSpPr>
              <a:cxnSpLocks/>
            </p:cNvCxnSpPr>
            <p:nvPr userDrawn="1"/>
          </p:nvCxnSpPr>
          <p:spPr>
            <a:xfrm flipH="1" flipV="1">
              <a:off x="8216506" y="2821117"/>
              <a:ext cx="5025" cy="2074259"/>
            </a:xfrm>
            <a:prstGeom prst="line">
              <a:avLst/>
            </a:prstGeom>
            <a:ln w="25400" cap="rnd">
              <a:gradFill>
                <a:gsLst>
                  <a:gs pos="0">
                    <a:srgbClr val="180D5B"/>
                  </a:gs>
                  <a:gs pos="53000">
                    <a:srgbClr val="255184"/>
                  </a:gs>
                  <a:gs pos="100000">
                    <a:srgbClr val="42E8E0"/>
                  </a:gs>
                </a:gsLst>
                <a:lin ang="16200000" scaled="0"/>
              </a:gradFill>
              <a:round/>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3EB51A2E-F9D5-43AA-8F4D-C0E2739FFE05}"/>
                </a:ext>
              </a:extLst>
            </p:cNvPr>
            <p:cNvCxnSpPr>
              <a:cxnSpLocks/>
            </p:cNvCxnSpPr>
            <p:nvPr userDrawn="1"/>
          </p:nvCxnSpPr>
          <p:spPr>
            <a:xfrm flipH="1" flipV="1">
              <a:off x="10208402" y="2813165"/>
              <a:ext cx="5025" cy="2074259"/>
            </a:xfrm>
            <a:prstGeom prst="line">
              <a:avLst/>
            </a:prstGeom>
            <a:ln w="25400" cap="rnd">
              <a:gradFill>
                <a:gsLst>
                  <a:gs pos="0">
                    <a:srgbClr val="180D5B"/>
                  </a:gs>
                  <a:gs pos="53000">
                    <a:srgbClr val="255184"/>
                  </a:gs>
                  <a:gs pos="100000">
                    <a:srgbClr val="42E8E0"/>
                  </a:gs>
                </a:gsLst>
                <a:lin ang="16200000" scaled="0"/>
              </a:gradFill>
              <a:round/>
            </a:ln>
          </p:spPr>
          <p:style>
            <a:lnRef idx="1">
              <a:schemeClr val="accent1"/>
            </a:lnRef>
            <a:fillRef idx="0">
              <a:schemeClr val="accent1"/>
            </a:fillRef>
            <a:effectRef idx="0">
              <a:schemeClr val="accent1"/>
            </a:effectRef>
            <a:fontRef idx="minor">
              <a:schemeClr val="tx1"/>
            </a:fontRef>
          </p:style>
        </p:cxnSp>
        <p:sp>
          <p:nvSpPr>
            <p:cNvPr id="63" name="Freeform 90">
              <a:extLst>
                <a:ext uri="{FF2B5EF4-FFF2-40B4-BE49-F238E27FC236}">
                  <a16:creationId xmlns:a16="http://schemas.microsoft.com/office/drawing/2014/main" id="{AF8EE743-B501-40A3-87A8-EE389C9346AF}"/>
                </a:ext>
              </a:extLst>
            </p:cNvPr>
            <p:cNvSpPr>
              <a:spLocks/>
            </p:cNvSpPr>
            <p:nvPr userDrawn="1"/>
          </p:nvSpPr>
          <p:spPr bwMode="auto">
            <a:xfrm>
              <a:off x="8148638" y="4267200"/>
              <a:ext cx="2168525" cy="1239838"/>
            </a:xfrm>
            <a:custGeom>
              <a:avLst/>
              <a:gdLst>
                <a:gd name="T0" fmla="*/ 270 w 538"/>
                <a:gd name="T1" fmla="*/ 0 h 307"/>
                <a:gd name="T2" fmla="*/ 249 w 538"/>
                <a:gd name="T3" fmla="*/ 6 h 307"/>
                <a:gd name="T4" fmla="*/ 13 w 538"/>
                <a:gd name="T5" fmla="*/ 142 h 307"/>
                <a:gd name="T6" fmla="*/ 10 w 538"/>
                <a:gd name="T7" fmla="*/ 164 h 307"/>
                <a:gd name="T8" fmla="*/ 251 w 538"/>
                <a:gd name="T9" fmla="*/ 303 h 307"/>
                <a:gd name="T10" fmla="*/ 268 w 538"/>
                <a:gd name="T11" fmla="*/ 307 h 307"/>
                <a:gd name="T12" fmla="*/ 290 w 538"/>
                <a:gd name="T13" fmla="*/ 302 h 307"/>
                <a:gd name="T14" fmla="*/ 525 w 538"/>
                <a:gd name="T15" fmla="*/ 166 h 307"/>
                <a:gd name="T16" fmla="*/ 528 w 538"/>
                <a:gd name="T17" fmla="*/ 144 h 307"/>
                <a:gd name="T18" fmla="*/ 287 w 538"/>
                <a:gd name="T19" fmla="*/ 4 h 307"/>
                <a:gd name="T20" fmla="*/ 270 w 538"/>
                <a:gd name="T21" fmla="*/ 0 h 3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38" h="307">
                  <a:moveTo>
                    <a:pt x="270" y="0"/>
                  </a:moveTo>
                  <a:cubicBezTo>
                    <a:pt x="263" y="0"/>
                    <a:pt x="255" y="2"/>
                    <a:pt x="249" y="6"/>
                  </a:cubicBezTo>
                  <a:cubicBezTo>
                    <a:pt x="13" y="142"/>
                    <a:pt x="13" y="142"/>
                    <a:pt x="13" y="142"/>
                  </a:cubicBezTo>
                  <a:cubicBezTo>
                    <a:pt x="2" y="149"/>
                    <a:pt x="0" y="158"/>
                    <a:pt x="10" y="164"/>
                  </a:cubicBezTo>
                  <a:cubicBezTo>
                    <a:pt x="251" y="303"/>
                    <a:pt x="251" y="303"/>
                    <a:pt x="251" y="303"/>
                  </a:cubicBezTo>
                  <a:cubicBezTo>
                    <a:pt x="256" y="306"/>
                    <a:pt x="262" y="307"/>
                    <a:pt x="268" y="307"/>
                  </a:cubicBezTo>
                  <a:cubicBezTo>
                    <a:pt x="275" y="307"/>
                    <a:pt x="283" y="305"/>
                    <a:pt x="290" y="302"/>
                  </a:cubicBezTo>
                  <a:cubicBezTo>
                    <a:pt x="525" y="166"/>
                    <a:pt x="525" y="166"/>
                    <a:pt x="525" y="166"/>
                  </a:cubicBezTo>
                  <a:cubicBezTo>
                    <a:pt x="537" y="159"/>
                    <a:pt x="538" y="149"/>
                    <a:pt x="528" y="144"/>
                  </a:cubicBezTo>
                  <a:cubicBezTo>
                    <a:pt x="287" y="4"/>
                    <a:pt x="287" y="4"/>
                    <a:pt x="287" y="4"/>
                  </a:cubicBezTo>
                  <a:cubicBezTo>
                    <a:pt x="282" y="2"/>
                    <a:pt x="276" y="0"/>
                    <a:pt x="270" y="0"/>
                  </a:cubicBezTo>
                </a:path>
              </a:pathLst>
            </a:custGeom>
            <a:solidFill>
              <a:srgbClr val="736EA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4" name="Freeform 91">
              <a:extLst>
                <a:ext uri="{FF2B5EF4-FFF2-40B4-BE49-F238E27FC236}">
                  <a16:creationId xmlns:a16="http://schemas.microsoft.com/office/drawing/2014/main" id="{434E1605-FC1A-45F6-A9B3-8B234DCB5A78}"/>
                </a:ext>
              </a:extLst>
            </p:cNvPr>
            <p:cNvSpPr>
              <a:spLocks/>
            </p:cNvSpPr>
            <p:nvPr userDrawn="1"/>
          </p:nvSpPr>
          <p:spPr bwMode="auto">
            <a:xfrm>
              <a:off x="8148638" y="4264025"/>
              <a:ext cx="2168525" cy="714375"/>
            </a:xfrm>
            <a:custGeom>
              <a:avLst/>
              <a:gdLst>
                <a:gd name="T0" fmla="*/ 10 w 538"/>
                <a:gd name="T1" fmla="*/ 165 h 177"/>
                <a:gd name="T2" fmla="*/ 31 w 538"/>
                <a:gd name="T3" fmla="*/ 177 h 177"/>
                <a:gd name="T4" fmla="*/ 249 w 538"/>
                <a:gd name="T5" fmla="*/ 52 h 177"/>
                <a:gd name="T6" fmla="*/ 287 w 538"/>
                <a:gd name="T7" fmla="*/ 50 h 177"/>
                <a:gd name="T8" fmla="*/ 507 w 538"/>
                <a:gd name="T9" fmla="*/ 177 h 177"/>
                <a:gd name="T10" fmla="*/ 525 w 538"/>
                <a:gd name="T11" fmla="*/ 167 h 177"/>
                <a:gd name="T12" fmla="*/ 528 w 538"/>
                <a:gd name="T13" fmla="*/ 145 h 177"/>
                <a:gd name="T14" fmla="*/ 287 w 538"/>
                <a:gd name="T15" fmla="*/ 5 h 177"/>
                <a:gd name="T16" fmla="*/ 249 w 538"/>
                <a:gd name="T17" fmla="*/ 7 h 177"/>
                <a:gd name="T18" fmla="*/ 13 w 538"/>
                <a:gd name="T19" fmla="*/ 143 h 177"/>
                <a:gd name="T20" fmla="*/ 10 w 538"/>
                <a:gd name="T21" fmla="*/ 165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38" h="177">
                  <a:moveTo>
                    <a:pt x="10" y="165"/>
                  </a:moveTo>
                  <a:cubicBezTo>
                    <a:pt x="31" y="177"/>
                    <a:pt x="31" y="177"/>
                    <a:pt x="31" y="177"/>
                  </a:cubicBezTo>
                  <a:cubicBezTo>
                    <a:pt x="249" y="52"/>
                    <a:pt x="249" y="52"/>
                    <a:pt x="249" y="52"/>
                  </a:cubicBezTo>
                  <a:cubicBezTo>
                    <a:pt x="260" y="45"/>
                    <a:pt x="277" y="45"/>
                    <a:pt x="287" y="50"/>
                  </a:cubicBezTo>
                  <a:cubicBezTo>
                    <a:pt x="507" y="177"/>
                    <a:pt x="507" y="177"/>
                    <a:pt x="507" y="177"/>
                  </a:cubicBezTo>
                  <a:cubicBezTo>
                    <a:pt x="525" y="167"/>
                    <a:pt x="525" y="167"/>
                    <a:pt x="525" y="167"/>
                  </a:cubicBezTo>
                  <a:cubicBezTo>
                    <a:pt x="537" y="160"/>
                    <a:pt x="538" y="150"/>
                    <a:pt x="528" y="145"/>
                  </a:cubicBezTo>
                  <a:cubicBezTo>
                    <a:pt x="287" y="5"/>
                    <a:pt x="287" y="5"/>
                    <a:pt x="287" y="5"/>
                  </a:cubicBezTo>
                  <a:cubicBezTo>
                    <a:pt x="277" y="0"/>
                    <a:pt x="260" y="0"/>
                    <a:pt x="249" y="7"/>
                  </a:cubicBezTo>
                  <a:cubicBezTo>
                    <a:pt x="13" y="143"/>
                    <a:pt x="13" y="143"/>
                    <a:pt x="13" y="143"/>
                  </a:cubicBezTo>
                  <a:cubicBezTo>
                    <a:pt x="2" y="150"/>
                    <a:pt x="0" y="159"/>
                    <a:pt x="10" y="165"/>
                  </a:cubicBezTo>
                  <a:close/>
                </a:path>
              </a:pathLst>
            </a:custGeom>
            <a:solidFill>
              <a:srgbClr val="42E8E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5" name="Freeform 90">
              <a:extLst>
                <a:ext uri="{FF2B5EF4-FFF2-40B4-BE49-F238E27FC236}">
                  <a16:creationId xmlns:a16="http://schemas.microsoft.com/office/drawing/2014/main" id="{8CC5DB59-0C2F-44B5-9B7F-1F2AD177C773}"/>
                </a:ext>
              </a:extLst>
            </p:cNvPr>
            <p:cNvSpPr>
              <a:spLocks/>
            </p:cNvSpPr>
            <p:nvPr userDrawn="1"/>
          </p:nvSpPr>
          <p:spPr bwMode="auto">
            <a:xfrm>
              <a:off x="8142017" y="4267200"/>
              <a:ext cx="2168525" cy="1239838"/>
            </a:xfrm>
            <a:custGeom>
              <a:avLst/>
              <a:gdLst>
                <a:gd name="T0" fmla="*/ 270 w 538"/>
                <a:gd name="T1" fmla="*/ 0 h 307"/>
                <a:gd name="T2" fmla="*/ 249 w 538"/>
                <a:gd name="T3" fmla="*/ 6 h 307"/>
                <a:gd name="T4" fmla="*/ 13 w 538"/>
                <a:gd name="T5" fmla="*/ 142 h 307"/>
                <a:gd name="T6" fmla="*/ 10 w 538"/>
                <a:gd name="T7" fmla="*/ 164 h 307"/>
                <a:gd name="T8" fmla="*/ 251 w 538"/>
                <a:gd name="T9" fmla="*/ 303 h 307"/>
                <a:gd name="T10" fmla="*/ 268 w 538"/>
                <a:gd name="T11" fmla="*/ 307 h 307"/>
                <a:gd name="T12" fmla="*/ 290 w 538"/>
                <a:gd name="T13" fmla="*/ 302 h 307"/>
                <a:gd name="T14" fmla="*/ 525 w 538"/>
                <a:gd name="T15" fmla="*/ 166 h 307"/>
                <a:gd name="T16" fmla="*/ 528 w 538"/>
                <a:gd name="T17" fmla="*/ 144 h 307"/>
                <a:gd name="T18" fmla="*/ 287 w 538"/>
                <a:gd name="T19" fmla="*/ 4 h 307"/>
                <a:gd name="T20" fmla="*/ 270 w 538"/>
                <a:gd name="T21" fmla="*/ 0 h 3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38" h="307">
                  <a:moveTo>
                    <a:pt x="270" y="0"/>
                  </a:moveTo>
                  <a:cubicBezTo>
                    <a:pt x="263" y="0"/>
                    <a:pt x="255" y="2"/>
                    <a:pt x="249" y="6"/>
                  </a:cubicBezTo>
                  <a:cubicBezTo>
                    <a:pt x="13" y="142"/>
                    <a:pt x="13" y="142"/>
                    <a:pt x="13" y="142"/>
                  </a:cubicBezTo>
                  <a:cubicBezTo>
                    <a:pt x="2" y="149"/>
                    <a:pt x="0" y="158"/>
                    <a:pt x="10" y="164"/>
                  </a:cubicBezTo>
                  <a:cubicBezTo>
                    <a:pt x="251" y="303"/>
                    <a:pt x="251" y="303"/>
                    <a:pt x="251" y="303"/>
                  </a:cubicBezTo>
                  <a:cubicBezTo>
                    <a:pt x="256" y="306"/>
                    <a:pt x="262" y="307"/>
                    <a:pt x="268" y="307"/>
                  </a:cubicBezTo>
                  <a:cubicBezTo>
                    <a:pt x="275" y="307"/>
                    <a:pt x="283" y="305"/>
                    <a:pt x="290" y="302"/>
                  </a:cubicBezTo>
                  <a:cubicBezTo>
                    <a:pt x="525" y="166"/>
                    <a:pt x="525" y="166"/>
                    <a:pt x="525" y="166"/>
                  </a:cubicBezTo>
                  <a:cubicBezTo>
                    <a:pt x="537" y="159"/>
                    <a:pt x="538" y="149"/>
                    <a:pt x="528" y="144"/>
                  </a:cubicBezTo>
                  <a:cubicBezTo>
                    <a:pt x="287" y="4"/>
                    <a:pt x="287" y="4"/>
                    <a:pt x="287" y="4"/>
                  </a:cubicBezTo>
                  <a:cubicBezTo>
                    <a:pt x="282" y="2"/>
                    <a:pt x="276" y="0"/>
                    <a:pt x="270" y="0"/>
                  </a:cubicBezTo>
                </a:path>
              </a:pathLst>
            </a:custGeom>
            <a:gradFill>
              <a:gsLst>
                <a:gs pos="22000">
                  <a:srgbClr val="180D5B">
                    <a:alpha val="34000"/>
                  </a:srgbClr>
                </a:gs>
                <a:gs pos="100000">
                  <a:srgbClr val="42E8E0">
                    <a:alpha val="74000"/>
                  </a:srgbClr>
                </a:gs>
              </a:gsLst>
              <a:lin ang="5400000" scaled="0"/>
            </a:gradFill>
            <a:ln>
              <a:noFill/>
            </a:ln>
          </p:spPr>
          <p:txBody>
            <a:bodyPr vert="horz" wrap="square" lIns="91440" tIns="45720" rIns="91440" bIns="45720" numCol="1" anchor="t" anchorCtr="0" compatLnSpc="1">
              <a:prstTxWarp prst="textNoShape">
                <a:avLst/>
              </a:prstTxWarp>
            </a:bodyPr>
            <a:lstStyle/>
            <a:p>
              <a:endParaRPr lang="zh-CN" altLang="en-US" dirty="0"/>
            </a:p>
          </p:txBody>
        </p:sp>
        <p:sp>
          <p:nvSpPr>
            <p:cNvPr id="66" name="任意多边形: 形状 65" hidden="1">
              <a:extLst>
                <a:ext uri="{FF2B5EF4-FFF2-40B4-BE49-F238E27FC236}">
                  <a16:creationId xmlns:a16="http://schemas.microsoft.com/office/drawing/2014/main" id="{CA81584A-65BF-4DB2-BCDC-906ECBF8F7F3}"/>
                </a:ext>
              </a:extLst>
            </p:cNvPr>
            <p:cNvSpPr>
              <a:spLocks/>
            </p:cNvSpPr>
            <p:nvPr userDrawn="1"/>
          </p:nvSpPr>
          <p:spPr bwMode="auto">
            <a:xfrm>
              <a:off x="9278938" y="3259138"/>
              <a:ext cx="120650" cy="2243743"/>
            </a:xfrm>
            <a:custGeom>
              <a:avLst/>
              <a:gdLst>
                <a:gd name="connsiteX0" fmla="*/ 33514 w 120650"/>
                <a:gd name="connsiteY0" fmla="*/ 0 h 2243743"/>
                <a:gd name="connsiteX1" fmla="*/ 56974 w 120650"/>
                <a:gd name="connsiteY1" fmla="*/ 6605 h 2243743"/>
                <a:gd name="connsiteX2" fmla="*/ 63676 w 120650"/>
                <a:gd name="connsiteY2" fmla="*/ 9908 h 2243743"/>
                <a:gd name="connsiteX3" fmla="*/ 120650 w 120650"/>
                <a:gd name="connsiteY3" fmla="*/ 115587 h 2243743"/>
                <a:gd name="connsiteX4" fmla="*/ 120650 w 120650"/>
                <a:gd name="connsiteY4" fmla="*/ 2080273 h 2243743"/>
                <a:gd name="connsiteX5" fmla="*/ 120650 w 120650"/>
                <a:gd name="connsiteY5" fmla="*/ 2177592 h 2243743"/>
                <a:gd name="connsiteX6" fmla="*/ 0 w 120650"/>
                <a:gd name="connsiteY6" fmla="*/ 2243743 h 2243743"/>
                <a:gd name="connsiteX7" fmla="*/ 0 w 120650"/>
                <a:gd name="connsiteY7" fmla="*/ 2132585 h 2243743"/>
                <a:gd name="connsiteX8" fmla="*/ 0 w 120650"/>
                <a:gd name="connsiteY8" fmla="*/ 46235 h 2243743"/>
                <a:gd name="connsiteX9" fmla="*/ 33514 w 120650"/>
                <a:gd name="connsiteY9" fmla="*/ 0 h 2243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0650" h="2243743">
                  <a:moveTo>
                    <a:pt x="33514" y="0"/>
                  </a:moveTo>
                  <a:cubicBezTo>
                    <a:pt x="40217" y="0"/>
                    <a:pt x="46919" y="0"/>
                    <a:pt x="56974" y="6605"/>
                  </a:cubicBezTo>
                  <a:cubicBezTo>
                    <a:pt x="56974" y="6605"/>
                    <a:pt x="56974" y="6605"/>
                    <a:pt x="63676" y="9908"/>
                  </a:cubicBezTo>
                  <a:cubicBezTo>
                    <a:pt x="97190" y="26420"/>
                    <a:pt x="120650" y="75957"/>
                    <a:pt x="120650" y="115587"/>
                  </a:cubicBezTo>
                  <a:cubicBezTo>
                    <a:pt x="120650" y="115587"/>
                    <a:pt x="120650" y="115587"/>
                    <a:pt x="120650" y="2080273"/>
                  </a:cubicBezTo>
                  <a:lnTo>
                    <a:pt x="120650" y="2177592"/>
                  </a:lnTo>
                  <a:lnTo>
                    <a:pt x="0" y="2243743"/>
                  </a:lnTo>
                  <a:lnTo>
                    <a:pt x="0" y="2132585"/>
                  </a:lnTo>
                  <a:cubicBezTo>
                    <a:pt x="0" y="1834535"/>
                    <a:pt x="0" y="1238435"/>
                    <a:pt x="0" y="46235"/>
                  </a:cubicBezTo>
                  <a:cubicBezTo>
                    <a:pt x="0" y="16513"/>
                    <a:pt x="13406" y="0"/>
                    <a:pt x="33514" y="0"/>
                  </a:cubicBezTo>
                  <a:close/>
                </a:path>
              </a:pathLst>
            </a:custGeom>
            <a:gradFill>
              <a:gsLst>
                <a:gs pos="51000">
                  <a:srgbClr val="42E6E0">
                    <a:alpha val="40000"/>
                  </a:srgbClr>
                </a:gs>
                <a:gs pos="0">
                  <a:srgbClr val="566BD8">
                    <a:alpha val="20000"/>
                  </a:srgbClr>
                </a:gs>
                <a:gs pos="98000">
                  <a:srgbClr val="5666D7">
                    <a:alpha val="20000"/>
                  </a:srgbClr>
                </a:gs>
              </a:gsLst>
              <a:lin ang="5400000" scaled="0"/>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67" name="任意多边形: 形状 66" hidden="1">
              <a:extLst>
                <a:ext uri="{FF2B5EF4-FFF2-40B4-BE49-F238E27FC236}">
                  <a16:creationId xmlns:a16="http://schemas.microsoft.com/office/drawing/2014/main" id="{79F8DF02-08D3-40AF-8A42-A376AB444B65}"/>
                </a:ext>
              </a:extLst>
            </p:cNvPr>
            <p:cNvSpPr>
              <a:spLocks/>
            </p:cNvSpPr>
            <p:nvPr userDrawn="1"/>
          </p:nvSpPr>
          <p:spPr bwMode="auto">
            <a:xfrm>
              <a:off x="9501188" y="3767138"/>
              <a:ext cx="119063" cy="1621772"/>
            </a:xfrm>
            <a:custGeom>
              <a:avLst/>
              <a:gdLst>
                <a:gd name="connsiteX0" fmla="*/ 33073 w 119063"/>
                <a:gd name="connsiteY0" fmla="*/ 0 h 1621772"/>
                <a:gd name="connsiteX1" fmla="*/ 56224 w 119063"/>
                <a:gd name="connsiteY1" fmla="*/ 6607 h 1621772"/>
                <a:gd name="connsiteX2" fmla="*/ 66146 w 119063"/>
                <a:gd name="connsiteY2" fmla="*/ 9910 h 1621772"/>
                <a:gd name="connsiteX3" fmla="*/ 119063 w 119063"/>
                <a:gd name="connsiteY3" fmla="*/ 115614 h 1621772"/>
                <a:gd name="connsiteX4" fmla="*/ 119063 w 119063"/>
                <a:gd name="connsiteY4" fmla="*/ 1458860 h 1621772"/>
                <a:gd name="connsiteX5" fmla="*/ 119063 w 119063"/>
                <a:gd name="connsiteY5" fmla="*/ 1553686 h 1621772"/>
                <a:gd name="connsiteX6" fmla="*/ 0 w 119063"/>
                <a:gd name="connsiteY6" fmla="*/ 1621772 h 1621772"/>
                <a:gd name="connsiteX7" fmla="*/ 0 w 119063"/>
                <a:gd name="connsiteY7" fmla="*/ 1561802 h 1621772"/>
                <a:gd name="connsiteX8" fmla="*/ 0 w 119063"/>
                <a:gd name="connsiteY8" fmla="*/ 46246 h 1621772"/>
                <a:gd name="connsiteX9" fmla="*/ 33073 w 119063"/>
                <a:gd name="connsiteY9" fmla="*/ 0 h 1621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9063" h="1621772">
                  <a:moveTo>
                    <a:pt x="33073" y="0"/>
                  </a:moveTo>
                  <a:cubicBezTo>
                    <a:pt x="39688" y="0"/>
                    <a:pt x="49610" y="0"/>
                    <a:pt x="56224" y="6607"/>
                  </a:cubicBezTo>
                  <a:cubicBezTo>
                    <a:pt x="56224" y="6607"/>
                    <a:pt x="56224" y="6607"/>
                    <a:pt x="66146" y="9910"/>
                  </a:cubicBezTo>
                  <a:cubicBezTo>
                    <a:pt x="95912" y="26426"/>
                    <a:pt x="119063" y="75975"/>
                    <a:pt x="119063" y="115614"/>
                  </a:cubicBezTo>
                  <a:cubicBezTo>
                    <a:pt x="119063" y="115614"/>
                    <a:pt x="119063" y="115614"/>
                    <a:pt x="119063" y="1458860"/>
                  </a:cubicBezTo>
                  <a:lnTo>
                    <a:pt x="119063" y="1553686"/>
                  </a:lnTo>
                  <a:lnTo>
                    <a:pt x="0" y="1621772"/>
                  </a:lnTo>
                  <a:lnTo>
                    <a:pt x="0" y="1561802"/>
                  </a:lnTo>
                  <a:cubicBezTo>
                    <a:pt x="0" y="1268090"/>
                    <a:pt x="0" y="798150"/>
                    <a:pt x="0" y="46246"/>
                  </a:cubicBezTo>
                  <a:cubicBezTo>
                    <a:pt x="0" y="16516"/>
                    <a:pt x="16537" y="0"/>
                    <a:pt x="33073" y="0"/>
                  </a:cubicBezTo>
                  <a:close/>
                </a:path>
              </a:pathLst>
            </a:custGeom>
            <a:gradFill>
              <a:gsLst>
                <a:gs pos="51000">
                  <a:srgbClr val="42E6E0">
                    <a:alpha val="40000"/>
                  </a:srgbClr>
                </a:gs>
                <a:gs pos="0">
                  <a:srgbClr val="566BD8">
                    <a:alpha val="20000"/>
                  </a:srgbClr>
                </a:gs>
                <a:gs pos="98000">
                  <a:srgbClr val="5666D7">
                    <a:alpha val="20000"/>
                  </a:srgbClr>
                </a:gs>
              </a:gsLst>
              <a:lin ang="5400000" scaled="0"/>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68" name="任意多边形: 形状 67" hidden="1">
              <a:extLst>
                <a:ext uri="{FF2B5EF4-FFF2-40B4-BE49-F238E27FC236}">
                  <a16:creationId xmlns:a16="http://schemas.microsoft.com/office/drawing/2014/main" id="{2E910DF9-4B42-45E0-8930-43DB73025112}"/>
                </a:ext>
              </a:extLst>
            </p:cNvPr>
            <p:cNvSpPr>
              <a:spLocks/>
            </p:cNvSpPr>
            <p:nvPr userDrawn="1"/>
          </p:nvSpPr>
          <p:spPr bwMode="auto">
            <a:xfrm>
              <a:off x="9726613" y="4365625"/>
              <a:ext cx="115888" cy="874224"/>
            </a:xfrm>
            <a:custGeom>
              <a:avLst/>
              <a:gdLst>
                <a:gd name="connsiteX0" fmla="*/ 33111 w 115888"/>
                <a:gd name="connsiteY0" fmla="*/ 0 h 874224"/>
                <a:gd name="connsiteX1" fmla="*/ 52977 w 115888"/>
                <a:gd name="connsiteY1" fmla="*/ 6602 h 874224"/>
                <a:gd name="connsiteX2" fmla="*/ 62911 w 115888"/>
                <a:gd name="connsiteY2" fmla="*/ 13203 h 874224"/>
                <a:gd name="connsiteX3" fmla="*/ 115888 w 115888"/>
                <a:gd name="connsiteY3" fmla="*/ 118823 h 874224"/>
                <a:gd name="connsiteX4" fmla="*/ 115888 w 115888"/>
                <a:gd name="connsiteY4" fmla="*/ 620757 h 874224"/>
                <a:gd name="connsiteX5" fmla="*/ 115888 w 115888"/>
                <a:gd name="connsiteY5" fmla="*/ 825103 h 874224"/>
                <a:gd name="connsiteX6" fmla="*/ 26514 w 115888"/>
                <a:gd name="connsiteY6" fmla="*/ 874224 h 874224"/>
                <a:gd name="connsiteX7" fmla="*/ 15314 w 115888"/>
                <a:gd name="connsiteY7" fmla="*/ 861465 h 874224"/>
                <a:gd name="connsiteX8" fmla="*/ 0 w 115888"/>
                <a:gd name="connsiteY8" fmla="*/ 798753 h 874224"/>
                <a:gd name="connsiteX9" fmla="*/ 0 w 115888"/>
                <a:gd name="connsiteY9" fmla="*/ 49510 h 874224"/>
                <a:gd name="connsiteX10" fmla="*/ 33111 w 115888"/>
                <a:gd name="connsiteY10" fmla="*/ 0 h 874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5888" h="874224">
                  <a:moveTo>
                    <a:pt x="33111" y="0"/>
                  </a:moveTo>
                  <a:cubicBezTo>
                    <a:pt x="39733" y="0"/>
                    <a:pt x="46355" y="3301"/>
                    <a:pt x="52977" y="6602"/>
                  </a:cubicBezTo>
                  <a:cubicBezTo>
                    <a:pt x="52977" y="6602"/>
                    <a:pt x="52977" y="6602"/>
                    <a:pt x="62911" y="13203"/>
                  </a:cubicBezTo>
                  <a:cubicBezTo>
                    <a:pt x="92710" y="29706"/>
                    <a:pt x="115888" y="75915"/>
                    <a:pt x="115888" y="118823"/>
                  </a:cubicBezTo>
                  <a:cubicBezTo>
                    <a:pt x="115888" y="118823"/>
                    <a:pt x="115888" y="118823"/>
                    <a:pt x="115888" y="620757"/>
                  </a:cubicBezTo>
                  <a:lnTo>
                    <a:pt x="115888" y="825103"/>
                  </a:lnTo>
                  <a:lnTo>
                    <a:pt x="26514" y="874224"/>
                  </a:lnTo>
                  <a:lnTo>
                    <a:pt x="15314" y="861465"/>
                  </a:lnTo>
                  <a:cubicBezTo>
                    <a:pt x="5795" y="842486"/>
                    <a:pt x="0" y="820207"/>
                    <a:pt x="0" y="798753"/>
                  </a:cubicBezTo>
                  <a:cubicBezTo>
                    <a:pt x="0" y="798753"/>
                    <a:pt x="0" y="798753"/>
                    <a:pt x="0" y="49510"/>
                  </a:cubicBezTo>
                  <a:cubicBezTo>
                    <a:pt x="0" y="19804"/>
                    <a:pt x="13244" y="0"/>
                    <a:pt x="33111" y="0"/>
                  </a:cubicBezTo>
                  <a:close/>
                </a:path>
              </a:pathLst>
            </a:custGeom>
            <a:gradFill>
              <a:gsLst>
                <a:gs pos="51000">
                  <a:srgbClr val="42E6E0">
                    <a:alpha val="40000"/>
                  </a:srgbClr>
                </a:gs>
                <a:gs pos="0">
                  <a:srgbClr val="566BD8">
                    <a:alpha val="20000"/>
                  </a:srgbClr>
                </a:gs>
                <a:gs pos="98000">
                  <a:srgbClr val="5666D7">
                    <a:alpha val="20000"/>
                  </a:srgbClr>
                </a:gs>
              </a:gsLst>
              <a:lin ang="5400000" scaled="0"/>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69" name="任意多边形: 形状 68" hidden="1">
              <a:extLst>
                <a:ext uri="{FF2B5EF4-FFF2-40B4-BE49-F238E27FC236}">
                  <a16:creationId xmlns:a16="http://schemas.microsoft.com/office/drawing/2014/main" id="{5EC3441C-AA60-434F-89C7-FAE737B82B06}"/>
                </a:ext>
              </a:extLst>
            </p:cNvPr>
            <p:cNvSpPr>
              <a:spLocks/>
            </p:cNvSpPr>
            <p:nvPr userDrawn="1"/>
          </p:nvSpPr>
          <p:spPr bwMode="auto">
            <a:xfrm>
              <a:off x="9945688" y="4695825"/>
              <a:ext cx="119063" cy="414899"/>
            </a:xfrm>
            <a:custGeom>
              <a:avLst/>
              <a:gdLst>
                <a:gd name="connsiteX0" fmla="*/ 33073 w 119063"/>
                <a:gd name="connsiteY0" fmla="*/ 0 h 414899"/>
                <a:gd name="connsiteX1" fmla="*/ 56224 w 119063"/>
                <a:gd name="connsiteY1" fmla="*/ 6605 h 414899"/>
                <a:gd name="connsiteX2" fmla="*/ 62839 w 119063"/>
                <a:gd name="connsiteY2" fmla="*/ 9908 h 414899"/>
                <a:gd name="connsiteX3" fmla="*/ 119063 w 119063"/>
                <a:gd name="connsiteY3" fmla="*/ 115586 h 414899"/>
                <a:gd name="connsiteX4" fmla="*/ 119063 w 119063"/>
                <a:gd name="connsiteY4" fmla="*/ 310277 h 414899"/>
                <a:gd name="connsiteX5" fmla="*/ 119063 w 119063"/>
                <a:gd name="connsiteY5" fmla="*/ 363731 h 414899"/>
                <a:gd name="connsiteX6" fmla="*/ 29159 w 119063"/>
                <a:gd name="connsiteY6" fmla="*/ 414899 h 414899"/>
                <a:gd name="connsiteX7" fmla="*/ 16950 w 119063"/>
                <a:gd name="connsiteY7" fmla="*/ 397121 h 414899"/>
                <a:gd name="connsiteX8" fmla="*/ 0 w 119063"/>
                <a:gd name="connsiteY8" fmla="*/ 336851 h 414899"/>
                <a:gd name="connsiteX9" fmla="*/ 0 w 119063"/>
                <a:gd name="connsiteY9" fmla="*/ 49537 h 414899"/>
                <a:gd name="connsiteX10" fmla="*/ 33073 w 119063"/>
                <a:gd name="connsiteY10" fmla="*/ 0 h 4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063" h="414899">
                  <a:moveTo>
                    <a:pt x="33073" y="0"/>
                  </a:moveTo>
                  <a:cubicBezTo>
                    <a:pt x="39688" y="0"/>
                    <a:pt x="49610" y="3303"/>
                    <a:pt x="56224" y="6605"/>
                  </a:cubicBezTo>
                  <a:cubicBezTo>
                    <a:pt x="56224" y="6605"/>
                    <a:pt x="56224" y="6605"/>
                    <a:pt x="62839" y="9908"/>
                  </a:cubicBezTo>
                  <a:cubicBezTo>
                    <a:pt x="95912" y="29722"/>
                    <a:pt x="119063" y="75957"/>
                    <a:pt x="119063" y="115586"/>
                  </a:cubicBezTo>
                  <a:cubicBezTo>
                    <a:pt x="119063" y="115586"/>
                    <a:pt x="119063" y="115586"/>
                    <a:pt x="119063" y="310277"/>
                  </a:cubicBezTo>
                  <a:lnTo>
                    <a:pt x="119063" y="363731"/>
                  </a:lnTo>
                  <a:lnTo>
                    <a:pt x="29159" y="414899"/>
                  </a:lnTo>
                  <a:lnTo>
                    <a:pt x="16950" y="397121"/>
                  </a:lnTo>
                  <a:cubicBezTo>
                    <a:pt x="6615" y="378132"/>
                    <a:pt x="0" y="356666"/>
                    <a:pt x="0" y="336851"/>
                  </a:cubicBezTo>
                  <a:cubicBezTo>
                    <a:pt x="0" y="336851"/>
                    <a:pt x="0" y="336851"/>
                    <a:pt x="0" y="49537"/>
                  </a:cubicBezTo>
                  <a:cubicBezTo>
                    <a:pt x="0" y="16513"/>
                    <a:pt x="13229" y="0"/>
                    <a:pt x="33073" y="0"/>
                  </a:cubicBezTo>
                  <a:close/>
                </a:path>
              </a:pathLst>
            </a:custGeom>
            <a:gradFill>
              <a:gsLst>
                <a:gs pos="51000">
                  <a:srgbClr val="42E6E0">
                    <a:alpha val="40000"/>
                  </a:srgbClr>
                </a:gs>
                <a:gs pos="0">
                  <a:srgbClr val="566BD8">
                    <a:alpha val="20000"/>
                  </a:srgbClr>
                </a:gs>
                <a:gs pos="98000">
                  <a:srgbClr val="5666D7">
                    <a:alpha val="20000"/>
                  </a:srgbClr>
                </a:gs>
              </a:gsLst>
              <a:lin ang="5400000" scaled="0"/>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70" name="任意多边形: 形状 69" hidden="1">
              <a:extLst>
                <a:ext uri="{FF2B5EF4-FFF2-40B4-BE49-F238E27FC236}">
                  <a16:creationId xmlns:a16="http://schemas.microsoft.com/office/drawing/2014/main" id="{E5982589-29D3-4142-AE6E-E82171962760}"/>
                </a:ext>
              </a:extLst>
            </p:cNvPr>
            <p:cNvSpPr>
              <a:spLocks/>
            </p:cNvSpPr>
            <p:nvPr userDrawn="1"/>
          </p:nvSpPr>
          <p:spPr bwMode="auto">
            <a:xfrm flipH="1">
              <a:off x="9056822" y="3261347"/>
              <a:ext cx="120650" cy="2243743"/>
            </a:xfrm>
            <a:custGeom>
              <a:avLst/>
              <a:gdLst>
                <a:gd name="connsiteX0" fmla="*/ 33514 w 120650"/>
                <a:gd name="connsiteY0" fmla="*/ 0 h 2243743"/>
                <a:gd name="connsiteX1" fmla="*/ 56974 w 120650"/>
                <a:gd name="connsiteY1" fmla="*/ 6605 h 2243743"/>
                <a:gd name="connsiteX2" fmla="*/ 63676 w 120650"/>
                <a:gd name="connsiteY2" fmla="*/ 9908 h 2243743"/>
                <a:gd name="connsiteX3" fmla="*/ 120650 w 120650"/>
                <a:gd name="connsiteY3" fmla="*/ 115587 h 2243743"/>
                <a:gd name="connsiteX4" fmla="*/ 120650 w 120650"/>
                <a:gd name="connsiteY4" fmla="*/ 2080273 h 2243743"/>
                <a:gd name="connsiteX5" fmla="*/ 120650 w 120650"/>
                <a:gd name="connsiteY5" fmla="*/ 2177592 h 2243743"/>
                <a:gd name="connsiteX6" fmla="*/ 0 w 120650"/>
                <a:gd name="connsiteY6" fmla="*/ 2243743 h 2243743"/>
                <a:gd name="connsiteX7" fmla="*/ 0 w 120650"/>
                <a:gd name="connsiteY7" fmla="*/ 2132585 h 2243743"/>
                <a:gd name="connsiteX8" fmla="*/ 0 w 120650"/>
                <a:gd name="connsiteY8" fmla="*/ 46235 h 2243743"/>
                <a:gd name="connsiteX9" fmla="*/ 33514 w 120650"/>
                <a:gd name="connsiteY9" fmla="*/ 0 h 2243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0650" h="2243743">
                  <a:moveTo>
                    <a:pt x="33514" y="0"/>
                  </a:moveTo>
                  <a:cubicBezTo>
                    <a:pt x="40217" y="0"/>
                    <a:pt x="46919" y="0"/>
                    <a:pt x="56974" y="6605"/>
                  </a:cubicBezTo>
                  <a:cubicBezTo>
                    <a:pt x="56974" y="6605"/>
                    <a:pt x="56974" y="6605"/>
                    <a:pt x="63676" y="9908"/>
                  </a:cubicBezTo>
                  <a:cubicBezTo>
                    <a:pt x="97190" y="26420"/>
                    <a:pt x="120650" y="75957"/>
                    <a:pt x="120650" y="115587"/>
                  </a:cubicBezTo>
                  <a:cubicBezTo>
                    <a:pt x="120650" y="115587"/>
                    <a:pt x="120650" y="115587"/>
                    <a:pt x="120650" y="2080273"/>
                  </a:cubicBezTo>
                  <a:lnTo>
                    <a:pt x="120650" y="2177592"/>
                  </a:lnTo>
                  <a:lnTo>
                    <a:pt x="0" y="2243743"/>
                  </a:lnTo>
                  <a:lnTo>
                    <a:pt x="0" y="2132585"/>
                  </a:lnTo>
                  <a:cubicBezTo>
                    <a:pt x="0" y="1834535"/>
                    <a:pt x="0" y="1238435"/>
                    <a:pt x="0" y="46235"/>
                  </a:cubicBezTo>
                  <a:cubicBezTo>
                    <a:pt x="0" y="16513"/>
                    <a:pt x="13406" y="0"/>
                    <a:pt x="33514" y="0"/>
                  </a:cubicBezTo>
                  <a:close/>
                </a:path>
              </a:pathLst>
            </a:custGeom>
            <a:gradFill>
              <a:gsLst>
                <a:gs pos="51000">
                  <a:srgbClr val="42E6E0">
                    <a:alpha val="40000"/>
                  </a:srgbClr>
                </a:gs>
                <a:gs pos="0">
                  <a:srgbClr val="566BD8">
                    <a:alpha val="20000"/>
                  </a:srgbClr>
                </a:gs>
                <a:gs pos="98000">
                  <a:srgbClr val="5666D7">
                    <a:alpha val="20000"/>
                  </a:srgbClr>
                </a:gs>
              </a:gsLst>
              <a:lin ang="5400000" scaled="0"/>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71" name="任意多边形: 形状 70" hidden="1">
              <a:extLst>
                <a:ext uri="{FF2B5EF4-FFF2-40B4-BE49-F238E27FC236}">
                  <a16:creationId xmlns:a16="http://schemas.microsoft.com/office/drawing/2014/main" id="{06FDC9FE-130B-4BB1-B7E7-2875335138B5}"/>
                </a:ext>
              </a:extLst>
            </p:cNvPr>
            <p:cNvSpPr>
              <a:spLocks/>
            </p:cNvSpPr>
            <p:nvPr userDrawn="1"/>
          </p:nvSpPr>
          <p:spPr bwMode="auto">
            <a:xfrm flipH="1">
              <a:off x="8836159" y="3769347"/>
              <a:ext cx="119063" cy="1621772"/>
            </a:xfrm>
            <a:custGeom>
              <a:avLst/>
              <a:gdLst>
                <a:gd name="connsiteX0" fmla="*/ 33073 w 119063"/>
                <a:gd name="connsiteY0" fmla="*/ 0 h 1621772"/>
                <a:gd name="connsiteX1" fmla="*/ 56224 w 119063"/>
                <a:gd name="connsiteY1" fmla="*/ 6607 h 1621772"/>
                <a:gd name="connsiteX2" fmla="*/ 66146 w 119063"/>
                <a:gd name="connsiteY2" fmla="*/ 9910 h 1621772"/>
                <a:gd name="connsiteX3" fmla="*/ 119063 w 119063"/>
                <a:gd name="connsiteY3" fmla="*/ 115614 h 1621772"/>
                <a:gd name="connsiteX4" fmla="*/ 119063 w 119063"/>
                <a:gd name="connsiteY4" fmla="*/ 1458860 h 1621772"/>
                <a:gd name="connsiteX5" fmla="*/ 119063 w 119063"/>
                <a:gd name="connsiteY5" fmla="*/ 1553686 h 1621772"/>
                <a:gd name="connsiteX6" fmla="*/ 0 w 119063"/>
                <a:gd name="connsiteY6" fmla="*/ 1621772 h 1621772"/>
                <a:gd name="connsiteX7" fmla="*/ 0 w 119063"/>
                <a:gd name="connsiteY7" fmla="*/ 1561802 h 1621772"/>
                <a:gd name="connsiteX8" fmla="*/ 0 w 119063"/>
                <a:gd name="connsiteY8" fmla="*/ 46246 h 1621772"/>
                <a:gd name="connsiteX9" fmla="*/ 33073 w 119063"/>
                <a:gd name="connsiteY9" fmla="*/ 0 h 1621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9063" h="1621772">
                  <a:moveTo>
                    <a:pt x="33073" y="0"/>
                  </a:moveTo>
                  <a:cubicBezTo>
                    <a:pt x="39688" y="0"/>
                    <a:pt x="49610" y="0"/>
                    <a:pt x="56224" y="6607"/>
                  </a:cubicBezTo>
                  <a:cubicBezTo>
                    <a:pt x="56224" y="6607"/>
                    <a:pt x="56224" y="6607"/>
                    <a:pt x="66146" y="9910"/>
                  </a:cubicBezTo>
                  <a:cubicBezTo>
                    <a:pt x="95912" y="26426"/>
                    <a:pt x="119063" y="75975"/>
                    <a:pt x="119063" y="115614"/>
                  </a:cubicBezTo>
                  <a:cubicBezTo>
                    <a:pt x="119063" y="115614"/>
                    <a:pt x="119063" y="115614"/>
                    <a:pt x="119063" y="1458860"/>
                  </a:cubicBezTo>
                  <a:lnTo>
                    <a:pt x="119063" y="1553686"/>
                  </a:lnTo>
                  <a:lnTo>
                    <a:pt x="0" y="1621772"/>
                  </a:lnTo>
                  <a:lnTo>
                    <a:pt x="0" y="1561802"/>
                  </a:lnTo>
                  <a:cubicBezTo>
                    <a:pt x="0" y="1268090"/>
                    <a:pt x="0" y="798150"/>
                    <a:pt x="0" y="46246"/>
                  </a:cubicBezTo>
                  <a:cubicBezTo>
                    <a:pt x="0" y="16516"/>
                    <a:pt x="16537" y="0"/>
                    <a:pt x="33073" y="0"/>
                  </a:cubicBezTo>
                  <a:close/>
                </a:path>
              </a:pathLst>
            </a:custGeom>
            <a:gradFill>
              <a:gsLst>
                <a:gs pos="51000">
                  <a:srgbClr val="42E6E0">
                    <a:alpha val="40000"/>
                  </a:srgbClr>
                </a:gs>
                <a:gs pos="0">
                  <a:srgbClr val="566BD8">
                    <a:alpha val="20000"/>
                  </a:srgbClr>
                </a:gs>
                <a:gs pos="98000">
                  <a:srgbClr val="5666D7">
                    <a:alpha val="20000"/>
                  </a:srgbClr>
                </a:gs>
              </a:gsLst>
              <a:lin ang="5400000" scaled="0"/>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72" name="任意多边形: 形状 71" hidden="1">
              <a:extLst>
                <a:ext uri="{FF2B5EF4-FFF2-40B4-BE49-F238E27FC236}">
                  <a16:creationId xmlns:a16="http://schemas.microsoft.com/office/drawing/2014/main" id="{D0408D99-7102-4AE9-903E-0A3463396D8E}"/>
                </a:ext>
              </a:extLst>
            </p:cNvPr>
            <p:cNvSpPr>
              <a:spLocks/>
            </p:cNvSpPr>
            <p:nvPr userDrawn="1"/>
          </p:nvSpPr>
          <p:spPr bwMode="auto">
            <a:xfrm flipH="1">
              <a:off x="8613909" y="4367834"/>
              <a:ext cx="115888" cy="874224"/>
            </a:xfrm>
            <a:custGeom>
              <a:avLst/>
              <a:gdLst>
                <a:gd name="connsiteX0" fmla="*/ 33111 w 115888"/>
                <a:gd name="connsiteY0" fmla="*/ 0 h 874224"/>
                <a:gd name="connsiteX1" fmla="*/ 52977 w 115888"/>
                <a:gd name="connsiteY1" fmla="*/ 6602 h 874224"/>
                <a:gd name="connsiteX2" fmla="*/ 62911 w 115888"/>
                <a:gd name="connsiteY2" fmla="*/ 13203 h 874224"/>
                <a:gd name="connsiteX3" fmla="*/ 115888 w 115888"/>
                <a:gd name="connsiteY3" fmla="*/ 118823 h 874224"/>
                <a:gd name="connsiteX4" fmla="*/ 115888 w 115888"/>
                <a:gd name="connsiteY4" fmla="*/ 620757 h 874224"/>
                <a:gd name="connsiteX5" fmla="*/ 115888 w 115888"/>
                <a:gd name="connsiteY5" fmla="*/ 825103 h 874224"/>
                <a:gd name="connsiteX6" fmla="*/ 26514 w 115888"/>
                <a:gd name="connsiteY6" fmla="*/ 874224 h 874224"/>
                <a:gd name="connsiteX7" fmla="*/ 15314 w 115888"/>
                <a:gd name="connsiteY7" fmla="*/ 861465 h 874224"/>
                <a:gd name="connsiteX8" fmla="*/ 0 w 115888"/>
                <a:gd name="connsiteY8" fmla="*/ 798753 h 874224"/>
                <a:gd name="connsiteX9" fmla="*/ 0 w 115888"/>
                <a:gd name="connsiteY9" fmla="*/ 49510 h 874224"/>
                <a:gd name="connsiteX10" fmla="*/ 33111 w 115888"/>
                <a:gd name="connsiteY10" fmla="*/ 0 h 874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5888" h="874224">
                  <a:moveTo>
                    <a:pt x="33111" y="0"/>
                  </a:moveTo>
                  <a:cubicBezTo>
                    <a:pt x="39733" y="0"/>
                    <a:pt x="46355" y="3301"/>
                    <a:pt x="52977" y="6602"/>
                  </a:cubicBezTo>
                  <a:cubicBezTo>
                    <a:pt x="52977" y="6602"/>
                    <a:pt x="52977" y="6602"/>
                    <a:pt x="62911" y="13203"/>
                  </a:cubicBezTo>
                  <a:cubicBezTo>
                    <a:pt x="92710" y="29706"/>
                    <a:pt x="115888" y="75915"/>
                    <a:pt x="115888" y="118823"/>
                  </a:cubicBezTo>
                  <a:cubicBezTo>
                    <a:pt x="115888" y="118823"/>
                    <a:pt x="115888" y="118823"/>
                    <a:pt x="115888" y="620757"/>
                  </a:cubicBezTo>
                  <a:lnTo>
                    <a:pt x="115888" y="825103"/>
                  </a:lnTo>
                  <a:lnTo>
                    <a:pt x="26514" y="874224"/>
                  </a:lnTo>
                  <a:lnTo>
                    <a:pt x="15314" y="861465"/>
                  </a:lnTo>
                  <a:cubicBezTo>
                    <a:pt x="5795" y="842486"/>
                    <a:pt x="0" y="820207"/>
                    <a:pt x="0" y="798753"/>
                  </a:cubicBezTo>
                  <a:cubicBezTo>
                    <a:pt x="0" y="798753"/>
                    <a:pt x="0" y="798753"/>
                    <a:pt x="0" y="49510"/>
                  </a:cubicBezTo>
                  <a:cubicBezTo>
                    <a:pt x="0" y="19804"/>
                    <a:pt x="13244" y="0"/>
                    <a:pt x="33111" y="0"/>
                  </a:cubicBezTo>
                  <a:close/>
                </a:path>
              </a:pathLst>
            </a:custGeom>
            <a:gradFill>
              <a:gsLst>
                <a:gs pos="51000">
                  <a:srgbClr val="42E6E0">
                    <a:alpha val="40000"/>
                  </a:srgbClr>
                </a:gs>
                <a:gs pos="0">
                  <a:srgbClr val="566BD8">
                    <a:alpha val="20000"/>
                  </a:srgbClr>
                </a:gs>
                <a:gs pos="98000">
                  <a:srgbClr val="5666D7">
                    <a:alpha val="20000"/>
                  </a:srgbClr>
                </a:gs>
              </a:gsLst>
              <a:lin ang="5400000" scaled="0"/>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73" name="任意多边形: 形状 72" hidden="1">
              <a:extLst>
                <a:ext uri="{FF2B5EF4-FFF2-40B4-BE49-F238E27FC236}">
                  <a16:creationId xmlns:a16="http://schemas.microsoft.com/office/drawing/2014/main" id="{AEB11552-24CE-450D-BC4B-BD0B224E7CD7}"/>
                </a:ext>
              </a:extLst>
            </p:cNvPr>
            <p:cNvSpPr>
              <a:spLocks/>
            </p:cNvSpPr>
            <p:nvPr userDrawn="1"/>
          </p:nvSpPr>
          <p:spPr bwMode="auto">
            <a:xfrm flipH="1">
              <a:off x="8391659" y="4698034"/>
              <a:ext cx="119063" cy="414899"/>
            </a:xfrm>
            <a:custGeom>
              <a:avLst/>
              <a:gdLst>
                <a:gd name="connsiteX0" fmla="*/ 33073 w 119063"/>
                <a:gd name="connsiteY0" fmla="*/ 0 h 414899"/>
                <a:gd name="connsiteX1" fmla="*/ 56224 w 119063"/>
                <a:gd name="connsiteY1" fmla="*/ 6605 h 414899"/>
                <a:gd name="connsiteX2" fmla="*/ 62839 w 119063"/>
                <a:gd name="connsiteY2" fmla="*/ 9908 h 414899"/>
                <a:gd name="connsiteX3" fmla="*/ 119063 w 119063"/>
                <a:gd name="connsiteY3" fmla="*/ 115586 h 414899"/>
                <a:gd name="connsiteX4" fmla="*/ 119063 w 119063"/>
                <a:gd name="connsiteY4" fmla="*/ 310277 h 414899"/>
                <a:gd name="connsiteX5" fmla="*/ 119063 w 119063"/>
                <a:gd name="connsiteY5" fmla="*/ 363731 h 414899"/>
                <a:gd name="connsiteX6" fmla="*/ 29159 w 119063"/>
                <a:gd name="connsiteY6" fmla="*/ 414899 h 414899"/>
                <a:gd name="connsiteX7" fmla="*/ 16950 w 119063"/>
                <a:gd name="connsiteY7" fmla="*/ 397121 h 414899"/>
                <a:gd name="connsiteX8" fmla="*/ 0 w 119063"/>
                <a:gd name="connsiteY8" fmla="*/ 336851 h 414899"/>
                <a:gd name="connsiteX9" fmla="*/ 0 w 119063"/>
                <a:gd name="connsiteY9" fmla="*/ 49537 h 414899"/>
                <a:gd name="connsiteX10" fmla="*/ 33073 w 119063"/>
                <a:gd name="connsiteY10" fmla="*/ 0 h 4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063" h="414899">
                  <a:moveTo>
                    <a:pt x="33073" y="0"/>
                  </a:moveTo>
                  <a:cubicBezTo>
                    <a:pt x="39688" y="0"/>
                    <a:pt x="49610" y="3303"/>
                    <a:pt x="56224" y="6605"/>
                  </a:cubicBezTo>
                  <a:cubicBezTo>
                    <a:pt x="56224" y="6605"/>
                    <a:pt x="56224" y="6605"/>
                    <a:pt x="62839" y="9908"/>
                  </a:cubicBezTo>
                  <a:cubicBezTo>
                    <a:pt x="95912" y="29722"/>
                    <a:pt x="119063" y="75957"/>
                    <a:pt x="119063" y="115586"/>
                  </a:cubicBezTo>
                  <a:cubicBezTo>
                    <a:pt x="119063" y="115586"/>
                    <a:pt x="119063" y="115586"/>
                    <a:pt x="119063" y="310277"/>
                  </a:cubicBezTo>
                  <a:lnTo>
                    <a:pt x="119063" y="363731"/>
                  </a:lnTo>
                  <a:lnTo>
                    <a:pt x="29159" y="414899"/>
                  </a:lnTo>
                  <a:lnTo>
                    <a:pt x="16950" y="397121"/>
                  </a:lnTo>
                  <a:cubicBezTo>
                    <a:pt x="6615" y="378132"/>
                    <a:pt x="0" y="356666"/>
                    <a:pt x="0" y="336851"/>
                  </a:cubicBezTo>
                  <a:cubicBezTo>
                    <a:pt x="0" y="336851"/>
                    <a:pt x="0" y="336851"/>
                    <a:pt x="0" y="49537"/>
                  </a:cubicBezTo>
                  <a:cubicBezTo>
                    <a:pt x="0" y="16513"/>
                    <a:pt x="13229" y="0"/>
                    <a:pt x="33073" y="0"/>
                  </a:cubicBezTo>
                  <a:close/>
                </a:path>
              </a:pathLst>
            </a:custGeom>
            <a:gradFill>
              <a:gsLst>
                <a:gs pos="51000">
                  <a:srgbClr val="42E6E0">
                    <a:alpha val="40000"/>
                  </a:srgbClr>
                </a:gs>
                <a:gs pos="0">
                  <a:srgbClr val="566BD8">
                    <a:alpha val="20000"/>
                  </a:srgbClr>
                </a:gs>
                <a:gs pos="98000">
                  <a:srgbClr val="5666D7">
                    <a:alpha val="20000"/>
                  </a:srgbClr>
                </a:gs>
              </a:gsLst>
              <a:lin ang="5400000" scaled="0"/>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74" name="Freeform 106">
              <a:extLst>
                <a:ext uri="{FF2B5EF4-FFF2-40B4-BE49-F238E27FC236}">
                  <a16:creationId xmlns:a16="http://schemas.microsoft.com/office/drawing/2014/main" id="{802652E2-13D5-4D4D-A1C1-D4A24DA69689}"/>
                </a:ext>
              </a:extLst>
            </p:cNvPr>
            <p:cNvSpPr>
              <a:spLocks/>
            </p:cNvSpPr>
            <p:nvPr userDrawn="1"/>
          </p:nvSpPr>
          <p:spPr bwMode="auto">
            <a:xfrm>
              <a:off x="8255909" y="2437995"/>
              <a:ext cx="1951037" cy="3057525"/>
            </a:xfrm>
            <a:custGeom>
              <a:avLst/>
              <a:gdLst>
                <a:gd name="T0" fmla="*/ 531 w 531"/>
                <a:gd name="T1" fmla="*/ 0 h 835"/>
                <a:gd name="T2" fmla="*/ 0 w 531"/>
                <a:gd name="T3" fmla="*/ 0 h 835"/>
                <a:gd name="T4" fmla="*/ 0 w 531"/>
                <a:gd name="T5" fmla="*/ 682 h 835"/>
                <a:gd name="T6" fmla="*/ 0 w 531"/>
                <a:gd name="T7" fmla="*/ 682 h 835"/>
                <a:gd name="T8" fmla="*/ 6 w 531"/>
                <a:gd name="T9" fmla="*/ 692 h 835"/>
                <a:gd name="T10" fmla="*/ 248 w 531"/>
                <a:gd name="T11" fmla="*/ 831 h 835"/>
                <a:gd name="T12" fmla="*/ 264 w 531"/>
                <a:gd name="T13" fmla="*/ 835 h 835"/>
                <a:gd name="T14" fmla="*/ 286 w 531"/>
                <a:gd name="T15" fmla="*/ 830 h 835"/>
                <a:gd name="T16" fmla="*/ 522 w 531"/>
                <a:gd name="T17" fmla="*/ 693 h 835"/>
                <a:gd name="T18" fmla="*/ 531 w 531"/>
                <a:gd name="T19" fmla="*/ 682 h 835"/>
                <a:gd name="T20" fmla="*/ 531 w 531"/>
                <a:gd name="T21" fmla="*/ 682 h 835"/>
                <a:gd name="T22" fmla="*/ 531 w 531"/>
                <a:gd name="T23" fmla="*/ 0 h 8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31" h="835">
                  <a:moveTo>
                    <a:pt x="531" y="0"/>
                  </a:moveTo>
                  <a:cubicBezTo>
                    <a:pt x="0" y="0"/>
                    <a:pt x="0" y="0"/>
                    <a:pt x="0" y="0"/>
                  </a:cubicBezTo>
                  <a:cubicBezTo>
                    <a:pt x="0" y="682"/>
                    <a:pt x="0" y="682"/>
                    <a:pt x="0" y="682"/>
                  </a:cubicBezTo>
                  <a:cubicBezTo>
                    <a:pt x="0" y="682"/>
                    <a:pt x="0" y="682"/>
                    <a:pt x="0" y="682"/>
                  </a:cubicBezTo>
                  <a:cubicBezTo>
                    <a:pt x="0" y="685"/>
                    <a:pt x="2" y="689"/>
                    <a:pt x="6" y="692"/>
                  </a:cubicBezTo>
                  <a:cubicBezTo>
                    <a:pt x="248" y="831"/>
                    <a:pt x="248" y="831"/>
                    <a:pt x="248" y="831"/>
                  </a:cubicBezTo>
                  <a:cubicBezTo>
                    <a:pt x="252" y="834"/>
                    <a:pt x="258" y="835"/>
                    <a:pt x="264" y="835"/>
                  </a:cubicBezTo>
                  <a:cubicBezTo>
                    <a:pt x="272" y="835"/>
                    <a:pt x="280" y="833"/>
                    <a:pt x="286" y="830"/>
                  </a:cubicBezTo>
                  <a:cubicBezTo>
                    <a:pt x="522" y="693"/>
                    <a:pt x="522" y="693"/>
                    <a:pt x="522" y="693"/>
                  </a:cubicBezTo>
                  <a:cubicBezTo>
                    <a:pt x="528" y="690"/>
                    <a:pt x="531" y="686"/>
                    <a:pt x="531" y="682"/>
                  </a:cubicBezTo>
                  <a:cubicBezTo>
                    <a:pt x="531" y="682"/>
                    <a:pt x="531" y="682"/>
                    <a:pt x="531" y="682"/>
                  </a:cubicBezTo>
                  <a:cubicBezTo>
                    <a:pt x="531" y="0"/>
                    <a:pt x="531" y="0"/>
                    <a:pt x="531" y="0"/>
                  </a:cubicBezTo>
                </a:path>
              </a:pathLst>
            </a:custGeom>
            <a:gradFill>
              <a:gsLst>
                <a:gs pos="100000">
                  <a:srgbClr val="42E6E0">
                    <a:alpha val="20000"/>
                  </a:srgbClr>
                </a:gs>
                <a:gs pos="0">
                  <a:srgbClr val="180D5B">
                    <a:alpha val="5000"/>
                  </a:srgbClr>
                </a:gs>
              </a:gsLst>
              <a:lin ang="5400000" scaled="0"/>
            </a:gradFill>
            <a:ln>
              <a:noFill/>
            </a:ln>
          </p:spPr>
          <p:txBody>
            <a:bodyPr vert="horz" wrap="square" lIns="91440" tIns="45720" rIns="91440" bIns="45720" numCol="1" anchor="t" anchorCtr="0" compatLnSpc="1">
              <a:prstTxWarp prst="textNoShape">
                <a:avLst/>
              </a:prstTxWarp>
            </a:bodyPr>
            <a:lstStyle/>
            <a:p>
              <a:endParaRPr lang="zh-CN" altLang="en-US" dirty="0"/>
            </a:p>
          </p:txBody>
        </p:sp>
      </p:grpSp>
    </p:spTree>
    <p:extLst>
      <p:ext uri="{BB962C8B-B14F-4D97-AF65-F5344CB8AC3E}">
        <p14:creationId xmlns:p14="http://schemas.microsoft.com/office/powerpoint/2010/main" val="2853334272"/>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日期占位符 2">
            <a:extLst>
              <a:ext uri="{FF2B5EF4-FFF2-40B4-BE49-F238E27FC236}">
                <a16:creationId xmlns:a16="http://schemas.microsoft.com/office/drawing/2014/main" id="{9888B6D7-9D3F-49D7-BACE-73A9D1149A74}"/>
              </a:ext>
            </a:extLst>
          </p:cNvPr>
          <p:cNvSpPr>
            <a:spLocks noGrp="1"/>
          </p:cNvSpPr>
          <p:nvPr>
            <p:ph type="dt" sz="half" idx="10"/>
          </p:nvPr>
        </p:nvSpPr>
        <p:spPr/>
        <p:txBody>
          <a:bodyPr/>
          <a:lstStyle/>
          <a:p>
            <a:fld id="{6489D9C7-5DC6-4263-87FF-7C99F6FB63C3}" type="datetime1">
              <a:rPr lang="zh-CN" altLang="en-US" smtClean="0"/>
              <a:pPr/>
              <a:t>2026/1/3</a:t>
            </a:fld>
            <a:endParaRPr lang="zh-CN" altLang="en-US"/>
          </a:p>
        </p:txBody>
      </p:sp>
      <p:sp>
        <p:nvSpPr>
          <p:cNvPr id="4" name="页脚占位符 3">
            <a:extLst>
              <a:ext uri="{FF2B5EF4-FFF2-40B4-BE49-F238E27FC236}">
                <a16:creationId xmlns:a16="http://schemas.microsoft.com/office/drawing/2014/main" id="{7AC997A4-1DD8-4731-B9FD-42398A20FF85}"/>
              </a:ext>
            </a:extLst>
          </p:cNvPr>
          <p:cNvSpPr>
            <a:spLocks noGrp="1"/>
          </p:cNvSpPr>
          <p:nvPr>
            <p:ph type="ftr" sz="quarter" idx="11"/>
          </p:nvPr>
        </p:nvSpPr>
        <p:spPr/>
        <p:txBody>
          <a:bodyPr/>
          <a:lstStyle/>
          <a:p>
            <a:r>
              <a:rPr lang="en-US" altLang="zh-CN" dirty="0"/>
              <a:t>www.islide.cc</a:t>
            </a:r>
            <a:endParaRPr lang="zh-CN" altLang="en-US" dirty="0"/>
          </a:p>
        </p:txBody>
      </p:sp>
      <p:sp>
        <p:nvSpPr>
          <p:cNvPr id="5" name="灯片编号占位符 4">
            <a:extLst>
              <a:ext uri="{FF2B5EF4-FFF2-40B4-BE49-F238E27FC236}">
                <a16:creationId xmlns:a16="http://schemas.microsoft.com/office/drawing/2014/main" id="{DBA9825E-1876-42AD-ABCF-E0E100F351CA}"/>
              </a:ext>
            </a:extLst>
          </p:cNvPr>
          <p:cNvSpPr>
            <a:spLocks noGrp="1"/>
          </p:cNvSpPr>
          <p:nvPr>
            <p:ph type="sldNum" sz="quarter" idx="12"/>
          </p:nvPr>
        </p:nvSpPr>
        <p:spPr/>
        <p:txBody>
          <a:bodyPr/>
          <a:lstStyle/>
          <a:p>
            <a:fld id="{5DD3DB80-B894-403A-B48E-6FDC1A72010E}" type="slidenum">
              <a:rPr lang="zh-CN" altLang="en-US" smtClean="0"/>
              <a:pPr/>
              <a:t>‹#›</a:t>
            </a:fld>
            <a:endParaRPr lang="zh-CN" altLang="en-US"/>
          </a:p>
        </p:txBody>
      </p:sp>
      <p:sp>
        <p:nvSpPr>
          <p:cNvPr id="6" name="标题 5">
            <a:extLst>
              <a:ext uri="{FF2B5EF4-FFF2-40B4-BE49-F238E27FC236}">
                <a16:creationId xmlns:a16="http://schemas.microsoft.com/office/drawing/2014/main" id="{D124F9DB-C87A-423F-9657-38C7A2901430}"/>
              </a:ext>
            </a:extLst>
          </p:cNvPr>
          <p:cNvSpPr>
            <a:spLocks noGrp="1"/>
          </p:cNvSpPr>
          <p:nvPr>
            <p:ph type="title" hasCustomPrompt="1"/>
          </p:nvPr>
        </p:nvSpPr>
        <p:spPr/>
        <p:txBody>
          <a:bodyPr/>
          <a:lstStyle>
            <a:lvl1pPr>
              <a:defRPr/>
            </a:lvl1pPr>
          </a:lstStyle>
          <a:p>
            <a:r>
              <a:rPr lang="en-US" altLang="zh-CN" dirty="0"/>
              <a:t>Click to edit Master title style</a:t>
            </a:r>
            <a:endParaRPr lang="zh-CN" altLang="en-US" dirty="0"/>
          </a:p>
        </p:txBody>
      </p:sp>
      <p:sp>
        <p:nvSpPr>
          <p:cNvPr id="8" name="内容占位符 7">
            <a:extLst>
              <a:ext uri="{FF2B5EF4-FFF2-40B4-BE49-F238E27FC236}">
                <a16:creationId xmlns:a16="http://schemas.microsoft.com/office/drawing/2014/main" id="{2070191C-4093-409C-8FD5-7369A79637AD}"/>
              </a:ext>
            </a:extLst>
          </p:cNvPr>
          <p:cNvSpPr>
            <a:spLocks noGrp="1"/>
          </p:cNvSpPr>
          <p:nvPr>
            <p:ph sz="quarter" idx="13" hasCustomPrompt="1"/>
          </p:nvPr>
        </p:nvSpPr>
        <p:spPr>
          <a:xfrm>
            <a:off x="669925" y="1130299"/>
            <a:ext cx="10850563" cy="5006975"/>
          </a:xfrm>
        </p:spPr>
        <p:txBody>
          <a:bodyPr/>
          <a:lstStyle>
            <a:lvl1pPr>
              <a:defRPr/>
            </a:lvl1pPr>
            <a:lvl2pPr>
              <a:defRPr/>
            </a:lvl2pPr>
            <a:lvl3pPr>
              <a:defRPr/>
            </a:lvl3pPr>
            <a:lvl4pPr>
              <a:defRPr/>
            </a:lvl4pPr>
            <a:lvl5pPr>
              <a:defRPr/>
            </a:lvl5pPr>
          </a:lstStyle>
          <a:p>
            <a:pPr lvl="0"/>
            <a:r>
              <a:rPr lang="en-US" altLang="zh-CN" dirty="0"/>
              <a:t>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endParaRPr lang="zh-CN" altLang="en-US" dirty="0"/>
          </a:p>
        </p:txBody>
      </p:sp>
    </p:spTree>
    <p:extLst>
      <p:ext uri="{BB962C8B-B14F-4D97-AF65-F5344CB8AC3E}">
        <p14:creationId xmlns:p14="http://schemas.microsoft.com/office/powerpoint/2010/main" val="36775934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userDrawn="1">
  <p:cSld name="仅标题页">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C7A1C-3684-4AAF-A408-C63B6CB64104}"/>
              </a:ext>
            </a:extLst>
          </p:cNvPr>
          <p:cNvSpPr>
            <a:spLocks noGrp="1"/>
          </p:cNvSpPr>
          <p:nvPr>
            <p:ph type="title" hasCustomPrompt="1"/>
          </p:nvPr>
        </p:nvSpPr>
        <p:spPr/>
        <p:txBody>
          <a:bodyPr/>
          <a:lstStyle>
            <a:lvl1pPr>
              <a:defRPr/>
            </a:lvl1pPr>
          </a:lstStyle>
          <a:p>
            <a:r>
              <a:rPr lang="en-US" altLang="zh-CN" dirty="0"/>
              <a:t>Click to edit Master title style</a:t>
            </a:r>
            <a:endParaRPr lang="en-US" dirty="0"/>
          </a:p>
        </p:txBody>
      </p:sp>
      <p:sp>
        <p:nvSpPr>
          <p:cNvPr id="3" name="Date Placeholder 2">
            <a:extLst>
              <a:ext uri="{FF2B5EF4-FFF2-40B4-BE49-F238E27FC236}">
                <a16:creationId xmlns:a16="http://schemas.microsoft.com/office/drawing/2014/main" id="{8986EA5F-D77D-4318-90E9-C04AA8ADC0D1}"/>
              </a:ext>
            </a:extLst>
          </p:cNvPr>
          <p:cNvSpPr>
            <a:spLocks noGrp="1"/>
          </p:cNvSpPr>
          <p:nvPr>
            <p:ph type="dt" sz="half" idx="10"/>
          </p:nvPr>
        </p:nvSpPr>
        <p:spPr/>
        <p:txBody>
          <a:bodyPr/>
          <a:lstStyle/>
          <a:p>
            <a:fld id="{6489D9C7-5DC6-4263-87FF-7C99F6FB63C3}" type="datetime1">
              <a:rPr lang="zh-CN" altLang="en-US" smtClean="0"/>
              <a:pPr/>
              <a:t>2026/1/3</a:t>
            </a:fld>
            <a:endParaRPr lang="zh-CN" altLang="en-US"/>
          </a:p>
        </p:txBody>
      </p:sp>
      <p:sp>
        <p:nvSpPr>
          <p:cNvPr id="4" name="Footer Placeholder 3">
            <a:extLst>
              <a:ext uri="{FF2B5EF4-FFF2-40B4-BE49-F238E27FC236}">
                <a16:creationId xmlns:a16="http://schemas.microsoft.com/office/drawing/2014/main" id="{00832621-D9D9-445E-BFF9-F8348FA1E262}"/>
              </a:ext>
            </a:extLst>
          </p:cNvPr>
          <p:cNvSpPr>
            <a:spLocks noGrp="1"/>
          </p:cNvSpPr>
          <p:nvPr>
            <p:ph type="ftr" sz="quarter" idx="11"/>
          </p:nvPr>
        </p:nvSpPr>
        <p:spPr/>
        <p:txBody>
          <a:bodyPr/>
          <a:lstStyle/>
          <a:p>
            <a:r>
              <a:rPr lang="en-US" altLang="zh-CN" dirty="0"/>
              <a:t>www.islide.cc</a:t>
            </a:r>
            <a:endParaRPr lang="zh-CN" altLang="en-US" dirty="0"/>
          </a:p>
        </p:txBody>
      </p:sp>
      <p:sp>
        <p:nvSpPr>
          <p:cNvPr id="5" name="Slide Number Placeholder 4">
            <a:extLst>
              <a:ext uri="{FF2B5EF4-FFF2-40B4-BE49-F238E27FC236}">
                <a16:creationId xmlns:a16="http://schemas.microsoft.com/office/drawing/2014/main" id="{8371151B-F790-4A9F-962F-B8718A9560A9}"/>
              </a:ext>
            </a:extLst>
          </p:cNvPr>
          <p:cNvSpPr>
            <a:spLocks noGrp="1"/>
          </p:cNvSpPr>
          <p:nvPr>
            <p:ph type="sldNum" sz="quarter" idx="12"/>
          </p:nvPr>
        </p:nvSpPr>
        <p:spPr/>
        <p:txBody>
          <a:bodyPr/>
          <a:lstStyle/>
          <a:p>
            <a:fld id="{5DD3DB80-B894-403A-B48E-6FDC1A72010E}" type="slidenum">
              <a:rPr lang="zh-CN" altLang="en-US" smtClean="0"/>
              <a:pPr/>
              <a:t>‹#›</a:t>
            </a:fld>
            <a:endParaRPr lang="zh-CN" altLang="en-US"/>
          </a:p>
        </p:txBody>
      </p:sp>
    </p:spTree>
    <p:extLst>
      <p:ext uri="{BB962C8B-B14F-4D97-AF65-F5344CB8AC3E}">
        <p14:creationId xmlns:p14="http://schemas.microsoft.com/office/powerpoint/2010/main" val="12841762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4177286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76" name="矩形 75">
            <a:extLst>
              <a:ext uri="{FF2B5EF4-FFF2-40B4-BE49-F238E27FC236}">
                <a16:creationId xmlns:a16="http://schemas.microsoft.com/office/drawing/2014/main" id="{818B7027-5C92-45CB-BBAA-AB7DCDF6E2EB}"/>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标题 1"/>
          <p:cNvSpPr>
            <a:spLocks noGrp="1"/>
          </p:cNvSpPr>
          <p:nvPr userDrawn="1">
            <p:ph type="ctrTitle" hasCustomPrompt="1"/>
          </p:nvPr>
        </p:nvSpPr>
        <p:spPr>
          <a:xfrm>
            <a:off x="6405683" y="1846467"/>
            <a:ext cx="5079462" cy="1621509"/>
          </a:xfrm>
        </p:spPr>
        <p:txBody>
          <a:bodyPr anchor="b">
            <a:normAutofit/>
          </a:bodyPr>
          <a:lstStyle>
            <a:lvl1pPr marL="0" indent="0" algn="l">
              <a:buFont typeface="Arial" panose="020B0604020202020204" pitchFamily="34" charset="0"/>
              <a:buNone/>
              <a:defRPr sz="3200">
                <a:solidFill>
                  <a:schemeClr val="bg1"/>
                </a:solidFill>
              </a:defRPr>
            </a:lvl1pPr>
          </a:lstStyle>
          <a:p>
            <a:r>
              <a:rPr lang="en-US" altLang="zh-CN" dirty="0"/>
              <a:t>Conclusion</a:t>
            </a:r>
            <a:endParaRPr lang="zh-CN" altLang="en-US" dirty="0"/>
          </a:p>
        </p:txBody>
      </p:sp>
      <p:sp>
        <p:nvSpPr>
          <p:cNvPr id="15" name="文本占位符 62"/>
          <p:cNvSpPr>
            <a:spLocks noGrp="1"/>
          </p:cNvSpPr>
          <p:nvPr userDrawn="1">
            <p:ph type="body" sz="quarter" idx="18" hasCustomPrompt="1"/>
          </p:nvPr>
        </p:nvSpPr>
        <p:spPr>
          <a:xfrm>
            <a:off x="6405683" y="4152703"/>
            <a:ext cx="5079462" cy="310871"/>
          </a:xfrm>
        </p:spPr>
        <p:txBody>
          <a:bodyPr vert="horz" lIns="91440" tIns="45720" rIns="91440" bIns="45720" rtlCol="0">
            <a:normAutofit/>
          </a:bodyPr>
          <a:lstStyle>
            <a:lvl1pPr marL="0" indent="0" algn="l">
              <a:buNone/>
              <a:defRPr lang="zh-CN" altLang="en-US" sz="1500" smtClean="0">
                <a:solidFill>
                  <a:schemeClr val="bg1"/>
                </a:solidFill>
              </a:defRPr>
            </a:lvl1pPr>
            <a:lvl2pPr>
              <a:defRPr lang="zh-CN" altLang="en-US" sz="2000" smtClean="0"/>
            </a:lvl2pPr>
            <a:lvl3pPr>
              <a:defRPr lang="zh-CN" altLang="en-US" sz="1800" smtClean="0"/>
            </a:lvl3pPr>
            <a:lvl4pPr>
              <a:defRPr lang="zh-CN" altLang="en-US" sz="1600" smtClean="0"/>
            </a:lvl4pPr>
            <a:lvl5pPr>
              <a:defRPr lang="zh-CN" altLang="en-US" sz="1600"/>
            </a:lvl5pPr>
          </a:lstStyle>
          <a:p>
            <a:pPr marL="228589" marR="0" lvl="0" indent="-228589" fontAlgn="auto">
              <a:spcAft>
                <a:spcPts val="0"/>
              </a:spcAft>
              <a:buClrTx/>
              <a:buSzTx/>
              <a:tabLst/>
            </a:pPr>
            <a:r>
              <a:rPr lang="en-US" altLang="zh-CN" dirty="0"/>
              <a:t>Data</a:t>
            </a:r>
          </a:p>
        </p:txBody>
      </p:sp>
      <p:sp>
        <p:nvSpPr>
          <p:cNvPr id="6" name="文本占位符 13">
            <a:extLst>
              <a:ext uri="{FF2B5EF4-FFF2-40B4-BE49-F238E27FC236}">
                <a16:creationId xmlns:a16="http://schemas.microsoft.com/office/drawing/2014/main" id="{05EBDA4F-7210-4CAE-8333-80DB24212E78}"/>
              </a:ext>
            </a:extLst>
          </p:cNvPr>
          <p:cNvSpPr>
            <a:spLocks noGrp="1"/>
          </p:cNvSpPr>
          <p:nvPr>
            <p:ph type="body" sz="quarter" idx="10" hasCustomPrompt="1"/>
          </p:nvPr>
        </p:nvSpPr>
        <p:spPr>
          <a:xfrm>
            <a:off x="6405685" y="3856432"/>
            <a:ext cx="5079462" cy="296271"/>
          </a:xfrm>
        </p:spPr>
        <p:txBody>
          <a:bodyPr vert="horz" anchor="ctr">
            <a:noAutofit/>
          </a:bodyPr>
          <a:lstStyle>
            <a:lvl1pPr marL="0" indent="0" algn="l">
              <a:buNone/>
              <a:defRPr sz="1500" b="0">
                <a:solidFill>
                  <a:schemeClr val="bg1"/>
                </a:solidFill>
              </a:defRPr>
            </a:lvl1pPr>
            <a:lvl2pPr marL="457177" indent="0">
              <a:buNone/>
              <a:defRPr/>
            </a:lvl2pPr>
            <a:lvl3pPr marL="914353" indent="0">
              <a:buNone/>
              <a:defRPr/>
            </a:lvl3pPr>
            <a:lvl4pPr marL="1371531" indent="0">
              <a:buNone/>
              <a:defRPr/>
            </a:lvl4pPr>
            <a:lvl5pPr marL="1828709" indent="0">
              <a:buNone/>
              <a:defRPr/>
            </a:lvl5pPr>
          </a:lstStyle>
          <a:p>
            <a:pPr lvl="0"/>
            <a:r>
              <a:rPr lang="en-US" altLang="zh-CN" dirty="0"/>
              <a:t>Signature</a:t>
            </a:r>
          </a:p>
        </p:txBody>
      </p:sp>
      <p:grpSp>
        <p:nvGrpSpPr>
          <p:cNvPr id="5" name="组合 4">
            <a:extLst>
              <a:ext uri="{FF2B5EF4-FFF2-40B4-BE49-F238E27FC236}">
                <a16:creationId xmlns:a16="http://schemas.microsoft.com/office/drawing/2014/main" id="{53383A2F-1BBF-442C-B637-EC75AFBB314F}"/>
              </a:ext>
            </a:extLst>
          </p:cNvPr>
          <p:cNvGrpSpPr/>
          <p:nvPr userDrawn="1"/>
        </p:nvGrpSpPr>
        <p:grpSpPr>
          <a:xfrm flipH="1">
            <a:off x="140435" y="835838"/>
            <a:ext cx="9680127" cy="5377577"/>
            <a:chOff x="4656138" y="2437995"/>
            <a:chExt cx="6846887" cy="3803634"/>
          </a:xfrm>
        </p:grpSpPr>
        <p:sp>
          <p:nvSpPr>
            <p:cNvPr id="7" name="椭圆 6">
              <a:extLst>
                <a:ext uri="{FF2B5EF4-FFF2-40B4-BE49-F238E27FC236}">
                  <a16:creationId xmlns:a16="http://schemas.microsoft.com/office/drawing/2014/main" id="{9C554A3D-024E-478A-AA3F-7C9AC070E6DE}"/>
                </a:ext>
              </a:extLst>
            </p:cNvPr>
            <p:cNvSpPr/>
            <p:nvPr userDrawn="1"/>
          </p:nvSpPr>
          <p:spPr>
            <a:xfrm>
              <a:off x="9791994" y="5509651"/>
              <a:ext cx="564315" cy="317874"/>
            </a:xfrm>
            <a:prstGeom prst="ellipse">
              <a:avLst/>
            </a:prstGeom>
            <a:gradFill flip="none" rotWithShape="1">
              <a:gsLst>
                <a:gs pos="100000">
                  <a:srgbClr val="1D296C"/>
                </a:gs>
                <a:gs pos="52000">
                  <a:srgbClr val="2B6C95"/>
                </a:gs>
                <a:gs pos="68000">
                  <a:srgbClr val="265989"/>
                </a:gs>
                <a:gs pos="17000">
                  <a:srgbClr val="36A6B8"/>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a:extLst>
                <a:ext uri="{FF2B5EF4-FFF2-40B4-BE49-F238E27FC236}">
                  <a16:creationId xmlns:a16="http://schemas.microsoft.com/office/drawing/2014/main" id="{7CC78CBC-9FE1-4BEC-900F-4C15400789B4}"/>
                </a:ext>
              </a:extLst>
            </p:cNvPr>
            <p:cNvSpPr/>
            <p:nvPr userDrawn="1"/>
          </p:nvSpPr>
          <p:spPr>
            <a:xfrm>
              <a:off x="8951536" y="5923755"/>
              <a:ext cx="564315" cy="317874"/>
            </a:xfrm>
            <a:prstGeom prst="ellipse">
              <a:avLst/>
            </a:prstGeom>
            <a:gradFill flip="none" rotWithShape="1">
              <a:gsLst>
                <a:gs pos="100000">
                  <a:srgbClr val="1D296C"/>
                </a:gs>
                <a:gs pos="52000">
                  <a:srgbClr val="2B6C95"/>
                </a:gs>
                <a:gs pos="68000">
                  <a:srgbClr val="265989"/>
                </a:gs>
                <a:gs pos="17000">
                  <a:srgbClr val="36A6B8"/>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a:extLst>
                <a:ext uri="{FF2B5EF4-FFF2-40B4-BE49-F238E27FC236}">
                  <a16:creationId xmlns:a16="http://schemas.microsoft.com/office/drawing/2014/main" id="{22C2BE32-0DCF-4892-BE44-3D28A9D09EA9}"/>
                </a:ext>
              </a:extLst>
            </p:cNvPr>
            <p:cNvSpPr/>
            <p:nvPr userDrawn="1"/>
          </p:nvSpPr>
          <p:spPr>
            <a:xfrm>
              <a:off x="7681196" y="5266157"/>
              <a:ext cx="564315" cy="317874"/>
            </a:xfrm>
            <a:prstGeom prst="ellipse">
              <a:avLst/>
            </a:prstGeom>
            <a:gradFill flip="none" rotWithShape="1">
              <a:gsLst>
                <a:gs pos="100000">
                  <a:srgbClr val="1D296C"/>
                </a:gs>
                <a:gs pos="52000">
                  <a:srgbClr val="2B6C95"/>
                </a:gs>
                <a:gs pos="68000">
                  <a:srgbClr val="265989"/>
                </a:gs>
                <a:gs pos="17000">
                  <a:srgbClr val="36A6B8"/>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a:extLst>
                <a:ext uri="{FF2B5EF4-FFF2-40B4-BE49-F238E27FC236}">
                  <a16:creationId xmlns:a16="http://schemas.microsoft.com/office/drawing/2014/main" id="{4EE4A866-47D1-4299-A8BC-68ECE5F053D6}"/>
                </a:ext>
              </a:extLst>
            </p:cNvPr>
            <p:cNvSpPr/>
            <p:nvPr userDrawn="1"/>
          </p:nvSpPr>
          <p:spPr>
            <a:xfrm>
              <a:off x="6269331" y="5704329"/>
              <a:ext cx="564315" cy="317874"/>
            </a:xfrm>
            <a:prstGeom prst="ellipse">
              <a:avLst/>
            </a:prstGeom>
            <a:gradFill flip="none" rotWithShape="1">
              <a:gsLst>
                <a:gs pos="100000">
                  <a:srgbClr val="1D296C"/>
                </a:gs>
                <a:gs pos="52000">
                  <a:srgbClr val="2B6C95"/>
                </a:gs>
                <a:gs pos="68000">
                  <a:srgbClr val="265989"/>
                </a:gs>
                <a:gs pos="20000">
                  <a:srgbClr val="36A6B8"/>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Freeform 5">
              <a:extLst>
                <a:ext uri="{FF2B5EF4-FFF2-40B4-BE49-F238E27FC236}">
                  <a16:creationId xmlns:a16="http://schemas.microsoft.com/office/drawing/2014/main" id="{368F80A6-5641-486A-AF6D-506CE3D7ECA5}"/>
                </a:ext>
              </a:extLst>
            </p:cNvPr>
            <p:cNvSpPr>
              <a:spLocks/>
            </p:cNvSpPr>
            <p:nvPr userDrawn="1"/>
          </p:nvSpPr>
          <p:spPr bwMode="auto">
            <a:xfrm>
              <a:off x="4656138" y="4818063"/>
              <a:ext cx="6846887" cy="1335087"/>
            </a:xfrm>
            <a:custGeom>
              <a:avLst/>
              <a:gdLst>
                <a:gd name="T0" fmla="*/ 2059 w 2076"/>
                <a:gd name="T1" fmla="*/ 0 h 404"/>
                <a:gd name="T2" fmla="*/ 2053 w 2076"/>
                <a:gd name="T3" fmla="*/ 2 h 404"/>
                <a:gd name="T4" fmla="*/ 1420 w 2076"/>
                <a:gd name="T5" fmla="*/ 368 h 404"/>
                <a:gd name="T6" fmla="*/ 1388 w 2076"/>
                <a:gd name="T7" fmla="*/ 376 h 404"/>
                <a:gd name="T8" fmla="*/ 1357 w 2076"/>
                <a:gd name="T9" fmla="*/ 368 h 404"/>
                <a:gd name="T10" fmla="*/ 949 w 2076"/>
                <a:gd name="T11" fmla="*/ 132 h 404"/>
                <a:gd name="T12" fmla="*/ 903 w 2076"/>
                <a:gd name="T13" fmla="*/ 120 h 404"/>
                <a:gd name="T14" fmla="*/ 858 w 2076"/>
                <a:gd name="T15" fmla="*/ 132 h 404"/>
                <a:gd name="T16" fmla="*/ 521 w 2076"/>
                <a:gd name="T17" fmla="*/ 326 h 404"/>
                <a:gd name="T18" fmla="*/ 490 w 2076"/>
                <a:gd name="T19" fmla="*/ 335 h 404"/>
                <a:gd name="T20" fmla="*/ 459 w 2076"/>
                <a:gd name="T21" fmla="*/ 326 h 404"/>
                <a:gd name="T22" fmla="*/ 23 w 2076"/>
                <a:gd name="T23" fmla="*/ 75 h 404"/>
                <a:gd name="T24" fmla="*/ 16 w 2076"/>
                <a:gd name="T25" fmla="*/ 73 h 404"/>
                <a:gd name="T26" fmla="*/ 4 w 2076"/>
                <a:gd name="T27" fmla="*/ 80 h 404"/>
                <a:gd name="T28" fmla="*/ 9 w 2076"/>
                <a:gd name="T29" fmla="*/ 99 h 404"/>
                <a:gd name="T30" fmla="*/ 445 w 2076"/>
                <a:gd name="T31" fmla="*/ 351 h 404"/>
                <a:gd name="T32" fmla="*/ 490 w 2076"/>
                <a:gd name="T33" fmla="*/ 363 h 404"/>
                <a:gd name="T34" fmla="*/ 535 w 2076"/>
                <a:gd name="T35" fmla="*/ 351 h 404"/>
                <a:gd name="T36" fmla="*/ 872 w 2076"/>
                <a:gd name="T37" fmla="*/ 156 h 404"/>
                <a:gd name="T38" fmla="*/ 903 w 2076"/>
                <a:gd name="T39" fmla="*/ 148 h 404"/>
                <a:gd name="T40" fmla="*/ 935 w 2076"/>
                <a:gd name="T41" fmla="*/ 156 h 404"/>
                <a:gd name="T42" fmla="*/ 1343 w 2076"/>
                <a:gd name="T43" fmla="*/ 392 h 404"/>
                <a:gd name="T44" fmla="*/ 1388 w 2076"/>
                <a:gd name="T45" fmla="*/ 404 h 404"/>
                <a:gd name="T46" fmla="*/ 1434 w 2076"/>
                <a:gd name="T47" fmla="*/ 392 h 404"/>
                <a:gd name="T48" fmla="*/ 2067 w 2076"/>
                <a:gd name="T49" fmla="*/ 26 h 404"/>
                <a:gd name="T50" fmla="*/ 2072 w 2076"/>
                <a:gd name="T51" fmla="*/ 7 h 404"/>
                <a:gd name="T52" fmla="*/ 2059 w 2076"/>
                <a:gd name="T53" fmla="*/ 0 h 4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076" h="404">
                  <a:moveTo>
                    <a:pt x="2059" y="0"/>
                  </a:moveTo>
                  <a:cubicBezTo>
                    <a:pt x="2057" y="0"/>
                    <a:pt x="2055" y="1"/>
                    <a:pt x="2053" y="2"/>
                  </a:cubicBezTo>
                  <a:cubicBezTo>
                    <a:pt x="1420" y="368"/>
                    <a:pt x="1420" y="368"/>
                    <a:pt x="1420" y="368"/>
                  </a:cubicBezTo>
                  <a:cubicBezTo>
                    <a:pt x="1410" y="373"/>
                    <a:pt x="1399" y="376"/>
                    <a:pt x="1388" y="376"/>
                  </a:cubicBezTo>
                  <a:cubicBezTo>
                    <a:pt x="1378" y="376"/>
                    <a:pt x="1367" y="373"/>
                    <a:pt x="1357" y="368"/>
                  </a:cubicBezTo>
                  <a:cubicBezTo>
                    <a:pt x="949" y="132"/>
                    <a:pt x="949" y="132"/>
                    <a:pt x="949" y="132"/>
                  </a:cubicBezTo>
                  <a:cubicBezTo>
                    <a:pt x="935" y="124"/>
                    <a:pt x="919" y="120"/>
                    <a:pt x="903" y="120"/>
                  </a:cubicBezTo>
                  <a:cubicBezTo>
                    <a:pt x="888" y="120"/>
                    <a:pt x="872" y="124"/>
                    <a:pt x="858" y="132"/>
                  </a:cubicBezTo>
                  <a:cubicBezTo>
                    <a:pt x="521" y="326"/>
                    <a:pt x="521" y="326"/>
                    <a:pt x="521" y="326"/>
                  </a:cubicBezTo>
                  <a:cubicBezTo>
                    <a:pt x="511" y="332"/>
                    <a:pt x="501" y="335"/>
                    <a:pt x="490" y="335"/>
                  </a:cubicBezTo>
                  <a:cubicBezTo>
                    <a:pt x="479" y="335"/>
                    <a:pt x="468" y="332"/>
                    <a:pt x="459" y="326"/>
                  </a:cubicBezTo>
                  <a:cubicBezTo>
                    <a:pt x="23" y="75"/>
                    <a:pt x="23" y="75"/>
                    <a:pt x="23" y="75"/>
                  </a:cubicBezTo>
                  <a:cubicBezTo>
                    <a:pt x="21" y="74"/>
                    <a:pt x="19" y="73"/>
                    <a:pt x="16" y="73"/>
                  </a:cubicBezTo>
                  <a:cubicBezTo>
                    <a:pt x="11" y="73"/>
                    <a:pt x="7" y="76"/>
                    <a:pt x="4" y="80"/>
                  </a:cubicBezTo>
                  <a:cubicBezTo>
                    <a:pt x="0" y="87"/>
                    <a:pt x="3" y="95"/>
                    <a:pt x="9" y="99"/>
                  </a:cubicBezTo>
                  <a:cubicBezTo>
                    <a:pt x="445" y="351"/>
                    <a:pt x="445" y="351"/>
                    <a:pt x="445" y="351"/>
                  </a:cubicBezTo>
                  <a:cubicBezTo>
                    <a:pt x="459" y="359"/>
                    <a:pt x="474" y="363"/>
                    <a:pt x="490" y="363"/>
                  </a:cubicBezTo>
                  <a:cubicBezTo>
                    <a:pt x="506" y="363"/>
                    <a:pt x="521" y="359"/>
                    <a:pt x="535" y="351"/>
                  </a:cubicBezTo>
                  <a:cubicBezTo>
                    <a:pt x="872" y="156"/>
                    <a:pt x="872" y="156"/>
                    <a:pt x="872" y="156"/>
                  </a:cubicBezTo>
                  <a:cubicBezTo>
                    <a:pt x="882" y="150"/>
                    <a:pt x="893" y="148"/>
                    <a:pt x="903" y="148"/>
                  </a:cubicBezTo>
                  <a:cubicBezTo>
                    <a:pt x="914" y="148"/>
                    <a:pt x="925" y="150"/>
                    <a:pt x="935" y="156"/>
                  </a:cubicBezTo>
                  <a:cubicBezTo>
                    <a:pt x="1343" y="392"/>
                    <a:pt x="1343" y="392"/>
                    <a:pt x="1343" y="392"/>
                  </a:cubicBezTo>
                  <a:cubicBezTo>
                    <a:pt x="1357" y="400"/>
                    <a:pt x="1373" y="404"/>
                    <a:pt x="1388" y="404"/>
                  </a:cubicBezTo>
                  <a:cubicBezTo>
                    <a:pt x="1404" y="404"/>
                    <a:pt x="1420" y="400"/>
                    <a:pt x="1434" y="392"/>
                  </a:cubicBezTo>
                  <a:cubicBezTo>
                    <a:pt x="2067" y="26"/>
                    <a:pt x="2067" y="26"/>
                    <a:pt x="2067" y="26"/>
                  </a:cubicBezTo>
                  <a:cubicBezTo>
                    <a:pt x="2073" y="23"/>
                    <a:pt x="2076" y="14"/>
                    <a:pt x="2072" y="7"/>
                  </a:cubicBezTo>
                  <a:cubicBezTo>
                    <a:pt x="2069" y="3"/>
                    <a:pt x="2064" y="0"/>
                    <a:pt x="2059" y="0"/>
                  </a:cubicBezTo>
                </a:path>
              </a:pathLst>
            </a:custGeom>
            <a:gradFill>
              <a:gsLst>
                <a:gs pos="74000">
                  <a:srgbClr val="2D7C9E">
                    <a:alpha val="50000"/>
                  </a:srgbClr>
                </a:gs>
                <a:gs pos="37000">
                  <a:srgbClr val="41E4DE">
                    <a:alpha val="50000"/>
                  </a:srgbClr>
                </a:gs>
                <a:gs pos="0">
                  <a:srgbClr val="19145F">
                    <a:alpha val="50000"/>
                  </a:srgbClr>
                </a:gs>
                <a:gs pos="100000">
                  <a:srgbClr val="19125E">
                    <a:alpha val="50000"/>
                  </a:srgbClr>
                </a:gs>
              </a:gsLst>
              <a:lin ang="0" scaled="0"/>
            </a:gra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2" name="Freeform 6">
              <a:extLst>
                <a:ext uri="{FF2B5EF4-FFF2-40B4-BE49-F238E27FC236}">
                  <a16:creationId xmlns:a16="http://schemas.microsoft.com/office/drawing/2014/main" id="{EC823025-CC4D-448B-B923-ED6EE7BAFF8B}"/>
                </a:ext>
              </a:extLst>
            </p:cNvPr>
            <p:cNvSpPr>
              <a:spLocks noEditPoints="1"/>
            </p:cNvSpPr>
            <p:nvPr userDrawn="1"/>
          </p:nvSpPr>
          <p:spPr bwMode="auto">
            <a:xfrm>
              <a:off x="7640638" y="3989388"/>
              <a:ext cx="3186112" cy="1830387"/>
            </a:xfrm>
            <a:custGeom>
              <a:avLst/>
              <a:gdLst>
                <a:gd name="T0" fmla="*/ 483 w 966"/>
                <a:gd name="T1" fmla="*/ 466 h 554"/>
                <a:gd name="T2" fmla="*/ 157 w 966"/>
                <a:gd name="T3" fmla="*/ 277 h 554"/>
                <a:gd name="T4" fmla="*/ 483 w 966"/>
                <a:gd name="T5" fmla="*/ 89 h 554"/>
                <a:gd name="T6" fmla="*/ 810 w 966"/>
                <a:gd name="T7" fmla="*/ 277 h 554"/>
                <a:gd name="T8" fmla="*/ 483 w 966"/>
                <a:gd name="T9" fmla="*/ 466 h 554"/>
                <a:gd name="T10" fmla="*/ 483 w 966"/>
                <a:gd name="T11" fmla="*/ 48 h 554"/>
                <a:gd name="T12" fmla="*/ 472 w 966"/>
                <a:gd name="T13" fmla="*/ 51 h 554"/>
                <a:gd name="T14" fmla="*/ 82 w 966"/>
                <a:gd name="T15" fmla="*/ 276 h 554"/>
                <a:gd name="T16" fmla="*/ 81 w 966"/>
                <a:gd name="T17" fmla="*/ 277 h 554"/>
                <a:gd name="T18" fmla="*/ 82 w 966"/>
                <a:gd name="T19" fmla="*/ 278 h 554"/>
                <a:gd name="T20" fmla="*/ 472 w 966"/>
                <a:gd name="T21" fmla="*/ 503 h 554"/>
                <a:gd name="T22" fmla="*/ 472 w 966"/>
                <a:gd name="T23" fmla="*/ 503 h 554"/>
                <a:gd name="T24" fmla="*/ 483 w 966"/>
                <a:gd name="T25" fmla="*/ 506 h 554"/>
                <a:gd name="T26" fmla="*/ 494 w 966"/>
                <a:gd name="T27" fmla="*/ 503 h 554"/>
                <a:gd name="T28" fmla="*/ 884 w 966"/>
                <a:gd name="T29" fmla="*/ 278 h 554"/>
                <a:gd name="T30" fmla="*/ 885 w 966"/>
                <a:gd name="T31" fmla="*/ 277 h 554"/>
                <a:gd name="T32" fmla="*/ 884 w 966"/>
                <a:gd name="T33" fmla="*/ 276 h 554"/>
                <a:gd name="T34" fmla="*/ 494 w 966"/>
                <a:gd name="T35" fmla="*/ 51 h 554"/>
                <a:gd name="T36" fmla="*/ 483 w 966"/>
                <a:gd name="T37" fmla="*/ 48 h 554"/>
                <a:gd name="T38" fmla="*/ 483 w 966"/>
                <a:gd name="T39" fmla="*/ 518 h 554"/>
                <a:gd name="T40" fmla="*/ 466 w 966"/>
                <a:gd name="T41" fmla="*/ 514 h 554"/>
                <a:gd name="T42" fmla="*/ 466 w 966"/>
                <a:gd name="T43" fmla="*/ 514 h 554"/>
                <a:gd name="T44" fmla="*/ 76 w 966"/>
                <a:gd name="T45" fmla="*/ 289 h 554"/>
                <a:gd name="T46" fmla="*/ 69 w 966"/>
                <a:gd name="T47" fmla="*/ 277 h 554"/>
                <a:gd name="T48" fmla="*/ 76 w 966"/>
                <a:gd name="T49" fmla="*/ 266 h 554"/>
                <a:gd name="T50" fmla="*/ 466 w 966"/>
                <a:gd name="T51" fmla="*/ 41 h 554"/>
                <a:gd name="T52" fmla="*/ 483 w 966"/>
                <a:gd name="T53" fmla="*/ 36 h 554"/>
                <a:gd name="T54" fmla="*/ 500 w 966"/>
                <a:gd name="T55" fmla="*/ 41 h 554"/>
                <a:gd name="T56" fmla="*/ 890 w 966"/>
                <a:gd name="T57" fmla="*/ 266 h 554"/>
                <a:gd name="T58" fmla="*/ 897 w 966"/>
                <a:gd name="T59" fmla="*/ 277 h 554"/>
                <a:gd name="T60" fmla="*/ 890 w 966"/>
                <a:gd name="T61" fmla="*/ 289 h 554"/>
                <a:gd name="T62" fmla="*/ 500 w 966"/>
                <a:gd name="T63" fmla="*/ 514 h 554"/>
                <a:gd name="T64" fmla="*/ 483 w 966"/>
                <a:gd name="T65" fmla="*/ 518 h 554"/>
                <a:gd name="T66" fmla="*/ 483 w 966"/>
                <a:gd name="T67" fmla="*/ 0 h 554"/>
                <a:gd name="T68" fmla="*/ 462 w 966"/>
                <a:gd name="T69" fmla="*/ 6 h 554"/>
                <a:gd name="T70" fmla="*/ 7 w 966"/>
                <a:gd name="T71" fmla="*/ 269 h 554"/>
                <a:gd name="T72" fmla="*/ 7 w 966"/>
                <a:gd name="T73" fmla="*/ 286 h 554"/>
                <a:gd name="T74" fmla="*/ 462 w 966"/>
                <a:gd name="T75" fmla="*/ 548 h 554"/>
                <a:gd name="T76" fmla="*/ 483 w 966"/>
                <a:gd name="T77" fmla="*/ 554 h 554"/>
                <a:gd name="T78" fmla="*/ 505 w 966"/>
                <a:gd name="T79" fmla="*/ 548 h 554"/>
                <a:gd name="T80" fmla="*/ 960 w 966"/>
                <a:gd name="T81" fmla="*/ 286 h 554"/>
                <a:gd name="T82" fmla="*/ 960 w 966"/>
                <a:gd name="T83" fmla="*/ 269 h 554"/>
                <a:gd name="T84" fmla="*/ 505 w 966"/>
                <a:gd name="T85" fmla="*/ 6 h 554"/>
                <a:gd name="T86" fmla="*/ 483 w 966"/>
                <a:gd name="T87" fmla="*/ 0 h 5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966" h="554">
                  <a:moveTo>
                    <a:pt x="483" y="466"/>
                  </a:moveTo>
                  <a:cubicBezTo>
                    <a:pt x="157" y="277"/>
                    <a:pt x="157" y="277"/>
                    <a:pt x="157" y="277"/>
                  </a:cubicBezTo>
                  <a:cubicBezTo>
                    <a:pt x="483" y="89"/>
                    <a:pt x="483" y="89"/>
                    <a:pt x="483" y="89"/>
                  </a:cubicBezTo>
                  <a:cubicBezTo>
                    <a:pt x="810" y="277"/>
                    <a:pt x="810" y="277"/>
                    <a:pt x="810" y="277"/>
                  </a:cubicBezTo>
                  <a:cubicBezTo>
                    <a:pt x="483" y="466"/>
                    <a:pt x="483" y="466"/>
                    <a:pt x="483" y="466"/>
                  </a:cubicBezTo>
                  <a:moveTo>
                    <a:pt x="483" y="48"/>
                  </a:moveTo>
                  <a:cubicBezTo>
                    <a:pt x="479" y="48"/>
                    <a:pt x="475" y="49"/>
                    <a:pt x="472" y="51"/>
                  </a:cubicBezTo>
                  <a:cubicBezTo>
                    <a:pt x="82" y="276"/>
                    <a:pt x="82" y="276"/>
                    <a:pt x="82" y="276"/>
                  </a:cubicBezTo>
                  <a:cubicBezTo>
                    <a:pt x="82" y="277"/>
                    <a:pt x="81" y="277"/>
                    <a:pt x="81" y="277"/>
                  </a:cubicBezTo>
                  <a:cubicBezTo>
                    <a:pt x="81" y="278"/>
                    <a:pt x="82" y="278"/>
                    <a:pt x="82" y="278"/>
                  </a:cubicBezTo>
                  <a:cubicBezTo>
                    <a:pt x="472" y="503"/>
                    <a:pt x="472" y="503"/>
                    <a:pt x="472" y="503"/>
                  </a:cubicBezTo>
                  <a:cubicBezTo>
                    <a:pt x="472" y="503"/>
                    <a:pt x="472" y="503"/>
                    <a:pt x="472" y="503"/>
                  </a:cubicBezTo>
                  <a:cubicBezTo>
                    <a:pt x="475" y="505"/>
                    <a:pt x="479" y="506"/>
                    <a:pt x="483" y="506"/>
                  </a:cubicBezTo>
                  <a:cubicBezTo>
                    <a:pt x="487" y="506"/>
                    <a:pt x="491" y="505"/>
                    <a:pt x="494" y="503"/>
                  </a:cubicBezTo>
                  <a:cubicBezTo>
                    <a:pt x="884" y="278"/>
                    <a:pt x="884" y="278"/>
                    <a:pt x="884" y="278"/>
                  </a:cubicBezTo>
                  <a:cubicBezTo>
                    <a:pt x="885" y="278"/>
                    <a:pt x="885" y="278"/>
                    <a:pt x="885" y="277"/>
                  </a:cubicBezTo>
                  <a:cubicBezTo>
                    <a:pt x="885" y="277"/>
                    <a:pt x="885" y="277"/>
                    <a:pt x="884" y="276"/>
                  </a:cubicBezTo>
                  <a:cubicBezTo>
                    <a:pt x="494" y="51"/>
                    <a:pt x="494" y="51"/>
                    <a:pt x="494" y="51"/>
                  </a:cubicBezTo>
                  <a:cubicBezTo>
                    <a:pt x="491" y="49"/>
                    <a:pt x="487" y="48"/>
                    <a:pt x="483" y="48"/>
                  </a:cubicBezTo>
                  <a:moveTo>
                    <a:pt x="483" y="518"/>
                  </a:moveTo>
                  <a:cubicBezTo>
                    <a:pt x="477" y="518"/>
                    <a:pt x="471" y="517"/>
                    <a:pt x="466" y="514"/>
                  </a:cubicBezTo>
                  <a:cubicBezTo>
                    <a:pt x="466" y="514"/>
                    <a:pt x="466" y="514"/>
                    <a:pt x="466" y="514"/>
                  </a:cubicBezTo>
                  <a:cubicBezTo>
                    <a:pt x="76" y="289"/>
                    <a:pt x="76" y="289"/>
                    <a:pt x="76" y="289"/>
                  </a:cubicBezTo>
                  <a:cubicBezTo>
                    <a:pt x="72" y="286"/>
                    <a:pt x="69" y="282"/>
                    <a:pt x="69" y="277"/>
                  </a:cubicBezTo>
                  <a:cubicBezTo>
                    <a:pt x="69" y="273"/>
                    <a:pt x="72" y="268"/>
                    <a:pt x="76" y="266"/>
                  </a:cubicBezTo>
                  <a:cubicBezTo>
                    <a:pt x="466" y="41"/>
                    <a:pt x="466" y="41"/>
                    <a:pt x="466" y="41"/>
                  </a:cubicBezTo>
                  <a:cubicBezTo>
                    <a:pt x="471" y="38"/>
                    <a:pt x="477" y="36"/>
                    <a:pt x="483" y="36"/>
                  </a:cubicBezTo>
                  <a:cubicBezTo>
                    <a:pt x="489" y="36"/>
                    <a:pt x="495" y="38"/>
                    <a:pt x="500" y="41"/>
                  </a:cubicBezTo>
                  <a:cubicBezTo>
                    <a:pt x="890" y="266"/>
                    <a:pt x="890" y="266"/>
                    <a:pt x="890" y="266"/>
                  </a:cubicBezTo>
                  <a:cubicBezTo>
                    <a:pt x="894" y="268"/>
                    <a:pt x="897" y="273"/>
                    <a:pt x="897" y="277"/>
                  </a:cubicBezTo>
                  <a:cubicBezTo>
                    <a:pt x="897" y="282"/>
                    <a:pt x="894" y="286"/>
                    <a:pt x="890" y="289"/>
                  </a:cubicBezTo>
                  <a:cubicBezTo>
                    <a:pt x="500" y="514"/>
                    <a:pt x="500" y="514"/>
                    <a:pt x="500" y="514"/>
                  </a:cubicBezTo>
                  <a:cubicBezTo>
                    <a:pt x="495" y="517"/>
                    <a:pt x="489" y="518"/>
                    <a:pt x="483" y="518"/>
                  </a:cubicBezTo>
                  <a:moveTo>
                    <a:pt x="483" y="0"/>
                  </a:moveTo>
                  <a:cubicBezTo>
                    <a:pt x="476" y="0"/>
                    <a:pt x="468" y="2"/>
                    <a:pt x="462" y="6"/>
                  </a:cubicBezTo>
                  <a:cubicBezTo>
                    <a:pt x="7" y="269"/>
                    <a:pt x="7" y="269"/>
                    <a:pt x="7" y="269"/>
                  </a:cubicBezTo>
                  <a:cubicBezTo>
                    <a:pt x="0" y="273"/>
                    <a:pt x="0" y="282"/>
                    <a:pt x="7" y="286"/>
                  </a:cubicBezTo>
                  <a:cubicBezTo>
                    <a:pt x="462" y="548"/>
                    <a:pt x="462" y="548"/>
                    <a:pt x="462" y="548"/>
                  </a:cubicBezTo>
                  <a:cubicBezTo>
                    <a:pt x="468" y="552"/>
                    <a:pt x="476" y="554"/>
                    <a:pt x="483" y="554"/>
                  </a:cubicBezTo>
                  <a:cubicBezTo>
                    <a:pt x="491" y="554"/>
                    <a:pt x="498" y="552"/>
                    <a:pt x="505" y="548"/>
                  </a:cubicBezTo>
                  <a:cubicBezTo>
                    <a:pt x="960" y="286"/>
                    <a:pt x="960" y="286"/>
                    <a:pt x="960" y="286"/>
                  </a:cubicBezTo>
                  <a:cubicBezTo>
                    <a:pt x="966" y="282"/>
                    <a:pt x="966" y="273"/>
                    <a:pt x="960" y="269"/>
                  </a:cubicBezTo>
                  <a:cubicBezTo>
                    <a:pt x="505" y="6"/>
                    <a:pt x="505" y="6"/>
                    <a:pt x="505" y="6"/>
                  </a:cubicBezTo>
                  <a:cubicBezTo>
                    <a:pt x="498" y="2"/>
                    <a:pt x="491" y="0"/>
                    <a:pt x="483" y="0"/>
                  </a:cubicBezTo>
                </a:path>
              </a:pathLst>
            </a:custGeom>
            <a:solidFill>
              <a:srgbClr val="5E578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 name="Freeform 7">
              <a:extLst>
                <a:ext uri="{FF2B5EF4-FFF2-40B4-BE49-F238E27FC236}">
                  <a16:creationId xmlns:a16="http://schemas.microsoft.com/office/drawing/2014/main" id="{6DA1449B-9DF5-422D-8D4F-8ECFC57F0FC6}"/>
                </a:ext>
              </a:extLst>
            </p:cNvPr>
            <p:cNvSpPr>
              <a:spLocks noEditPoints="1"/>
            </p:cNvSpPr>
            <p:nvPr userDrawn="1"/>
          </p:nvSpPr>
          <p:spPr bwMode="auto">
            <a:xfrm>
              <a:off x="7869238" y="4108450"/>
              <a:ext cx="2730500" cy="1592262"/>
            </a:xfrm>
            <a:custGeom>
              <a:avLst/>
              <a:gdLst>
                <a:gd name="T0" fmla="*/ 403 w 828"/>
                <a:gd name="T1" fmla="*/ 467 h 482"/>
                <a:gd name="T2" fmla="*/ 13 w 828"/>
                <a:gd name="T3" fmla="*/ 242 h 482"/>
                <a:gd name="T4" fmla="*/ 12 w 828"/>
                <a:gd name="T5" fmla="*/ 241 h 482"/>
                <a:gd name="T6" fmla="*/ 13 w 828"/>
                <a:gd name="T7" fmla="*/ 240 h 482"/>
                <a:gd name="T8" fmla="*/ 403 w 828"/>
                <a:gd name="T9" fmla="*/ 15 h 482"/>
                <a:gd name="T10" fmla="*/ 414 w 828"/>
                <a:gd name="T11" fmla="*/ 12 h 482"/>
                <a:gd name="T12" fmla="*/ 425 w 828"/>
                <a:gd name="T13" fmla="*/ 15 h 482"/>
                <a:gd name="T14" fmla="*/ 815 w 828"/>
                <a:gd name="T15" fmla="*/ 240 h 482"/>
                <a:gd name="T16" fmla="*/ 816 w 828"/>
                <a:gd name="T17" fmla="*/ 241 h 482"/>
                <a:gd name="T18" fmla="*/ 815 w 828"/>
                <a:gd name="T19" fmla="*/ 242 h 482"/>
                <a:gd name="T20" fmla="*/ 425 w 828"/>
                <a:gd name="T21" fmla="*/ 467 h 482"/>
                <a:gd name="T22" fmla="*/ 414 w 828"/>
                <a:gd name="T23" fmla="*/ 470 h 482"/>
                <a:gd name="T24" fmla="*/ 403 w 828"/>
                <a:gd name="T25" fmla="*/ 467 h 482"/>
                <a:gd name="T26" fmla="*/ 403 w 828"/>
                <a:gd name="T27" fmla="*/ 467 h 482"/>
                <a:gd name="T28" fmla="*/ 414 w 828"/>
                <a:gd name="T29" fmla="*/ 0 h 482"/>
                <a:gd name="T30" fmla="*/ 397 w 828"/>
                <a:gd name="T31" fmla="*/ 5 h 482"/>
                <a:gd name="T32" fmla="*/ 7 w 828"/>
                <a:gd name="T33" fmla="*/ 230 h 482"/>
                <a:gd name="T34" fmla="*/ 0 w 828"/>
                <a:gd name="T35" fmla="*/ 241 h 482"/>
                <a:gd name="T36" fmla="*/ 7 w 828"/>
                <a:gd name="T37" fmla="*/ 253 h 482"/>
                <a:gd name="T38" fmla="*/ 397 w 828"/>
                <a:gd name="T39" fmla="*/ 478 h 482"/>
                <a:gd name="T40" fmla="*/ 397 w 828"/>
                <a:gd name="T41" fmla="*/ 478 h 482"/>
                <a:gd name="T42" fmla="*/ 414 w 828"/>
                <a:gd name="T43" fmla="*/ 482 h 482"/>
                <a:gd name="T44" fmla="*/ 431 w 828"/>
                <a:gd name="T45" fmla="*/ 478 h 482"/>
                <a:gd name="T46" fmla="*/ 821 w 828"/>
                <a:gd name="T47" fmla="*/ 253 h 482"/>
                <a:gd name="T48" fmla="*/ 828 w 828"/>
                <a:gd name="T49" fmla="*/ 241 h 482"/>
                <a:gd name="T50" fmla="*/ 821 w 828"/>
                <a:gd name="T51" fmla="*/ 230 h 482"/>
                <a:gd name="T52" fmla="*/ 431 w 828"/>
                <a:gd name="T53" fmla="*/ 5 h 482"/>
                <a:gd name="T54" fmla="*/ 414 w 828"/>
                <a:gd name="T55" fmla="*/ 0 h 4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828" h="482">
                  <a:moveTo>
                    <a:pt x="403" y="467"/>
                  </a:moveTo>
                  <a:cubicBezTo>
                    <a:pt x="13" y="242"/>
                    <a:pt x="13" y="242"/>
                    <a:pt x="13" y="242"/>
                  </a:cubicBezTo>
                  <a:cubicBezTo>
                    <a:pt x="13" y="242"/>
                    <a:pt x="12" y="242"/>
                    <a:pt x="12" y="241"/>
                  </a:cubicBezTo>
                  <a:cubicBezTo>
                    <a:pt x="12" y="241"/>
                    <a:pt x="13" y="241"/>
                    <a:pt x="13" y="240"/>
                  </a:cubicBezTo>
                  <a:cubicBezTo>
                    <a:pt x="403" y="15"/>
                    <a:pt x="403" y="15"/>
                    <a:pt x="403" y="15"/>
                  </a:cubicBezTo>
                  <a:cubicBezTo>
                    <a:pt x="406" y="13"/>
                    <a:pt x="410" y="12"/>
                    <a:pt x="414" y="12"/>
                  </a:cubicBezTo>
                  <a:cubicBezTo>
                    <a:pt x="418" y="12"/>
                    <a:pt x="422" y="13"/>
                    <a:pt x="425" y="15"/>
                  </a:cubicBezTo>
                  <a:cubicBezTo>
                    <a:pt x="815" y="240"/>
                    <a:pt x="815" y="240"/>
                    <a:pt x="815" y="240"/>
                  </a:cubicBezTo>
                  <a:cubicBezTo>
                    <a:pt x="816" y="241"/>
                    <a:pt x="816" y="241"/>
                    <a:pt x="816" y="241"/>
                  </a:cubicBezTo>
                  <a:cubicBezTo>
                    <a:pt x="816" y="242"/>
                    <a:pt x="816" y="242"/>
                    <a:pt x="815" y="242"/>
                  </a:cubicBezTo>
                  <a:cubicBezTo>
                    <a:pt x="425" y="467"/>
                    <a:pt x="425" y="467"/>
                    <a:pt x="425" y="467"/>
                  </a:cubicBezTo>
                  <a:cubicBezTo>
                    <a:pt x="422" y="469"/>
                    <a:pt x="418" y="470"/>
                    <a:pt x="414" y="470"/>
                  </a:cubicBezTo>
                  <a:cubicBezTo>
                    <a:pt x="410" y="470"/>
                    <a:pt x="406" y="469"/>
                    <a:pt x="403" y="467"/>
                  </a:cubicBezTo>
                  <a:cubicBezTo>
                    <a:pt x="403" y="467"/>
                    <a:pt x="403" y="467"/>
                    <a:pt x="403" y="467"/>
                  </a:cubicBezTo>
                  <a:moveTo>
                    <a:pt x="414" y="0"/>
                  </a:moveTo>
                  <a:cubicBezTo>
                    <a:pt x="408" y="0"/>
                    <a:pt x="402" y="2"/>
                    <a:pt x="397" y="5"/>
                  </a:cubicBezTo>
                  <a:cubicBezTo>
                    <a:pt x="7" y="230"/>
                    <a:pt x="7" y="230"/>
                    <a:pt x="7" y="230"/>
                  </a:cubicBezTo>
                  <a:cubicBezTo>
                    <a:pt x="3" y="232"/>
                    <a:pt x="0" y="237"/>
                    <a:pt x="0" y="241"/>
                  </a:cubicBezTo>
                  <a:cubicBezTo>
                    <a:pt x="0" y="246"/>
                    <a:pt x="3" y="250"/>
                    <a:pt x="7" y="253"/>
                  </a:cubicBezTo>
                  <a:cubicBezTo>
                    <a:pt x="397" y="478"/>
                    <a:pt x="397" y="478"/>
                    <a:pt x="397" y="478"/>
                  </a:cubicBezTo>
                  <a:cubicBezTo>
                    <a:pt x="397" y="478"/>
                    <a:pt x="397" y="478"/>
                    <a:pt x="397" y="478"/>
                  </a:cubicBezTo>
                  <a:cubicBezTo>
                    <a:pt x="402" y="481"/>
                    <a:pt x="408" y="482"/>
                    <a:pt x="414" y="482"/>
                  </a:cubicBezTo>
                  <a:cubicBezTo>
                    <a:pt x="420" y="482"/>
                    <a:pt x="426" y="481"/>
                    <a:pt x="431" y="478"/>
                  </a:cubicBezTo>
                  <a:cubicBezTo>
                    <a:pt x="821" y="253"/>
                    <a:pt x="821" y="253"/>
                    <a:pt x="821" y="253"/>
                  </a:cubicBezTo>
                  <a:cubicBezTo>
                    <a:pt x="825" y="250"/>
                    <a:pt x="828" y="246"/>
                    <a:pt x="828" y="241"/>
                  </a:cubicBezTo>
                  <a:cubicBezTo>
                    <a:pt x="828" y="237"/>
                    <a:pt x="825" y="232"/>
                    <a:pt x="821" y="230"/>
                  </a:cubicBezTo>
                  <a:cubicBezTo>
                    <a:pt x="431" y="5"/>
                    <a:pt x="431" y="5"/>
                    <a:pt x="431" y="5"/>
                  </a:cubicBezTo>
                  <a:cubicBezTo>
                    <a:pt x="426" y="2"/>
                    <a:pt x="420" y="0"/>
                    <a:pt x="414" y="0"/>
                  </a:cubicBezTo>
                </a:path>
              </a:pathLst>
            </a:custGeom>
            <a:gradFill>
              <a:gsLst>
                <a:gs pos="74000">
                  <a:srgbClr val="2D7C9E">
                    <a:alpha val="74000"/>
                  </a:srgbClr>
                </a:gs>
                <a:gs pos="37000">
                  <a:srgbClr val="41E4DE">
                    <a:alpha val="71000"/>
                  </a:srgbClr>
                </a:gs>
                <a:gs pos="0">
                  <a:srgbClr val="19145F"/>
                </a:gs>
                <a:gs pos="100000">
                  <a:srgbClr val="19125E">
                    <a:alpha val="82000"/>
                  </a:srgbClr>
                </a:gs>
              </a:gsLst>
              <a:lin ang="12000000" scaled="0"/>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6" name="Freeform 8">
              <a:extLst>
                <a:ext uri="{FF2B5EF4-FFF2-40B4-BE49-F238E27FC236}">
                  <a16:creationId xmlns:a16="http://schemas.microsoft.com/office/drawing/2014/main" id="{10B2BFE2-CBF3-401C-AE0A-ABD3A26EA64B}"/>
                </a:ext>
              </a:extLst>
            </p:cNvPr>
            <p:cNvSpPr>
              <a:spLocks/>
            </p:cNvSpPr>
            <p:nvPr userDrawn="1"/>
          </p:nvSpPr>
          <p:spPr bwMode="auto">
            <a:xfrm>
              <a:off x="8158163" y="4283075"/>
              <a:ext cx="2154237" cy="1246187"/>
            </a:xfrm>
            <a:custGeom>
              <a:avLst/>
              <a:gdLst>
                <a:gd name="T0" fmla="*/ 678 w 1357"/>
                <a:gd name="T1" fmla="*/ 0 h 785"/>
                <a:gd name="T2" fmla="*/ 0 w 1357"/>
                <a:gd name="T3" fmla="*/ 391 h 785"/>
                <a:gd name="T4" fmla="*/ 678 w 1357"/>
                <a:gd name="T5" fmla="*/ 785 h 785"/>
                <a:gd name="T6" fmla="*/ 1357 w 1357"/>
                <a:gd name="T7" fmla="*/ 391 h 785"/>
                <a:gd name="T8" fmla="*/ 678 w 1357"/>
                <a:gd name="T9" fmla="*/ 0 h 785"/>
              </a:gdLst>
              <a:ahLst/>
              <a:cxnLst>
                <a:cxn ang="0">
                  <a:pos x="T0" y="T1"/>
                </a:cxn>
                <a:cxn ang="0">
                  <a:pos x="T2" y="T3"/>
                </a:cxn>
                <a:cxn ang="0">
                  <a:pos x="T4" y="T5"/>
                </a:cxn>
                <a:cxn ang="0">
                  <a:pos x="T6" y="T7"/>
                </a:cxn>
                <a:cxn ang="0">
                  <a:pos x="T8" y="T9"/>
                </a:cxn>
              </a:cxnLst>
              <a:rect l="0" t="0" r="r" b="b"/>
              <a:pathLst>
                <a:path w="1357" h="785">
                  <a:moveTo>
                    <a:pt x="678" y="0"/>
                  </a:moveTo>
                  <a:lnTo>
                    <a:pt x="0" y="391"/>
                  </a:lnTo>
                  <a:lnTo>
                    <a:pt x="678" y="785"/>
                  </a:lnTo>
                  <a:lnTo>
                    <a:pt x="1357" y="391"/>
                  </a:lnTo>
                  <a:lnTo>
                    <a:pt x="678" y="0"/>
                  </a:lnTo>
                  <a:close/>
                </a:path>
              </a:pathLst>
            </a:custGeom>
            <a:solidFill>
              <a:srgbClr val="100B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7" name="Freeform 9">
              <a:extLst>
                <a:ext uri="{FF2B5EF4-FFF2-40B4-BE49-F238E27FC236}">
                  <a16:creationId xmlns:a16="http://schemas.microsoft.com/office/drawing/2014/main" id="{27BD26F7-83BE-43A6-ADDF-5050C8D1A582}"/>
                </a:ext>
              </a:extLst>
            </p:cNvPr>
            <p:cNvSpPr>
              <a:spLocks/>
            </p:cNvSpPr>
            <p:nvPr userDrawn="1"/>
          </p:nvSpPr>
          <p:spPr bwMode="auto">
            <a:xfrm>
              <a:off x="8158163" y="4283075"/>
              <a:ext cx="2154237" cy="1246187"/>
            </a:xfrm>
            <a:custGeom>
              <a:avLst/>
              <a:gdLst>
                <a:gd name="T0" fmla="*/ 678 w 1357"/>
                <a:gd name="T1" fmla="*/ 0 h 785"/>
                <a:gd name="T2" fmla="*/ 0 w 1357"/>
                <a:gd name="T3" fmla="*/ 391 h 785"/>
                <a:gd name="T4" fmla="*/ 678 w 1357"/>
                <a:gd name="T5" fmla="*/ 785 h 785"/>
                <a:gd name="T6" fmla="*/ 1357 w 1357"/>
                <a:gd name="T7" fmla="*/ 391 h 785"/>
                <a:gd name="T8" fmla="*/ 678 w 1357"/>
                <a:gd name="T9" fmla="*/ 0 h 785"/>
              </a:gdLst>
              <a:ahLst/>
              <a:cxnLst>
                <a:cxn ang="0">
                  <a:pos x="T0" y="T1"/>
                </a:cxn>
                <a:cxn ang="0">
                  <a:pos x="T2" y="T3"/>
                </a:cxn>
                <a:cxn ang="0">
                  <a:pos x="T4" y="T5"/>
                </a:cxn>
                <a:cxn ang="0">
                  <a:pos x="T6" y="T7"/>
                </a:cxn>
                <a:cxn ang="0">
                  <a:pos x="T8" y="T9"/>
                </a:cxn>
              </a:cxnLst>
              <a:rect l="0" t="0" r="r" b="b"/>
              <a:pathLst>
                <a:path w="1357" h="785">
                  <a:moveTo>
                    <a:pt x="678" y="0"/>
                  </a:moveTo>
                  <a:lnTo>
                    <a:pt x="0" y="391"/>
                  </a:lnTo>
                  <a:lnTo>
                    <a:pt x="678" y="785"/>
                  </a:lnTo>
                  <a:lnTo>
                    <a:pt x="1357" y="391"/>
                  </a:lnTo>
                  <a:lnTo>
                    <a:pt x="67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8" name="Freeform 55">
              <a:extLst>
                <a:ext uri="{FF2B5EF4-FFF2-40B4-BE49-F238E27FC236}">
                  <a16:creationId xmlns:a16="http://schemas.microsoft.com/office/drawing/2014/main" id="{6E07EA3C-1B70-4FDE-B7A1-5C2C57B1F92E}"/>
                </a:ext>
              </a:extLst>
            </p:cNvPr>
            <p:cNvSpPr>
              <a:spLocks/>
            </p:cNvSpPr>
            <p:nvPr userDrawn="1"/>
          </p:nvSpPr>
          <p:spPr bwMode="auto">
            <a:xfrm>
              <a:off x="6513861" y="5810250"/>
              <a:ext cx="88900" cy="79375"/>
            </a:xfrm>
            <a:custGeom>
              <a:avLst/>
              <a:gdLst>
                <a:gd name="T0" fmla="*/ 13 w 27"/>
                <a:gd name="T1" fmla="*/ 0 h 24"/>
                <a:gd name="T2" fmla="*/ 7 w 27"/>
                <a:gd name="T3" fmla="*/ 2 h 24"/>
                <a:gd name="T4" fmla="*/ 3 w 27"/>
                <a:gd name="T5" fmla="*/ 18 h 24"/>
                <a:gd name="T6" fmla="*/ 13 w 27"/>
                <a:gd name="T7" fmla="*/ 24 h 24"/>
                <a:gd name="T8" fmla="*/ 19 w 27"/>
                <a:gd name="T9" fmla="*/ 22 h 24"/>
                <a:gd name="T10" fmla="*/ 23 w 27"/>
                <a:gd name="T11" fmla="*/ 6 h 24"/>
                <a:gd name="T12" fmla="*/ 13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3" y="0"/>
                  </a:moveTo>
                  <a:cubicBezTo>
                    <a:pt x="11" y="0"/>
                    <a:pt x="9" y="1"/>
                    <a:pt x="7" y="2"/>
                  </a:cubicBezTo>
                  <a:cubicBezTo>
                    <a:pt x="2" y="5"/>
                    <a:pt x="0" y="12"/>
                    <a:pt x="3" y="18"/>
                  </a:cubicBezTo>
                  <a:cubicBezTo>
                    <a:pt x="5" y="22"/>
                    <a:pt x="9" y="24"/>
                    <a:pt x="13" y="24"/>
                  </a:cubicBezTo>
                  <a:cubicBezTo>
                    <a:pt x="15" y="24"/>
                    <a:pt x="17" y="23"/>
                    <a:pt x="19" y="22"/>
                  </a:cubicBezTo>
                  <a:cubicBezTo>
                    <a:pt x="25" y="19"/>
                    <a:pt x="27" y="12"/>
                    <a:pt x="23" y="6"/>
                  </a:cubicBezTo>
                  <a:cubicBezTo>
                    <a:pt x="21" y="3"/>
                    <a:pt x="17" y="0"/>
                    <a:pt x="13" y="0"/>
                  </a:cubicBezTo>
                </a:path>
              </a:pathLst>
            </a:custGeom>
            <a:solidFill>
              <a:srgbClr val="42E8E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9" name="Freeform 56">
              <a:extLst>
                <a:ext uri="{FF2B5EF4-FFF2-40B4-BE49-F238E27FC236}">
                  <a16:creationId xmlns:a16="http://schemas.microsoft.com/office/drawing/2014/main" id="{36A0F9D0-6FD0-4967-B8F9-B088C32BD0B9}"/>
                </a:ext>
              </a:extLst>
            </p:cNvPr>
            <p:cNvSpPr>
              <a:spLocks/>
            </p:cNvSpPr>
            <p:nvPr userDrawn="1"/>
          </p:nvSpPr>
          <p:spPr bwMode="auto">
            <a:xfrm>
              <a:off x="6605936" y="5756275"/>
              <a:ext cx="88900" cy="79375"/>
            </a:xfrm>
            <a:custGeom>
              <a:avLst/>
              <a:gdLst>
                <a:gd name="T0" fmla="*/ 14 w 27"/>
                <a:gd name="T1" fmla="*/ 0 h 24"/>
                <a:gd name="T2" fmla="*/ 8 w 27"/>
                <a:gd name="T3" fmla="*/ 2 h 24"/>
                <a:gd name="T4" fmla="*/ 3 w 27"/>
                <a:gd name="T5" fmla="*/ 18 h 24"/>
                <a:gd name="T6" fmla="*/ 14 w 27"/>
                <a:gd name="T7" fmla="*/ 24 h 24"/>
                <a:gd name="T8" fmla="*/ 19 w 27"/>
                <a:gd name="T9" fmla="*/ 22 h 24"/>
                <a:gd name="T10" fmla="*/ 24 w 27"/>
                <a:gd name="T11" fmla="*/ 6 h 24"/>
                <a:gd name="T12" fmla="*/ 14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4" y="0"/>
                  </a:moveTo>
                  <a:cubicBezTo>
                    <a:pt x="12" y="0"/>
                    <a:pt x="10" y="1"/>
                    <a:pt x="8" y="2"/>
                  </a:cubicBezTo>
                  <a:cubicBezTo>
                    <a:pt x="2" y="5"/>
                    <a:pt x="0" y="12"/>
                    <a:pt x="3" y="18"/>
                  </a:cubicBezTo>
                  <a:cubicBezTo>
                    <a:pt x="5" y="22"/>
                    <a:pt x="9" y="24"/>
                    <a:pt x="14" y="24"/>
                  </a:cubicBezTo>
                  <a:cubicBezTo>
                    <a:pt x="16" y="24"/>
                    <a:pt x="18" y="23"/>
                    <a:pt x="19" y="22"/>
                  </a:cubicBezTo>
                  <a:cubicBezTo>
                    <a:pt x="25" y="19"/>
                    <a:pt x="27" y="12"/>
                    <a:pt x="24" y="6"/>
                  </a:cubicBezTo>
                  <a:cubicBezTo>
                    <a:pt x="22" y="2"/>
                    <a:pt x="18" y="0"/>
                    <a:pt x="14" y="0"/>
                  </a:cubicBezTo>
                </a:path>
              </a:pathLst>
            </a:custGeom>
            <a:solidFill>
              <a:srgbClr val="4BC8CE"/>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0" name="Freeform 57">
              <a:extLst>
                <a:ext uri="{FF2B5EF4-FFF2-40B4-BE49-F238E27FC236}">
                  <a16:creationId xmlns:a16="http://schemas.microsoft.com/office/drawing/2014/main" id="{9CE429ED-D423-4FF2-8997-F925A4EE3210}"/>
                </a:ext>
              </a:extLst>
            </p:cNvPr>
            <p:cNvSpPr>
              <a:spLocks/>
            </p:cNvSpPr>
            <p:nvPr userDrawn="1"/>
          </p:nvSpPr>
          <p:spPr bwMode="auto">
            <a:xfrm>
              <a:off x="6701186" y="5702300"/>
              <a:ext cx="85725" cy="77787"/>
            </a:xfrm>
            <a:custGeom>
              <a:avLst/>
              <a:gdLst>
                <a:gd name="T0" fmla="*/ 13 w 26"/>
                <a:gd name="T1" fmla="*/ 0 h 23"/>
                <a:gd name="T2" fmla="*/ 7 w 26"/>
                <a:gd name="T3" fmla="*/ 1 h 23"/>
                <a:gd name="T4" fmla="*/ 3 w 26"/>
                <a:gd name="T5" fmla="*/ 18 h 23"/>
                <a:gd name="T6" fmla="*/ 13 w 26"/>
                <a:gd name="T7" fmla="*/ 23 h 23"/>
                <a:gd name="T8" fmla="*/ 19 w 26"/>
                <a:gd name="T9" fmla="*/ 22 h 23"/>
                <a:gd name="T10" fmla="*/ 23 w 26"/>
                <a:gd name="T11" fmla="*/ 6 h 23"/>
                <a:gd name="T12" fmla="*/ 13 w 26"/>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6" h="23">
                  <a:moveTo>
                    <a:pt x="13" y="0"/>
                  </a:moveTo>
                  <a:cubicBezTo>
                    <a:pt x="11" y="0"/>
                    <a:pt x="9" y="0"/>
                    <a:pt x="7" y="1"/>
                  </a:cubicBezTo>
                  <a:cubicBezTo>
                    <a:pt x="2" y="5"/>
                    <a:pt x="0" y="12"/>
                    <a:pt x="3" y="18"/>
                  </a:cubicBezTo>
                  <a:cubicBezTo>
                    <a:pt x="5" y="21"/>
                    <a:pt x="9" y="23"/>
                    <a:pt x="13" y="23"/>
                  </a:cubicBezTo>
                  <a:cubicBezTo>
                    <a:pt x="15" y="23"/>
                    <a:pt x="17" y="23"/>
                    <a:pt x="19" y="22"/>
                  </a:cubicBezTo>
                  <a:cubicBezTo>
                    <a:pt x="24" y="19"/>
                    <a:pt x="26" y="12"/>
                    <a:pt x="23" y="6"/>
                  </a:cubicBezTo>
                  <a:cubicBezTo>
                    <a:pt x="21" y="2"/>
                    <a:pt x="17" y="0"/>
                    <a:pt x="13" y="0"/>
                  </a:cubicBezTo>
                </a:path>
              </a:pathLst>
            </a:custGeom>
            <a:solidFill>
              <a:srgbClr val="56AFC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1" name="Freeform 58">
              <a:extLst>
                <a:ext uri="{FF2B5EF4-FFF2-40B4-BE49-F238E27FC236}">
                  <a16:creationId xmlns:a16="http://schemas.microsoft.com/office/drawing/2014/main" id="{3AD1FA30-1A5F-45B7-8F47-0495666ED69B}"/>
                </a:ext>
              </a:extLst>
            </p:cNvPr>
            <p:cNvSpPr>
              <a:spLocks/>
            </p:cNvSpPr>
            <p:nvPr userDrawn="1"/>
          </p:nvSpPr>
          <p:spPr bwMode="auto">
            <a:xfrm>
              <a:off x="6793261" y="5649912"/>
              <a:ext cx="90488" cy="76200"/>
            </a:xfrm>
            <a:custGeom>
              <a:avLst/>
              <a:gdLst>
                <a:gd name="T0" fmla="*/ 13 w 27"/>
                <a:gd name="T1" fmla="*/ 0 h 23"/>
                <a:gd name="T2" fmla="*/ 8 w 27"/>
                <a:gd name="T3" fmla="*/ 1 h 23"/>
                <a:gd name="T4" fmla="*/ 3 w 27"/>
                <a:gd name="T5" fmla="*/ 17 h 23"/>
                <a:gd name="T6" fmla="*/ 13 w 27"/>
                <a:gd name="T7" fmla="*/ 23 h 23"/>
                <a:gd name="T8" fmla="*/ 19 w 27"/>
                <a:gd name="T9" fmla="*/ 22 h 23"/>
                <a:gd name="T10" fmla="*/ 24 w 27"/>
                <a:gd name="T11" fmla="*/ 6 h 23"/>
                <a:gd name="T12" fmla="*/ 13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3" y="0"/>
                  </a:moveTo>
                  <a:cubicBezTo>
                    <a:pt x="11" y="0"/>
                    <a:pt x="9" y="0"/>
                    <a:pt x="8" y="1"/>
                  </a:cubicBezTo>
                  <a:cubicBezTo>
                    <a:pt x="2" y="4"/>
                    <a:pt x="0" y="12"/>
                    <a:pt x="3" y="17"/>
                  </a:cubicBezTo>
                  <a:cubicBezTo>
                    <a:pt x="5" y="21"/>
                    <a:pt x="9" y="23"/>
                    <a:pt x="13" y="23"/>
                  </a:cubicBezTo>
                  <a:cubicBezTo>
                    <a:pt x="15" y="23"/>
                    <a:pt x="17" y="23"/>
                    <a:pt x="19" y="22"/>
                  </a:cubicBezTo>
                  <a:cubicBezTo>
                    <a:pt x="25" y="19"/>
                    <a:pt x="27" y="11"/>
                    <a:pt x="24" y="6"/>
                  </a:cubicBezTo>
                  <a:cubicBezTo>
                    <a:pt x="22" y="2"/>
                    <a:pt x="18" y="0"/>
                    <a:pt x="13" y="0"/>
                  </a:cubicBezTo>
                </a:path>
              </a:pathLst>
            </a:custGeom>
            <a:solidFill>
              <a:srgbClr val="629CB6"/>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2" name="Freeform 59">
              <a:extLst>
                <a:ext uri="{FF2B5EF4-FFF2-40B4-BE49-F238E27FC236}">
                  <a16:creationId xmlns:a16="http://schemas.microsoft.com/office/drawing/2014/main" id="{5AF43635-36A7-45F9-A4B6-9FC4A785017A}"/>
                </a:ext>
              </a:extLst>
            </p:cNvPr>
            <p:cNvSpPr>
              <a:spLocks/>
            </p:cNvSpPr>
            <p:nvPr userDrawn="1"/>
          </p:nvSpPr>
          <p:spPr bwMode="auto">
            <a:xfrm>
              <a:off x="6886924" y="5595937"/>
              <a:ext cx="88900" cy="76200"/>
            </a:xfrm>
            <a:custGeom>
              <a:avLst/>
              <a:gdLst>
                <a:gd name="T0" fmla="*/ 14 w 27"/>
                <a:gd name="T1" fmla="*/ 0 h 23"/>
                <a:gd name="T2" fmla="*/ 8 w 27"/>
                <a:gd name="T3" fmla="*/ 1 h 23"/>
                <a:gd name="T4" fmla="*/ 4 w 27"/>
                <a:gd name="T5" fmla="*/ 17 h 23"/>
                <a:gd name="T6" fmla="*/ 14 w 27"/>
                <a:gd name="T7" fmla="*/ 23 h 23"/>
                <a:gd name="T8" fmla="*/ 20 w 27"/>
                <a:gd name="T9" fmla="*/ 22 h 23"/>
                <a:gd name="T10" fmla="*/ 24 w 27"/>
                <a:gd name="T11" fmla="*/ 5 h 23"/>
                <a:gd name="T12" fmla="*/ 14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4" y="0"/>
                  </a:moveTo>
                  <a:cubicBezTo>
                    <a:pt x="12" y="0"/>
                    <a:pt x="10" y="0"/>
                    <a:pt x="8" y="1"/>
                  </a:cubicBezTo>
                  <a:cubicBezTo>
                    <a:pt x="2" y="4"/>
                    <a:pt x="0" y="11"/>
                    <a:pt x="4" y="17"/>
                  </a:cubicBezTo>
                  <a:cubicBezTo>
                    <a:pt x="6" y="21"/>
                    <a:pt x="10" y="23"/>
                    <a:pt x="14" y="23"/>
                  </a:cubicBezTo>
                  <a:cubicBezTo>
                    <a:pt x="16" y="23"/>
                    <a:pt x="18" y="23"/>
                    <a:pt x="20" y="22"/>
                  </a:cubicBezTo>
                  <a:cubicBezTo>
                    <a:pt x="25" y="18"/>
                    <a:pt x="27" y="11"/>
                    <a:pt x="24" y="5"/>
                  </a:cubicBezTo>
                  <a:cubicBezTo>
                    <a:pt x="22" y="2"/>
                    <a:pt x="18" y="0"/>
                    <a:pt x="14" y="0"/>
                  </a:cubicBezTo>
                </a:path>
              </a:pathLst>
            </a:custGeom>
            <a:solidFill>
              <a:srgbClr val="426693"/>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3" name="Freeform 60">
              <a:extLst>
                <a:ext uri="{FF2B5EF4-FFF2-40B4-BE49-F238E27FC236}">
                  <a16:creationId xmlns:a16="http://schemas.microsoft.com/office/drawing/2014/main" id="{2C941137-2484-49B8-AF1F-1BDF79181563}"/>
                </a:ext>
              </a:extLst>
            </p:cNvPr>
            <p:cNvSpPr>
              <a:spLocks/>
            </p:cNvSpPr>
            <p:nvPr userDrawn="1"/>
          </p:nvSpPr>
          <p:spPr bwMode="auto">
            <a:xfrm>
              <a:off x="6982174" y="5538787"/>
              <a:ext cx="88900" cy="80962"/>
            </a:xfrm>
            <a:custGeom>
              <a:avLst/>
              <a:gdLst>
                <a:gd name="T0" fmla="*/ 13 w 27"/>
                <a:gd name="T1" fmla="*/ 0 h 24"/>
                <a:gd name="T2" fmla="*/ 8 w 27"/>
                <a:gd name="T3" fmla="*/ 2 h 24"/>
                <a:gd name="T4" fmla="*/ 3 w 27"/>
                <a:gd name="T5" fmla="*/ 18 h 24"/>
                <a:gd name="T6" fmla="*/ 13 w 27"/>
                <a:gd name="T7" fmla="*/ 24 h 24"/>
                <a:gd name="T8" fmla="*/ 19 w 27"/>
                <a:gd name="T9" fmla="*/ 22 h 24"/>
                <a:gd name="T10" fmla="*/ 24 w 27"/>
                <a:gd name="T11" fmla="*/ 6 h 24"/>
                <a:gd name="T12" fmla="*/ 13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3" y="0"/>
                  </a:moveTo>
                  <a:cubicBezTo>
                    <a:pt x="11" y="0"/>
                    <a:pt x="9" y="1"/>
                    <a:pt x="8" y="2"/>
                  </a:cubicBezTo>
                  <a:cubicBezTo>
                    <a:pt x="2" y="5"/>
                    <a:pt x="0" y="12"/>
                    <a:pt x="3" y="18"/>
                  </a:cubicBezTo>
                  <a:cubicBezTo>
                    <a:pt x="5" y="22"/>
                    <a:pt x="9" y="24"/>
                    <a:pt x="13" y="24"/>
                  </a:cubicBezTo>
                  <a:cubicBezTo>
                    <a:pt x="15" y="24"/>
                    <a:pt x="17" y="23"/>
                    <a:pt x="19" y="22"/>
                  </a:cubicBezTo>
                  <a:cubicBezTo>
                    <a:pt x="25" y="19"/>
                    <a:pt x="27" y="12"/>
                    <a:pt x="24" y="6"/>
                  </a:cubicBezTo>
                  <a:cubicBezTo>
                    <a:pt x="21" y="2"/>
                    <a:pt x="17" y="0"/>
                    <a:pt x="13" y="0"/>
                  </a:cubicBezTo>
                </a:path>
              </a:pathLst>
            </a:custGeom>
            <a:solidFill>
              <a:srgbClr val="426693"/>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4" name="Freeform 61">
              <a:extLst>
                <a:ext uri="{FF2B5EF4-FFF2-40B4-BE49-F238E27FC236}">
                  <a16:creationId xmlns:a16="http://schemas.microsoft.com/office/drawing/2014/main" id="{4035D36C-9987-492B-8D32-29DACD2F0BB7}"/>
                </a:ext>
              </a:extLst>
            </p:cNvPr>
            <p:cNvSpPr>
              <a:spLocks/>
            </p:cNvSpPr>
            <p:nvPr userDrawn="1"/>
          </p:nvSpPr>
          <p:spPr bwMode="auto">
            <a:xfrm>
              <a:off x="7263161" y="5372100"/>
              <a:ext cx="88900" cy="77787"/>
            </a:xfrm>
            <a:custGeom>
              <a:avLst/>
              <a:gdLst>
                <a:gd name="T0" fmla="*/ 14 w 27"/>
                <a:gd name="T1" fmla="*/ 0 h 23"/>
                <a:gd name="T2" fmla="*/ 8 w 27"/>
                <a:gd name="T3" fmla="*/ 1 h 23"/>
                <a:gd name="T4" fmla="*/ 4 w 27"/>
                <a:gd name="T5" fmla="*/ 17 h 23"/>
                <a:gd name="T6" fmla="*/ 14 w 27"/>
                <a:gd name="T7" fmla="*/ 23 h 23"/>
                <a:gd name="T8" fmla="*/ 20 w 27"/>
                <a:gd name="T9" fmla="*/ 22 h 23"/>
                <a:gd name="T10" fmla="*/ 24 w 27"/>
                <a:gd name="T11" fmla="*/ 6 h 23"/>
                <a:gd name="T12" fmla="*/ 14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4" y="0"/>
                  </a:moveTo>
                  <a:cubicBezTo>
                    <a:pt x="12" y="0"/>
                    <a:pt x="10" y="0"/>
                    <a:pt x="8" y="1"/>
                  </a:cubicBezTo>
                  <a:cubicBezTo>
                    <a:pt x="2" y="5"/>
                    <a:pt x="0" y="12"/>
                    <a:pt x="4" y="17"/>
                  </a:cubicBezTo>
                  <a:cubicBezTo>
                    <a:pt x="6" y="21"/>
                    <a:pt x="10" y="23"/>
                    <a:pt x="14" y="23"/>
                  </a:cubicBezTo>
                  <a:cubicBezTo>
                    <a:pt x="16" y="23"/>
                    <a:pt x="18" y="23"/>
                    <a:pt x="20" y="22"/>
                  </a:cubicBezTo>
                  <a:cubicBezTo>
                    <a:pt x="25" y="19"/>
                    <a:pt x="27" y="11"/>
                    <a:pt x="24" y="6"/>
                  </a:cubicBezTo>
                  <a:cubicBezTo>
                    <a:pt x="22" y="2"/>
                    <a:pt x="18" y="0"/>
                    <a:pt x="14" y="0"/>
                  </a:cubicBezTo>
                </a:path>
              </a:pathLst>
            </a:custGeom>
            <a:solidFill>
              <a:srgbClr val="42E8E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5" name="Freeform 62">
              <a:extLst>
                <a:ext uri="{FF2B5EF4-FFF2-40B4-BE49-F238E27FC236}">
                  <a16:creationId xmlns:a16="http://schemas.microsoft.com/office/drawing/2014/main" id="{3B4E7CED-FE5C-49BE-9362-C2587E4A946F}"/>
                </a:ext>
              </a:extLst>
            </p:cNvPr>
            <p:cNvSpPr>
              <a:spLocks/>
            </p:cNvSpPr>
            <p:nvPr userDrawn="1"/>
          </p:nvSpPr>
          <p:spPr bwMode="auto">
            <a:xfrm>
              <a:off x="7171086" y="5426075"/>
              <a:ext cx="88900" cy="79375"/>
            </a:xfrm>
            <a:custGeom>
              <a:avLst/>
              <a:gdLst>
                <a:gd name="T0" fmla="*/ 13 w 27"/>
                <a:gd name="T1" fmla="*/ 0 h 24"/>
                <a:gd name="T2" fmla="*/ 8 w 27"/>
                <a:gd name="T3" fmla="*/ 2 h 24"/>
                <a:gd name="T4" fmla="*/ 3 w 27"/>
                <a:gd name="T5" fmla="*/ 18 h 24"/>
                <a:gd name="T6" fmla="*/ 13 w 27"/>
                <a:gd name="T7" fmla="*/ 24 h 24"/>
                <a:gd name="T8" fmla="*/ 19 w 27"/>
                <a:gd name="T9" fmla="*/ 22 h 24"/>
                <a:gd name="T10" fmla="*/ 24 w 27"/>
                <a:gd name="T11" fmla="*/ 6 h 24"/>
                <a:gd name="T12" fmla="*/ 13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3" y="0"/>
                  </a:moveTo>
                  <a:cubicBezTo>
                    <a:pt x="11" y="0"/>
                    <a:pt x="9" y="1"/>
                    <a:pt x="8" y="2"/>
                  </a:cubicBezTo>
                  <a:cubicBezTo>
                    <a:pt x="2" y="5"/>
                    <a:pt x="0" y="12"/>
                    <a:pt x="3" y="18"/>
                  </a:cubicBezTo>
                  <a:cubicBezTo>
                    <a:pt x="5" y="21"/>
                    <a:pt x="9" y="24"/>
                    <a:pt x="13" y="24"/>
                  </a:cubicBezTo>
                  <a:cubicBezTo>
                    <a:pt x="15" y="24"/>
                    <a:pt x="17" y="23"/>
                    <a:pt x="19" y="22"/>
                  </a:cubicBezTo>
                  <a:cubicBezTo>
                    <a:pt x="25" y="19"/>
                    <a:pt x="27" y="12"/>
                    <a:pt x="24" y="6"/>
                  </a:cubicBezTo>
                  <a:cubicBezTo>
                    <a:pt x="21" y="2"/>
                    <a:pt x="17" y="0"/>
                    <a:pt x="13" y="0"/>
                  </a:cubicBezTo>
                </a:path>
              </a:pathLst>
            </a:custGeom>
            <a:solidFill>
              <a:srgbClr val="4BC8CE"/>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6" name="Freeform 63">
              <a:extLst>
                <a:ext uri="{FF2B5EF4-FFF2-40B4-BE49-F238E27FC236}">
                  <a16:creationId xmlns:a16="http://schemas.microsoft.com/office/drawing/2014/main" id="{531F4641-AD0A-4223-9658-0A902DDBCEDB}"/>
                </a:ext>
              </a:extLst>
            </p:cNvPr>
            <p:cNvSpPr>
              <a:spLocks/>
            </p:cNvSpPr>
            <p:nvPr userDrawn="1"/>
          </p:nvSpPr>
          <p:spPr bwMode="auto">
            <a:xfrm>
              <a:off x="7074249" y="5480050"/>
              <a:ext cx="88900" cy="79375"/>
            </a:xfrm>
            <a:custGeom>
              <a:avLst/>
              <a:gdLst>
                <a:gd name="T0" fmla="*/ 14 w 27"/>
                <a:gd name="T1" fmla="*/ 0 h 24"/>
                <a:gd name="T2" fmla="*/ 8 w 27"/>
                <a:gd name="T3" fmla="*/ 2 h 24"/>
                <a:gd name="T4" fmla="*/ 4 w 27"/>
                <a:gd name="T5" fmla="*/ 18 h 24"/>
                <a:gd name="T6" fmla="*/ 14 w 27"/>
                <a:gd name="T7" fmla="*/ 24 h 24"/>
                <a:gd name="T8" fmla="*/ 20 w 27"/>
                <a:gd name="T9" fmla="*/ 22 h 24"/>
                <a:gd name="T10" fmla="*/ 24 w 27"/>
                <a:gd name="T11" fmla="*/ 6 h 24"/>
                <a:gd name="T12" fmla="*/ 14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4" y="0"/>
                  </a:moveTo>
                  <a:cubicBezTo>
                    <a:pt x="12" y="0"/>
                    <a:pt x="10" y="1"/>
                    <a:pt x="8" y="2"/>
                  </a:cubicBezTo>
                  <a:cubicBezTo>
                    <a:pt x="2" y="5"/>
                    <a:pt x="0" y="12"/>
                    <a:pt x="4" y="18"/>
                  </a:cubicBezTo>
                  <a:cubicBezTo>
                    <a:pt x="6" y="22"/>
                    <a:pt x="10" y="24"/>
                    <a:pt x="14" y="24"/>
                  </a:cubicBezTo>
                  <a:cubicBezTo>
                    <a:pt x="16" y="24"/>
                    <a:pt x="18" y="23"/>
                    <a:pt x="20" y="22"/>
                  </a:cubicBezTo>
                  <a:cubicBezTo>
                    <a:pt x="25" y="19"/>
                    <a:pt x="27" y="12"/>
                    <a:pt x="24" y="6"/>
                  </a:cubicBezTo>
                  <a:cubicBezTo>
                    <a:pt x="22" y="2"/>
                    <a:pt x="18" y="0"/>
                    <a:pt x="14" y="0"/>
                  </a:cubicBezTo>
                </a:path>
              </a:pathLst>
            </a:custGeom>
            <a:solidFill>
              <a:srgbClr val="457EA2"/>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7" name="Freeform 64">
              <a:extLst>
                <a:ext uri="{FF2B5EF4-FFF2-40B4-BE49-F238E27FC236}">
                  <a16:creationId xmlns:a16="http://schemas.microsoft.com/office/drawing/2014/main" id="{05E0E6C8-D006-42F6-8C42-980DEB3AC5A4}"/>
                </a:ext>
              </a:extLst>
            </p:cNvPr>
            <p:cNvSpPr>
              <a:spLocks/>
            </p:cNvSpPr>
            <p:nvPr userDrawn="1"/>
          </p:nvSpPr>
          <p:spPr bwMode="auto">
            <a:xfrm>
              <a:off x="7923561" y="5372100"/>
              <a:ext cx="88900" cy="77787"/>
            </a:xfrm>
            <a:custGeom>
              <a:avLst/>
              <a:gdLst>
                <a:gd name="T0" fmla="*/ 13 w 27"/>
                <a:gd name="T1" fmla="*/ 0 h 23"/>
                <a:gd name="T2" fmla="*/ 3 w 27"/>
                <a:gd name="T3" fmla="*/ 5 h 23"/>
                <a:gd name="T4" fmla="*/ 8 w 27"/>
                <a:gd name="T5" fmla="*/ 22 h 23"/>
                <a:gd name="T6" fmla="*/ 13 w 27"/>
                <a:gd name="T7" fmla="*/ 23 h 23"/>
                <a:gd name="T8" fmla="*/ 24 w 27"/>
                <a:gd name="T9" fmla="*/ 17 h 23"/>
                <a:gd name="T10" fmla="*/ 19 w 27"/>
                <a:gd name="T11" fmla="*/ 1 h 23"/>
                <a:gd name="T12" fmla="*/ 13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3" y="0"/>
                  </a:moveTo>
                  <a:cubicBezTo>
                    <a:pt x="9" y="0"/>
                    <a:pt x="5" y="2"/>
                    <a:pt x="3" y="5"/>
                  </a:cubicBezTo>
                  <a:cubicBezTo>
                    <a:pt x="0" y="11"/>
                    <a:pt x="2" y="18"/>
                    <a:pt x="8" y="22"/>
                  </a:cubicBezTo>
                  <a:cubicBezTo>
                    <a:pt x="9" y="23"/>
                    <a:pt x="11" y="23"/>
                    <a:pt x="13" y="23"/>
                  </a:cubicBezTo>
                  <a:cubicBezTo>
                    <a:pt x="18" y="23"/>
                    <a:pt x="21" y="21"/>
                    <a:pt x="24" y="17"/>
                  </a:cubicBezTo>
                  <a:cubicBezTo>
                    <a:pt x="27" y="11"/>
                    <a:pt x="25" y="4"/>
                    <a:pt x="19" y="1"/>
                  </a:cubicBezTo>
                  <a:cubicBezTo>
                    <a:pt x="17" y="0"/>
                    <a:pt x="15" y="0"/>
                    <a:pt x="13" y="0"/>
                  </a:cubicBezTo>
                </a:path>
              </a:pathLst>
            </a:custGeom>
            <a:solidFill>
              <a:srgbClr val="42E8E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8" name="Freeform 65">
              <a:extLst>
                <a:ext uri="{FF2B5EF4-FFF2-40B4-BE49-F238E27FC236}">
                  <a16:creationId xmlns:a16="http://schemas.microsoft.com/office/drawing/2014/main" id="{E0F525E9-9A56-4973-AFFE-546EA914213A}"/>
                </a:ext>
              </a:extLst>
            </p:cNvPr>
            <p:cNvSpPr>
              <a:spLocks/>
            </p:cNvSpPr>
            <p:nvPr userDrawn="1"/>
          </p:nvSpPr>
          <p:spPr bwMode="auto">
            <a:xfrm>
              <a:off x="8015636" y="5426075"/>
              <a:ext cx="88900" cy="76200"/>
            </a:xfrm>
            <a:custGeom>
              <a:avLst/>
              <a:gdLst>
                <a:gd name="T0" fmla="*/ 14 w 27"/>
                <a:gd name="T1" fmla="*/ 0 h 23"/>
                <a:gd name="T2" fmla="*/ 4 w 27"/>
                <a:gd name="T3" fmla="*/ 6 h 23"/>
                <a:gd name="T4" fmla="*/ 8 w 27"/>
                <a:gd name="T5" fmla="*/ 22 h 23"/>
                <a:gd name="T6" fmla="*/ 14 w 27"/>
                <a:gd name="T7" fmla="*/ 23 h 23"/>
                <a:gd name="T8" fmla="*/ 24 w 27"/>
                <a:gd name="T9" fmla="*/ 17 h 23"/>
                <a:gd name="T10" fmla="*/ 20 w 27"/>
                <a:gd name="T11" fmla="*/ 1 h 23"/>
                <a:gd name="T12" fmla="*/ 14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4" y="0"/>
                  </a:moveTo>
                  <a:cubicBezTo>
                    <a:pt x="10" y="0"/>
                    <a:pt x="6" y="2"/>
                    <a:pt x="4" y="6"/>
                  </a:cubicBezTo>
                  <a:cubicBezTo>
                    <a:pt x="0" y="11"/>
                    <a:pt x="2" y="19"/>
                    <a:pt x="8" y="22"/>
                  </a:cubicBezTo>
                  <a:cubicBezTo>
                    <a:pt x="10" y="23"/>
                    <a:pt x="12" y="23"/>
                    <a:pt x="14" y="23"/>
                  </a:cubicBezTo>
                  <a:cubicBezTo>
                    <a:pt x="18" y="23"/>
                    <a:pt x="22" y="21"/>
                    <a:pt x="24" y="17"/>
                  </a:cubicBezTo>
                  <a:cubicBezTo>
                    <a:pt x="27" y="12"/>
                    <a:pt x="25" y="5"/>
                    <a:pt x="20" y="1"/>
                  </a:cubicBezTo>
                  <a:cubicBezTo>
                    <a:pt x="18" y="0"/>
                    <a:pt x="16" y="0"/>
                    <a:pt x="14" y="0"/>
                  </a:cubicBezTo>
                </a:path>
              </a:pathLst>
            </a:custGeom>
            <a:solidFill>
              <a:srgbClr val="4BC8CE"/>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9" name="Freeform 66">
              <a:extLst>
                <a:ext uri="{FF2B5EF4-FFF2-40B4-BE49-F238E27FC236}">
                  <a16:creationId xmlns:a16="http://schemas.microsoft.com/office/drawing/2014/main" id="{BEAE6FF4-C501-4C1E-BE5C-FD002C74039B}"/>
                </a:ext>
              </a:extLst>
            </p:cNvPr>
            <p:cNvSpPr>
              <a:spLocks/>
            </p:cNvSpPr>
            <p:nvPr userDrawn="1"/>
          </p:nvSpPr>
          <p:spPr bwMode="auto">
            <a:xfrm>
              <a:off x="8110886" y="5480050"/>
              <a:ext cx="88900" cy="79375"/>
            </a:xfrm>
            <a:custGeom>
              <a:avLst/>
              <a:gdLst>
                <a:gd name="T0" fmla="*/ 13 w 27"/>
                <a:gd name="T1" fmla="*/ 0 h 24"/>
                <a:gd name="T2" fmla="*/ 3 w 27"/>
                <a:gd name="T3" fmla="*/ 6 h 24"/>
                <a:gd name="T4" fmla="*/ 8 w 27"/>
                <a:gd name="T5" fmla="*/ 22 h 24"/>
                <a:gd name="T6" fmla="*/ 13 w 27"/>
                <a:gd name="T7" fmla="*/ 24 h 24"/>
                <a:gd name="T8" fmla="*/ 24 w 27"/>
                <a:gd name="T9" fmla="*/ 18 h 24"/>
                <a:gd name="T10" fmla="*/ 19 w 27"/>
                <a:gd name="T11" fmla="*/ 2 h 24"/>
                <a:gd name="T12" fmla="*/ 13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3" y="0"/>
                  </a:moveTo>
                  <a:cubicBezTo>
                    <a:pt x="9" y="0"/>
                    <a:pt x="5" y="2"/>
                    <a:pt x="3" y="6"/>
                  </a:cubicBezTo>
                  <a:cubicBezTo>
                    <a:pt x="0" y="12"/>
                    <a:pt x="2" y="19"/>
                    <a:pt x="8" y="22"/>
                  </a:cubicBezTo>
                  <a:cubicBezTo>
                    <a:pt x="9" y="23"/>
                    <a:pt x="11" y="24"/>
                    <a:pt x="13" y="24"/>
                  </a:cubicBezTo>
                  <a:cubicBezTo>
                    <a:pt x="17" y="24"/>
                    <a:pt x="21" y="21"/>
                    <a:pt x="24" y="18"/>
                  </a:cubicBezTo>
                  <a:cubicBezTo>
                    <a:pt x="27" y="12"/>
                    <a:pt x="25" y="5"/>
                    <a:pt x="19" y="2"/>
                  </a:cubicBezTo>
                  <a:cubicBezTo>
                    <a:pt x="17" y="0"/>
                    <a:pt x="15" y="0"/>
                    <a:pt x="13" y="0"/>
                  </a:cubicBezTo>
                </a:path>
              </a:pathLst>
            </a:custGeom>
            <a:solidFill>
              <a:srgbClr val="56AFC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0" name="Freeform 67">
              <a:extLst>
                <a:ext uri="{FF2B5EF4-FFF2-40B4-BE49-F238E27FC236}">
                  <a16:creationId xmlns:a16="http://schemas.microsoft.com/office/drawing/2014/main" id="{220CDB65-2265-4F3C-900F-82CA48E66F56}"/>
                </a:ext>
              </a:extLst>
            </p:cNvPr>
            <p:cNvSpPr>
              <a:spLocks/>
            </p:cNvSpPr>
            <p:nvPr userDrawn="1"/>
          </p:nvSpPr>
          <p:spPr bwMode="auto">
            <a:xfrm>
              <a:off x="8204549" y="5532437"/>
              <a:ext cx="88900" cy="80962"/>
            </a:xfrm>
            <a:custGeom>
              <a:avLst/>
              <a:gdLst>
                <a:gd name="T0" fmla="*/ 14 w 27"/>
                <a:gd name="T1" fmla="*/ 0 h 24"/>
                <a:gd name="T2" fmla="*/ 4 w 27"/>
                <a:gd name="T3" fmla="*/ 6 h 24"/>
                <a:gd name="T4" fmla="*/ 8 w 27"/>
                <a:gd name="T5" fmla="*/ 22 h 24"/>
                <a:gd name="T6" fmla="*/ 14 w 27"/>
                <a:gd name="T7" fmla="*/ 24 h 24"/>
                <a:gd name="T8" fmla="*/ 24 w 27"/>
                <a:gd name="T9" fmla="*/ 18 h 24"/>
                <a:gd name="T10" fmla="*/ 20 w 27"/>
                <a:gd name="T11" fmla="*/ 2 h 24"/>
                <a:gd name="T12" fmla="*/ 14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4" y="0"/>
                  </a:moveTo>
                  <a:cubicBezTo>
                    <a:pt x="10" y="0"/>
                    <a:pt x="6" y="2"/>
                    <a:pt x="4" y="6"/>
                  </a:cubicBezTo>
                  <a:cubicBezTo>
                    <a:pt x="0" y="12"/>
                    <a:pt x="2" y="19"/>
                    <a:pt x="8" y="22"/>
                  </a:cubicBezTo>
                  <a:cubicBezTo>
                    <a:pt x="10" y="23"/>
                    <a:pt x="12" y="24"/>
                    <a:pt x="14" y="24"/>
                  </a:cubicBezTo>
                  <a:cubicBezTo>
                    <a:pt x="18" y="24"/>
                    <a:pt x="22" y="22"/>
                    <a:pt x="24" y="18"/>
                  </a:cubicBezTo>
                  <a:cubicBezTo>
                    <a:pt x="27" y="12"/>
                    <a:pt x="25" y="5"/>
                    <a:pt x="20" y="2"/>
                  </a:cubicBezTo>
                  <a:cubicBezTo>
                    <a:pt x="18" y="1"/>
                    <a:pt x="16" y="0"/>
                    <a:pt x="14" y="0"/>
                  </a:cubicBezTo>
                </a:path>
              </a:pathLst>
            </a:custGeom>
            <a:solidFill>
              <a:srgbClr val="6E8EAF"/>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1" name="Freeform 68">
              <a:extLst>
                <a:ext uri="{FF2B5EF4-FFF2-40B4-BE49-F238E27FC236}">
                  <a16:creationId xmlns:a16="http://schemas.microsoft.com/office/drawing/2014/main" id="{ECAD736F-A86C-4A0E-9501-9B69D6915A4E}"/>
                </a:ext>
              </a:extLst>
            </p:cNvPr>
            <p:cNvSpPr>
              <a:spLocks/>
            </p:cNvSpPr>
            <p:nvPr userDrawn="1"/>
          </p:nvSpPr>
          <p:spPr bwMode="auto">
            <a:xfrm>
              <a:off x="8299799" y="5586412"/>
              <a:ext cx="88900" cy="79375"/>
            </a:xfrm>
            <a:custGeom>
              <a:avLst/>
              <a:gdLst>
                <a:gd name="T0" fmla="*/ 13 w 27"/>
                <a:gd name="T1" fmla="*/ 0 h 24"/>
                <a:gd name="T2" fmla="*/ 3 w 27"/>
                <a:gd name="T3" fmla="*/ 6 h 24"/>
                <a:gd name="T4" fmla="*/ 7 w 27"/>
                <a:gd name="T5" fmla="*/ 22 h 24"/>
                <a:gd name="T6" fmla="*/ 13 w 27"/>
                <a:gd name="T7" fmla="*/ 24 h 24"/>
                <a:gd name="T8" fmla="*/ 24 w 27"/>
                <a:gd name="T9" fmla="*/ 18 h 24"/>
                <a:gd name="T10" fmla="*/ 19 w 27"/>
                <a:gd name="T11" fmla="*/ 2 h 24"/>
                <a:gd name="T12" fmla="*/ 13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3" y="0"/>
                  </a:moveTo>
                  <a:cubicBezTo>
                    <a:pt x="9" y="0"/>
                    <a:pt x="5" y="3"/>
                    <a:pt x="3" y="6"/>
                  </a:cubicBezTo>
                  <a:cubicBezTo>
                    <a:pt x="0" y="12"/>
                    <a:pt x="2" y="19"/>
                    <a:pt x="7" y="22"/>
                  </a:cubicBezTo>
                  <a:cubicBezTo>
                    <a:pt x="9" y="23"/>
                    <a:pt x="11" y="24"/>
                    <a:pt x="13" y="24"/>
                  </a:cubicBezTo>
                  <a:cubicBezTo>
                    <a:pt x="17" y="24"/>
                    <a:pt x="21" y="22"/>
                    <a:pt x="24" y="18"/>
                  </a:cubicBezTo>
                  <a:cubicBezTo>
                    <a:pt x="27" y="12"/>
                    <a:pt x="25" y="5"/>
                    <a:pt x="19" y="2"/>
                  </a:cubicBezTo>
                  <a:cubicBezTo>
                    <a:pt x="17" y="1"/>
                    <a:pt x="15" y="0"/>
                    <a:pt x="13" y="0"/>
                  </a:cubicBezTo>
                </a:path>
              </a:pathLst>
            </a:custGeom>
            <a:solidFill>
              <a:srgbClr val="7C87AC"/>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2" name="Freeform 71">
              <a:extLst>
                <a:ext uri="{FF2B5EF4-FFF2-40B4-BE49-F238E27FC236}">
                  <a16:creationId xmlns:a16="http://schemas.microsoft.com/office/drawing/2014/main" id="{98532914-5A4F-4DDE-A3CD-6827FFEBCA26}"/>
                </a:ext>
              </a:extLst>
            </p:cNvPr>
            <p:cNvSpPr>
              <a:spLocks/>
            </p:cNvSpPr>
            <p:nvPr userDrawn="1"/>
          </p:nvSpPr>
          <p:spPr bwMode="auto">
            <a:xfrm>
              <a:off x="8945911" y="5972175"/>
              <a:ext cx="90488" cy="80962"/>
            </a:xfrm>
            <a:custGeom>
              <a:avLst/>
              <a:gdLst>
                <a:gd name="T0" fmla="*/ 14 w 27"/>
                <a:gd name="T1" fmla="*/ 0 h 24"/>
                <a:gd name="T2" fmla="*/ 3 w 27"/>
                <a:gd name="T3" fmla="*/ 6 h 24"/>
                <a:gd name="T4" fmla="*/ 8 w 27"/>
                <a:gd name="T5" fmla="*/ 22 h 24"/>
                <a:gd name="T6" fmla="*/ 14 w 27"/>
                <a:gd name="T7" fmla="*/ 24 h 24"/>
                <a:gd name="T8" fmla="*/ 24 w 27"/>
                <a:gd name="T9" fmla="*/ 18 h 24"/>
                <a:gd name="T10" fmla="*/ 20 w 27"/>
                <a:gd name="T11" fmla="*/ 2 h 24"/>
                <a:gd name="T12" fmla="*/ 14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4" y="0"/>
                  </a:moveTo>
                  <a:cubicBezTo>
                    <a:pt x="10" y="0"/>
                    <a:pt x="6" y="2"/>
                    <a:pt x="3" y="6"/>
                  </a:cubicBezTo>
                  <a:cubicBezTo>
                    <a:pt x="0" y="12"/>
                    <a:pt x="2" y="19"/>
                    <a:pt x="8" y="22"/>
                  </a:cubicBezTo>
                  <a:cubicBezTo>
                    <a:pt x="10" y="23"/>
                    <a:pt x="12" y="24"/>
                    <a:pt x="14" y="24"/>
                  </a:cubicBezTo>
                  <a:cubicBezTo>
                    <a:pt x="18" y="24"/>
                    <a:pt x="22" y="21"/>
                    <a:pt x="24" y="18"/>
                  </a:cubicBezTo>
                  <a:cubicBezTo>
                    <a:pt x="27" y="12"/>
                    <a:pt x="25" y="5"/>
                    <a:pt x="20" y="2"/>
                  </a:cubicBezTo>
                  <a:cubicBezTo>
                    <a:pt x="18" y="1"/>
                    <a:pt x="16" y="0"/>
                    <a:pt x="14" y="0"/>
                  </a:cubicBezTo>
                </a:path>
              </a:pathLst>
            </a:custGeom>
            <a:solidFill>
              <a:srgbClr val="42E8E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3" name="Freeform 72">
              <a:extLst>
                <a:ext uri="{FF2B5EF4-FFF2-40B4-BE49-F238E27FC236}">
                  <a16:creationId xmlns:a16="http://schemas.microsoft.com/office/drawing/2014/main" id="{A7BDCC71-1F86-4B47-B459-2477B26D2633}"/>
                </a:ext>
              </a:extLst>
            </p:cNvPr>
            <p:cNvSpPr>
              <a:spLocks/>
            </p:cNvSpPr>
            <p:nvPr userDrawn="1"/>
          </p:nvSpPr>
          <p:spPr bwMode="auto">
            <a:xfrm>
              <a:off x="8853836" y="5919787"/>
              <a:ext cx="88900" cy="76200"/>
            </a:xfrm>
            <a:custGeom>
              <a:avLst/>
              <a:gdLst>
                <a:gd name="T0" fmla="*/ 13 w 27"/>
                <a:gd name="T1" fmla="*/ 0 h 23"/>
                <a:gd name="T2" fmla="*/ 3 w 27"/>
                <a:gd name="T3" fmla="*/ 6 h 23"/>
                <a:gd name="T4" fmla="*/ 7 w 27"/>
                <a:gd name="T5" fmla="*/ 22 h 23"/>
                <a:gd name="T6" fmla="*/ 13 w 27"/>
                <a:gd name="T7" fmla="*/ 23 h 23"/>
                <a:gd name="T8" fmla="*/ 23 w 27"/>
                <a:gd name="T9" fmla="*/ 17 h 23"/>
                <a:gd name="T10" fmla="*/ 19 w 27"/>
                <a:gd name="T11" fmla="*/ 1 h 23"/>
                <a:gd name="T12" fmla="*/ 13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3" y="0"/>
                  </a:moveTo>
                  <a:cubicBezTo>
                    <a:pt x="9" y="0"/>
                    <a:pt x="5" y="2"/>
                    <a:pt x="3" y="6"/>
                  </a:cubicBezTo>
                  <a:cubicBezTo>
                    <a:pt x="0" y="11"/>
                    <a:pt x="2" y="18"/>
                    <a:pt x="7" y="22"/>
                  </a:cubicBezTo>
                  <a:cubicBezTo>
                    <a:pt x="9" y="23"/>
                    <a:pt x="11" y="23"/>
                    <a:pt x="13" y="23"/>
                  </a:cubicBezTo>
                  <a:cubicBezTo>
                    <a:pt x="17" y="23"/>
                    <a:pt x="21" y="21"/>
                    <a:pt x="23" y="17"/>
                  </a:cubicBezTo>
                  <a:cubicBezTo>
                    <a:pt x="27" y="12"/>
                    <a:pt x="25" y="5"/>
                    <a:pt x="19" y="1"/>
                  </a:cubicBezTo>
                  <a:cubicBezTo>
                    <a:pt x="17" y="0"/>
                    <a:pt x="15" y="0"/>
                    <a:pt x="13" y="0"/>
                  </a:cubicBezTo>
                </a:path>
              </a:pathLst>
            </a:custGeom>
            <a:solidFill>
              <a:srgbClr val="4BC8CE"/>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4" name="Freeform 73">
              <a:extLst>
                <a:ext uri="{FF2B5EF4-FFF2-40B4-BE49-F238E27FC236}">
                  <a16:creationId xmlns:a16="http://schemas.microsoft.com/office/drawing/2014/main" id="{8EDB264D-3D4F-4F98-A42E-3355C4154F4B}"/>
                </a:ext>
              </a:extLst>
            </p:cNvPr>
            <p:cNvSpPr>
              <a:spLocks/>
            </p:cNvSpPr>
            <p:nvPr userDrawn="1"/>
          </p:nvSpPr>
          <p:spPr bwMode="auto">
            <a:xfrm>
              <a:off x="8758586" y="5862637"/>
              <a:ext cx="88900" cy="80962"/>
            </a:xfrm>
            <a:custGeom>
              <a:avLst/>
              <a:gdLst>
                <a:gd name="T0" fmla="*/ 14 w 27"/>
                <a:gd name="T1" fmla="*/ 0 h 24"/>
                <a:gd name="T2" fmla="*/ 4 w 27"/>
                <a:gd name="T3" fmla="*/ 6 h 24"/>
                <a:gd name="T4" fmla="*/ 8 w 27"/>
                <a:gd name="T5" fmla="*/ 22 h 24"/>
                <a:gd name="T6" fmla="*/ 14 w 27"/>
                <a:gd name="T7" fmla="*/ 24 h 24"/>
                <a:gd name="T8" fmla="*/ 24 w 27"/>
                <a:gd name="T9" fmla="*/ 18 h 24"/>
                <a:gd name="T10" fmla="*/ 20 w 27"/>
                <a:gd name="T11" fmla="*/ 2 h 24"/>
                <a:gd name="T12" fmla="*/ 14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4" y="0"/>
                  </a:moveTo>
                  <a:cubicBezTo>
                    <a:pt x="10" y="0"/>
                    <a:pt x="6" y="2"/>
                    <a:pt x="4" y="6"/>
                  </a:cubicBezTo>
                  <a:cubicBezTo>
                    <a:pt x="0" y="12"/>
                    <a:pt x="2" y="19"/>
                    <a:pt x="8" y="22"/>
                  </a:cubicBezTo>
                  <a:cubicBezTo>
                    <a:pt x="10" y="23"/>
                    <a:pt x="12" y="24"/>
                    <a:pt x="14" y="24"/>
                  </a:cubicBezTo>
                  <a:cubicBezTo>
                    <a:pt x="18" y="24"/>
                    <a:pt x="22" y="22"/>
                    <a:pt x="24" y="18"/>
                  </a:cubicBezTo>
                  <a:cubicBezTo>
                    <a:pt x="27" y="12"/>
                    <a:pt x="25" y="5"/>
                    <a:pt x="20" y="2"/>
                  </a:cubicBezTo>
                  <a:cubicBezTo>
                    <a:pt x="18" y="1"/>
                    <a:pt x="16" y="0"/>
                    <a:pt x="14" y="0"/>
                  </a:cubicBezTo>
                </a:path>
              </a:pathLst>
            </a:custGeom>
            <a:solidFill>
              <a:srgbClr val="56AFC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5" name="Freeform 74">
              <a:extLst>
                <a:ext uri="{FF2B5EF4-FFF2-40B4-BE49-F238E27FC236}">
                  <a16:creationId xmlns:a16="http://schemas.microsoft.com/office/drawing/2014/main" id="{33638A6C-CE95-4C7E-B7B4-8FC32CD0D2D4}"/>
                </a:ext>
              </a:extLst>
            </p:cNvPr>
            <p:cNvSpPr>
              <a:spLocks/>
            </p:cNvSpPr>
            <p:nvPr userDrawn="1"/>
          </p:nvSpPr>
          <p:spPr bwMode="auto">
            <a:xfrm>
              <a:off x="8666511" y="5810250"/>
              <a:ext cx="88900" cy="76200"/>
            </a:xfrm>
            <a:custGeom>
              <a:avLst/>
              <a:gdLst>
                <a:gd name="T0" fmla="*/ 14 w 27"/>
                <a:gd name="T1" fmla="*/ 0 h 23"/>
                <a:gd name="T2" fmla="*/ 3 w 27"/>
                <a:gd name="T3" fmla="*/ 6 h 23"/>
                <a:gd name="T4" fmla="*/ 8 w 27"/>
                <a:gd name="T5" fmla="*/ 22 h 23"/>
                <a:gd name="T6" fmla="*/ 14 w 27"/>
                <a:gd name="T7" fmla="*/ 23 h 23"/>
                <a:gd name="T8" fmla="*/ 24 w 27"/>
                <a:gd name="T9" fmla="*/ 18 h 23"/>
                <a:gd name="T10" fmla="*/ 19 w 27"/>
                <a:gd name="T11" fmla="*/ 2 h 23"/>
                <a:gd name="T12" fmla="*/ 14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4" y="0"/>
                  </a:moveTo>
                  <a:cubicBezTo>
                    <a:pt x="10" y="0"/>
                    <a:pt x="6" y="2"/>
                    <a:pt x="3" y="6"/>
                  </a:cubicBezTo>
                  <a:cubicBezTo>
                    <a:pt x="0" y="11"/>
                    <a:pt x="2" y="19"/>
                    <a:pt x="8" y="22"/>
                  </a:cubicBezTo>
                  <a:cubicBezTo>
                    <a:pt x="10" y="23"/>
                    <a:pt x="12" y="23"/>
                    <a:pt x="14" y="23"/>
                  </a:cubicBezTo>
                  <a:cubicBezTo>
                    <a:pt x="18" y="23"/>
                    <a:pt x="22" y="21"/>
                    <a:pt x="24" y="18"/>
                  </a:cubicBezTo>
                  <a:cubicBezTo>
                    <a:pt x="27" y="12"/>
                    <a:pt x="25" y="5"/>
                    <a:pt x="19" y="2"/>
                  </a:cubicBezTo>
                  <a:cubicBezTo>
                    <a:pt x="18" y="0"/>
                    <a:pt x="16" y="0"/>
                    <a:pt x="14" y="0"/>
                  </a:cubicBezTo>
                </a:path>
              </a:pathLst>
            </a:custGeom>
            <a:solidFill>
              <a:srgbClr val="629CB6"/>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6" name="Freeform 75">
              <a:extLst>
                <a:ext uri="{FF2B5EF4-FFF2-40B4-BE49-F238E27FC236}">
                  <a16:creationId xmlns:a16="http://schemas.microsoft.com/office/drawing/2014/main" id="{C23CA099-DAC1-432C-8C4E-11E19A22FD68}"/>
                </a:ext>
              </a:extLst>
            </p:cNvPr>
            <p:cNvSpPr>
              <a:spLocks/>
            </p:cNvSpPr>
            <p:nvPr userDrawn="1"/>
          </p:nvSpPr>
          <p:spPr bwMode="auto">
            <a:xfrm>
              <a:off x="8572849" y="5756275"/>
              <a:ext cx="90488" cy="76200"/>
            </a:xfrm>
            <a:custGeom>
              <a:avLst/>
              <a:gdLst>
                <a:gd name="T0" fmla="*/ 13 w 27"/>
                <a:gd name="T1" fmla="*/ 0 h 23"/>
                <a:gd name="T2" fmla="*/ 3 w 27"/>
                <a:gd name="T3" fmla="*/ 5 h 23"/>
                <a:gd name="T4" fmla="*/ 7 w 27"/>
                <a:gd name="T5" fmla="*/ 22 h 23"/>
                <a:gd name="T6" fmla="*/ 13 w 27"/>
                <a:gd name="T7" fmla="*/ 23 h 23"/>
                <a:gd name="T8" fmla="*/ 23 w 27"/>
                <a:gd name="T9" fmla="*/ 17 h 23"/>
                <a:gd name="T10" fmla="*/ 19 w 27"/>
                <a:gd name="T11" fmla="*/ 1 h 23"/>
                <a:gd name="T12" fmla="*/ 13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3" y="0"/>
                  </a:moveTo>
                  <a:cubicBezTo>
                    <a:pt x="9" y="0"/>
                    <a:pt x="5" y="2"/>
                    <a:pt x="3" y="5"/>
                  </a:cubicBezTo>
                  <a:cubicBezTo>
                    <a:pt x="0" y="11"/>
                    <a:pt x="2" y="18"/>
                    <a:pt x="7" y="22"/>
                  </a:cubicBezTo>
                  <a:cubicBezTo>
                    <a:pt x="9" y="23"/>
                    <a:pt x="11" y="23"/>
                    <a:pt x="13" y="23"/>
                  </a:cubicBezTo>
                  <a:cubicBezTo>
                    <a:pt x="17" y="23"/>
                    <a:pt x="21" y="21"/>
                    <a:pt x="23" y="17"/>
                  </a:cubicBezTo>
                  <a:cubicBezTo>
                    <a:pt x="27" y="12"/>
                    <a:pt x="25" y="4"/>
                    <a:pt x="19" y="1"/>
                  </a:cubicBezTo>
                  <a:cubicBezTo>
                    <a:pt x="17" y="0"/>
                    <a:pt x="15" y="0"/>
                    <a:pt x="13" y="0"/>
                  </a:cubicBezTo>
                </a:path>
              </a:pathLst>
            </a:custGeom>
            <a:solidFill>
              <a:srgbClr val="6E8EAF"/>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7" name="Freeform 77">
              <a:extLst>
                <a:ext uri="{FF2B5EF4-FFF2-40B4-BE49-F238E27FC236}">
                  <a16:creationId xmlns:a16="http://schemas.microsoft.com/office/drawing/2014/main" id="{07FA81A5-EEEB-44AB-9090-766B35EE42EF}"/>
                </a:ext>
              </a:extLst>
            </p:cNvPr>
            <p:cNvSpPr>
              <a:spLocks/>
            </p:cNvSpPr>
            <p:nvPr userDrawn="1"/>
          </p:nvSpPr>
          <p:spPr bwMode="auto">
            <a:xfrm>
              <a:off x="8487124" y="5699125"/>
              <a:ext cx="79375" cy="73025"/>
            </a:xfrm>
            <a:custGeom>
              <a:avLst/>
              <a:gdLst>
                <a:gd name="T0" fmla="*/ 11 w 24"/>
                <a:gd name="T1" fmla="*/ 0 h 22"/>
                <a:gd name="T2" fmla="*/ 6 w 24"/>
                <a:gd name="T3" fmla="*/ 1 h 22"/>
                <a:gd name="T4" fmla="*/ 3 w 24"/>
                <a:gd name="T5" fmla="*/ 5 h 22"/>
                <a:gd name="T6" fmla="*/ 7 w 24"/>
                <a:gd name="T7" fmla="*/ 21 h 22"/>
                <a:gd name="T8" fmla="*/ 13 w 24"/>
                <a:gd name="T9" fmla="*/ 22 h 22"/>
                <a:gd name="T10" fmla="*/ 18 w 24"/>
                <a:gd name="T11" fmla="*/ 21 h 22"/>
                <a:gd name="T12" fmla="*/ 21 w 24"/>
                <a:gd name="T13" fmla="*/ 18 h 22"/>
                <a:gd name="T14" fmla="*/ 17 w 24"/>
                <a:gd name="T15" fmla="*/ 2 h 22"/>
                <a:gd name="T16" fmla="*/ 11 w 24"/>
                <a:gd name="T17" fmla="*/ 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22">
                  <a:moveTo>
                    <a:pt x="11" y="0"/>
                  </a:moveTo>
                  <a:cubicBezTo>
                    <a:pt x="9" y="0"/>
                    <a:pt x="8" y="0"/>
                    <a:pt x="6" y="1"/>
                  </a:cubicBezTo>
                  <a:cubicBezTo>
                    <a:pt x="5" y="2"/>
                    <a:pt x="4" y="3"/>
                    <a:pt x="3" y="5"/>
                  </a:cubicBezTo>
                  <a:cubicBezTo>
                    <a:pt x="0" y="10"/>
                    <a:pt x="2" y="18"/>
                    <a:pt x="7" y="21"/>
                  </a:cubicBezTo>
                  <a:cubicBezTo>
                    <a:pt x="9" y="22"/>
                    <a:pt x="11" y="22"/>
                    <a:pt x="13" y="22"/>
                  </a:cubicBezTo>
                  <a:cubicBezTo>
                    <a:pt x="15" y="22"/>
                    <a:pt x="16" y="22"/>
                    <a:pt x="18" y="21"/>
                  </a:cubicBezTo>
                  <a:cubicBezTo>
                    <a:pt x="19" y="21"/>
                    <a:pt x="20" y="19"/>
                    <a:pt x="21" y="18"/>
                  </a:cubicBezTo>
                  <a:cubicBezTo>
                    <a:pt x="24" y="12"/>
                    <a:pt x="22" y="5"/>
                    <a:pt x="17" y="2"/>
                  </a:cubicBezTo>
                  <a:cubicBezTo>
                    <a:pt x="15" y="1"/>
                    <a:pt x="13" y="0"/>
                    <a:pt x="11" y="0"/>
                  </a:cubicBezTo>
                </a:path>
              </a:pathLst>
            </a:custGeom>
            <a:solidFill>
              <a:srgbClr val="7C87AC"/>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8" name="Freeform 79">
              <a:extLst>
                <a:ext uri="{FF2B5EF4-FFF2-40B4-BE49-F238E27FC236}">
                  <a16:creationId xmlns:a16="http://schemas.microsoft.com/office/drawing/2014/main" id="{40C15D7D-C48E-4DE3-B760-B9144BDAA12E}"/>
                </a:ext>
              </a:extLst>
            </p:cNvPr>
            <p:cNvSpPr>
              <a:spLocks/>
            </p:cNvSpPr>
            <p:nvPr userDrawn="1"/>
          </p:nvSpPr>
          <p:spPr bwMode="auto">
            <a:xfrm>
              <a:off x="8391874" y="5646737"/>
              <a:ext cx="82550" cy="73025"/>
            </a:xfrm>
            <a:custGeom>
              <a:avLst/>
              <a:gdLst>
                <a:gd name="T0" fmla="*/ 11 w 25"/>
                <a:gd name="T1" fmla="*/ 0 h 22"/>
                <a:gd name="T2" fmla="*/ 7 w 25"/>
                <a:gd name="T3" fmla="*/ 1 h 22"/>
                <a:gd name="T4" fmla="*/ 4 w 25"/>
                <a:gd name="T5" fmla="*/ 5 h 22"/>
                <a:gd name="T6" fmla="*/ 8 w 25"/>
                <a:gd name="T7" fmla="*/ 21 h 22"/>
                <a:gd name="T8" fmla="*/ 14 w 25"/>
                <a:gd name="T9" fmla="*/ 22 h 22"/>
                <a:gd name="T10" fmla="*/ 18 w 25"/>
                <a:gd name="T11" fmla="*/ 21 h 22"/>
                <a:gd name="T12" fmla="*/ 22 w 25"/>
                <a:gd name="T13" fmla="*/ 17 h 22"/>
                <a:gd name="T14" fmla="*/ 17 w 25"/>
                <a:gd name="T15" fmla="*/ 1 h 22"/>
                <a:gd name="T16" fmla="*/ 11 w 25"/>
                <a:gd name="T17" fmla="*/ 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22">
                  <a:moveTo>
                    <a:pt x="11" y="0"/>
                  </a:moveTo>
                  <a:cubicBezTo>
                    <a:pt x="10" y="0"/>
                    <a:pt x="9" y="0"/>
                    <a:pt x="7" y="1"/>
                  </a:cubicBezTo>
                  <a:cubicBezTo>
                    <a:pt x="6" y="2"/>
                    <a:pt x="4" y="3"/>
                    <a:pt x="4" y="5"/>
                  </a:cubicBezTo>
                  <a:cubicBezTo>
                    <a:pt x="0" y="10"/>
                    <a:pt x="2" y="17"/>
                    <a:pt x="8" y="21"/>
                  </a:cubicBezTo>
                  <a:cubicBezTo>
                    <a:pt x="10" y="22"/>
                    <a:pt x="12" y="22"/>
                    <a:pt x="14" y="22"/>
                  </a:cubicBezTo>
                  <a:cubicBezTo>
                    <a:pt x="15" y="22"/>
                    <a:pt x="17" y="22"/>
                    <a:pt x="18" y="21"/>
                  </a:cubicBezTo>
                  <a:cubicBezTo>
                    <a:pt x="19" y="20"/>
                    <a:pt x="21" y="19"/>
                    <a:pt x="22" y="17"/>
                  </a:cubicBezTo>
                  <a:cubicBezTo>
                    <a:pt x="25" y="12"/>
                    <a:pt x="23" y="5"/>
                    <a:pt x="17" y="1"/>
                  </a:cubicBezTo>
                  <a:cubicBezTo>
                    <a:pt x="15" y="0"/>
                    <a:pt x="13" y="0"/>
                    <a:pt x="11" y="0"/>
                  </a:cubicBezTo>
                </a:path>
              </a:pathLst>
            </a:custGeom>
            <a:solidFill>
              <a:srgbClr val="514984"/>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9" name="Freeform 80">
              <a:extLst>
                <a:ext uri="{FF2B5EF4-FFF2-40B4-BE49-F238E27FC236}">
                  <a16:creationId xmlns:a16="http://schemas.microsoft.com/office/drawing/2014/main" id="{6779B2B1-D922-4492-BD11-EBA2348D0B3D}"/>
                </a:ext>
              </a:extLst>
            </p:cNvPr>
            <p:cNvSpPr>
              <a:spLocks/>
            </p:cNvSpPr>
            <p:nvPr userDrawn="1"/>
          </p:nvSpPr>
          <p:spPr bwMode="auto">
            <a:xfrm>
              <a:off x="10030174" y="5626100"/>
              <a:ext cx="88900" cy="76200"/>
            </a:xfrm>
            <a:custGeom>
              <a:avLst/>
              <a:gdLst>
                <a:gd name="T0" fmla="*/ 13 w 27"/>
                <a:gd name="T1" fmla="*/ 0 h 23"/>
                <a:gd name="T2" fmla="*/ 8 w 27"/>
                <a:gd name="T3" fmla="*/ 1 h 23"/>
                <a:gd name="T4" fmla="*/ 3 w 27"/>
                <a:gd name="T5" fmla="*/ 17 h 23"/>
                <a:gd name="T6" fmla="*/ 13 w 27"/>
                <a:gd name="T7" fmla="*/ 23 h 23"/>
                <a:gd name="T8" fmla="*/ 19 w 27"/>
                <a:gd name="T9" fmla="*/ 22 h 23"/>
                <a:gd name="T10" fmla="*/ 24 w 27"/>
                <a:gd name="T11" fmla="*/ 6 h 23"/>
                <a:gd name="T12" fmla="*/ 13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3" y="0"/>
                  </a:moveTo>
                  <a:cubicBezTo>
                    <a:pt x="11" y="0"/>
                    <a:pt x="9" y="0"/>
                    <a:pt x="8" y="1"/>
                  </a:cubicBezTo>
                  <a:cubicBezTo>
                    <a:pt x="2" y="5"/>
                    <a:pt x="0" y="12"/>
                    <a:pt x="3" y="17"/>
                  </a:cubicBezTo>
                  <a:cubicBezTo>
                    <a:pt x="5" y="21"/>
                    <a:pt x="9" y="23"/>
                    <a:pt x="13" y="23"/>
                  </a:cubicBezTo>
                  <a:cubicBezTo>
                    <a:pt x="15" y="23"/>
                    <a:pt x="17" y="23"/>
                    <a:pt x="19" y="22"/>
                  </a:cubicBezTo>
                  <a:cubicBezTo>
                    <a:pt x="25" y="19"/>
                    <a:pt x="27" y="11"/>
                    <a:pt x="24" y="6"/>
                  </a:cubicBezTo>
                  <a:cubicBezTo>
                    <a:pt x="21" y="2"/>
                    <a:pt x="18" y="0"/>
                    <a:pt x="13" y="0"/>
                  </a:cubicBezTo>
                </a:path>
              </a:pathLst>
            </a:custGeom>
            <a:solidFill>
              <a:srgbClr val="42E8E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0" name="Freeform 81">
              <a:extLst>
                <a:ext uri="{FF2B5EF4-FFF2-40B4-BE49-F238E27FC236}">
                  <a16:creationId xmlns:a16="http://schemas.microsoft.com/office/drawing/2014/main" id="{8DC4648F-D8C5-4ED1-87D1-6178D01C917F}"/>
                </a:ext>
              </a:extLst>
            </p:cNvPr>
            <p:cNvSpPr>
              <a:spLocks/>
            </p:cNvSpPr>
            <p:nvPr userDrawn="1"/>
          </p:nvSpPr>
          <p:spPr bwMode="auto">
            <a:xfrm>
              <a:off x="10122249" y="5568950"/>
              <a:ext cx="88900" cy="80962"/>
            </a:xfrm>
            <a:custGeom>
              <a:avLst/>
              <a:gdLst>
                <a:gd name="T0" fmla="*/ 14 w 27"/>
                <a:gd name="T1" fmla="*/ 0 h 24"/>
                <a:gd name="T2" fmla="*/ 8 w 27"/>
                <a:gd name="T3" fmla="*/ 2 h 24"/>
                <a:gd name="T4" fmla="*/ 4 w 27"/>
                <a:gd name="T5" fmla="*/ 18 h 24"/>
                <a:gd name="T6" fmla="*/ 14 w 27"/>
                <a:gd name="T7" fmla="*/ 24 h 24"/>
                <a:gd name="T8" fmla="*/ 20 w 27"/>
                <a:gd name="T9" fmla="*/ 22 h 24"/>
                <a:gd name="T10" fmla="*/ 24 w 27"/>
                <a:gd name="T11" fmla="*/ 6 h 24"/>
                <a:gd name="T12" fmla="*/ 14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4" y="0"/>
                  </a:moveTo>
                  <a:cubicBezTo>
                    <a:pt x="12" y="0"/>
                    <a:pt x="10" y="1"/>
                    <a:pt x="8" y="2"/>
                  </a:cubicBezTo>
                  <a:cubicBezTo>
                    <a:pt x="2" y="5"/>
                    <a:pt x="0" y="12"/>
                    <a:pt x="4" y="18"/>
                  </a:cubicBezTo>
                  <a:cubicBezTo>
                    <a:pt x="6" y="22"/>
                    <a:pt x="10" y="24"/>
                    <a:pt x="14" y="24"/>
                  </a:cubicBezTo>
                  <a:cubicBezTo>
                    <a:pt x="16" y="24"/>
                    <a:pt x="18" y="23"/>
                    <a:pt x="20" y="22"/>
                  </a:cubicBezTo>
                  <a:cubicBezTo>
                    <a:pt x="25" y="19"/>
                    <a:pt x="27" y="12"/>
                    <a:pt x="24" y="6"/>
                  </a:cubicBezTo>
                  <a:cubicBezTo>
                    <a:pt x="22" y="3"/>
                    <a:pt x="18" y="0"/>
                    <a:pt x="14" y="0"/>
                  </a:cubicBezTo>
                </a:path>
              </a:pathLst>
            </a:custGeom>
            <a:solidFill>
              <a:srgbClr val="4BC8CE"/>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1" name="Freeform 82">
              <a:extLst>
                <a:ext uri="{FF2B5EF4-FFF2-40B4-BE49-F238E27FC236}">
                  <a16:creationId xmlns:a16="http://schemas.microsoft.com/office/drawing/2014/main" id="{DAAB9D96-B8A7-4454-9A5F-02E1F41C2629}"/>
                </a:ext>
              </a:extLst>
            </p:cNvPr>
            <p:cNvSpPr>
              <a:spLocks/>
            </p:cNvSpPr>
            <p:nvPr userDrawn="1"/>
          </p:nvSpPr>
          <p:spPr bwMode="auto">
            <a:xfrm>
              <a:off x="10217499" y="5516562"/>
              <a:ext cx="88900" cy="79375"/>
            </a:xfrm>
            <a:custGeom>
              <a:avLst/>
              <a:gdLst>
                <a:gd name="T0" fmla="*/ 13 w 27"/>
                <a:gd name="T1" fmla="*/ 0 h 24"/>
                <a:gd name="T2" fmla="*/ 7 w 27"/>
                <a:gd name="T3" fmla="*/ 2 h 24"/>
                <a:gd name="T4" fmla="*/ 3 w 27"/>
                <a:gd name="T5" fmla="*/ 18 h 24"/>
                <a:gd name="T6" fmla="*/ 13 w 27"/>
                <a:gd name="T7" fmla="*/ 24 h 24"/>
                <a:gd name="T8" fmla="*/ 19 w 27"/>
                <a:gd name="T9" fmla="*/ 22 h 24"/>
                <a:gd name="T10" fmla="*/ 23 w 27"/>
                <a:gd name="T11" fmla="*/ 6 h 24"/>
                <a:gd name="T12" fmla="*/ 13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3" y="0"/>
                  </a:moveTo>
                  <a:cubicBezTo>
                    <a:pt x="11" y="0"/>
                    <a:pt x="9" y="1"/>
                    <a:pt x="7" y="2"/>
                  </a:cubicBezTo>
                  <a:cubicBezTo>
                    <a:pt x="2" y="5"/>
                    <a:pt x="0" y="12"/>
                    <a:pt x="3" y="18"/>
                  </a:cubicBezTo>
                  <a:cubicBezTo>
                    <a:pt x="5" y="21"/>
                    <a:pt x="9" y="24"/>
                    <a:pt x="13" y="24"/>
                  </a:cubicBezTo>
                  <a:cubicBezTo>
                    <a:pt x="15" y="24"/>
                    <a:pt x="17" y="23"/>
                    <a:pt x="19" y="22"/>
                  </a:cubicBezTo>
                  <a:cubicBezTo>
                    <a:pt x="25" y="19"/>
                    <a:pt x="27" y="12"/>
                    <a:pt x="23" y="6"/>
                  </a:cubicBezTo>
                  <a:cubicBezTo>
                    <a:pt x="21" y="2"/>
                    <a:pt x="17" y="0"/>
                    <a:pt x="13" y="0"/>
                  </a:cubicBezTo>
                </a:path>
              </a:pathLst>
            </a:custGeom>
            <a:solidFill>
              <a:srgbClr val="56AFC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2" name="Freeform 83">
              <a:extLst>
                <a:ext uri="{FF2B5EF4-FFF2-40B4-BE49-F238E27FC236}">
                  <a16:creationId xmlns:a16="http://schemas.microsoft.com/office/drawing/2014/main" id="{1B036E91-4C69-4222-A490-26DAD84EB320}"/>
                </a:ext>
              </a:extLst>
            </p:cNvPr>
            <p:cNvSpPr>
              <a:spLocks/>
            </p:cNvSpPr>
            <p:nvPr userDrawn="1"/>
          </p:nvSpPr>
          <p:spPr bwMode="auto">
            <a:xfrm>
              <a:off x="10309574" y="5462587"/>
              <a:ext cx="88900" cy="76200"/>
            </a:xfrm>
            <a:custGeom>
              <a:avLst/>
              <a:gdLst>
                <a:gd name="T0" fmla="*/ 14 w 27"/>
                <a:gd name="T1" fmla="*/ 0 h 23"/>
                <a:gd name="T2" fmla="*/ 8 w 27"/>
                <a:gd name="T3" fmla="*/ 1 h 23"/>
                <a:gd name="T4" fmla="*/ 3 w 27"/>
                <a:gd name="T5" fmla="*/ 17 h 23"/>
                <a:gd name="T6" fmla="*/ 14 w 27"/>
                <a:gd name="T7" fmla="*/ 23 h 23"/>
                <a:gd name="T8" fmla="*/ 19 w 27"/>
                <a:gd name="T9" fmla="*/ 22 h 23"/>
                <a:gd name="T10" fmla="*/ 24 w 27"/>
                <a:gd name="T11" fmla="*/ 6 h 23"/>
                <a:gd name="T12" fmla="*/ 14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4" y="0"/>
                  </a:moveTo>
                  <a:cubicBezTo>
                    <a:pt x="12" y="0"/>
                    <a:pt x="10" y="0"/>
                    <a:pt x="8" y="1"/>
                  </a:cubicBezTo>
                  <a:cubicBezTo>
                    <a:pt x="2" y="5"/>
                    <a:pt x="0" y="12"/>
                    <a:pt x="3" y="17"/>
                  </a:cubicBezTo>
                  <a:cubicBezTo>
                    <a:pt x="6" y="21"/>
                    <a:pt x="10" y="23"/>
                    <a:pt x="14" y="23"/>
                  </a:cubicBezTo>
                  <a:cubicBezTo>
                    <a:pt x="16" y="23"/>
                    <a:pt x="18" y="23"/>
                    <a:pt x="19" y="22"/>
                  </a:cubicBezTo>
                  <a:cubicBezTo>
                    <a:pt x="25" y="18"/>
                    <a:pt x="27" y="11"/>
                    <a:pt x="24" y="6"/>
                  </a:cubicBezTo>
                  <a:cubicBezTo>
                    <a:pt x="22" y="2"/>
                    <a:pt x="18" y="0"/>
                    <a:pt x="14" y="0"/>
                  </a:cubicBezTo>
                </a:path>
              </a:pathLst>
            </a:custGeom>
            <a:solidFill>
              <a:srgbClr val="629CB6"/>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3" name="Freeform 84">
              <a:extLst>
                <a:ext uri="{FF2B5EF4-FFF2-40B4-BE49-F238E27FC236}">
                  <a16:creationId xmlns:a16="http://schemas.microsoft.com/office/drawing/2014/main" id="{B1B66889-09F0-4432-A227-802D35A64305}"/>
                </a:ext>
              </a:extLst>
            </p:cNvPr>
            <p:cNvSpPr>
              <a:spLocks/>
            </p:cNvSpPr>
            <p:nvPr userDrawn="1"/>
          </p:nvSpPr>
          <p:spPr bwMode="auto">
            <a:xfrm>
              <a:off x="10406411" y="5405437"/>
              <a:ext cx="85725" cy="80962"/>
            </a:xfrm>
            <a:custGeom>
              <a:avLst/>
              <a:gdLst>
                <a:gd name="T0" fmla="*/ 13 w 26"/>
                <a:gd name="T1" fmla="*/ 0 h 24"/>
                <a:gd name="T2" fmla="*/ 7 w 26"/>
                <a:gd name="T3" fmla="*/ 2 h 24"/>
                <a:gd name="T4" fmla="*/ 3 w 26"/>
                <a:gd name="T5" fmla="*/ 18 h 24"/>
                <a:gd name="T6" fmla="*/ 13 w 26"/>
                <a:gd name="T7" fmla="*/ 24 h 24"/>
                <a:gd name="T8" fmla="*/ 19 w 26"/>
                <a:gd name="T9" fmla="*/ 22 h 24"/>
                <a:gd name="T10" fmla="*/ 23 w 26"/>
                <a:gd name="T11" fmla="*/ 6 h 24"/>
                <a:gd name="T12" fmla="*/ 13 w 26"/>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6" h="24">
                  <a:moveTo>
                    <a:pt x="13" y="0"/>
                  </a:moveTo>
                  <a:cubicBezTo>
                    <a:pt x="11" y="0"/>
                    <a:pt x="9" y="1"/>
                    <a:pt x="7" y="2"/>
                  </a:cubicBezTo>
                  <a:cubicBezTo>
                    <a:pt x="1" y="5"/>
                    <a:pt x="0" y="12"/>
                    <a:pt x="3" y="18"/>
                  </a:cubicBezTo>
                  <a:cubicBezTo>
                    <a:pt x="5" y="22"/>
                    <a:pt x="9" y="24"/>
                    <a:pt x="13" y="24"/>
                  </a:cubicBezTo>
                  <a:cubicBezTo>
                    <a:pt x="15" y="24"/>
                    <a:pt x="17" y="23"/>
                    <a:pt x="19" y="22"/>
                  </a:cubicBezTo>
                  <a:cubicBezTo>
                    <a:pt x="24" y="19"/>
                    <a:pt x="26" y="12"/>
                    <a:pt x="23" y="6"/>
                  </a:cubicBezTo>
                  <a:cubicBezTo>
                    <a:pt x="21" y="2"/>
                    <a:pt x="17" y="0"/>
                    <a:pt x="13" y="0"/>
                  </a:cubicBezTo>
                </a:path>
              </a:pathLst>
            </a:custGeom>
            <a:solidFill>
              <a:srgbClr val="6E8EAF"/>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4" name="Freeform 85">
              <a:extLst>
                <a:ext uri="{FF2B5EF4-FFF2-40B4-BE49-F238E27FC236}">
                  <a16:creationId xmlns:a16="http://schemas.microsoft.com/office/drawing/2014/main" id="{2F47A813-4EED-4E9B-B0F3-284D629F43D2}"/>
                </a:ext>
              </a:extLst>
            </p:cNvPr>
            <p:cNvSpPr>
              <a:spLocks/>
            </p:cNvSpPr>
            <p:nvPr userDrawn="1"/>
          </p:nvSpPr>
          <p:spPr bwMode="auto">
            <a:xfrm>
              <a:off x="10498486" y="5353050"/>
              <a:ext cx="88900" cy="76200"/>
            </a:xfrm>
            <a:custGeom>
              <a:avLst/>
              <a:gdLst>
                <a:gd name="T0" fmla="*/ 13 w 27"/>
                <a:gd name="T1" fmla="*/ 0 h 23"/>
                <a:gd name="T2" fmla="*/ 7 w 27"/>
                <a:gd name="T3" fmla="*/ 2 h 23"/>
                <a:gd name="T4" fmla="*/ 3 w 27"/>
                <a:gd name="T5" fmla="*/ 18 h 23"/>
                <a:gd name="T6" fmla="*/ 13 w 27"/>
                <a:gd name="T7" fmla="*/ 23 h 23"/>
                <a:gd name="T8" fmla="*/ 19 w 27"/>
                <a:gd name="T9" fmla="*/ 22 h 23"/>
                <a:gd name="T10" fmla="*/ 24 w 27"/>
                <a:gd name="T11" fmla="*/ 6 h 23"/>
                <a:gd name="T12" fmla="*/ 13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3" y="0"/>
                  </a:moveTo>
                  <a:cubicBezTo>
                    <a:pt x="11" y="0"/>
                    <a:pt x="9" y="0"/>
                    <a:pt x="7" y="2"/>
                  </a:cubicBezTo>
                  <a:cubicBezTo>
                    <a:pt x="2" y="5"/>
                    <a:pt x="0" y="12"/>
                    <a:pt x="3" y="18"/>
                  </a:cubicBezTo>
                  <a:cubicBezTo>
                    <a:pt x="5" y="21"/>
                    <a:pt x="9" y="23"/>
                    <a:pt x="13" y="23"/>
                  </a:cubicBezTo>
                  <a:cubicBezTo>
                    <a:pt x="15" y="23"/>
                    <a:pt x="17" y="23"/>
                    <a:pt x="19" y="22"/>
                  </a:cubicBezTo>
                  <a:cubicBezTo>
                    <a:pt x="25" y="19"/>
                    <a:pt x="27" y="11"/>
                    <a:pt x="24" y="6"/>
                  </a:cubicBezTo>
                  <a:cubicBezTo>
                    <a:pt x="21" y="2"/>
                    <a:pt x="17" y="0"/>
                    <a:pt x="13" y="0"/>
                  </a:cubicBezTo>
                </a:path>
              </a:pathLst>
            </a:custGeom>
            <a:solidFill>
              <a:srgbClr val="7C87AC"/>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5" name="Freeform 86">
              <a:extLst>
                <a:ext uri="{FF2B5EF4-FFF2-40B4-BE49-F238E27FC236}">
                  <a16:creationId xmlns:a16="http://schemas.microsoft.com/office/drawing/2014/main" id="{C6845FB4-EB66-4A79-B099-375E8788F065}"/>
                </a:ext>
              </a:extLst>
            </p:cNvPr>
            <p:cNvSpPr>
              <a:spLocks/>
            </p:cNvSpPr>
            <p:nvPr userDrawn="1"/>
          </p:nvSpPr>
          <p:spPr bwMode="auto">
            <a:xfrm>
              <a:off x="10590561" y="5299075"/>
              <a:ext cx="88900" cy="76200"/>
            </a:xfrm>
            <a:custGeom>
              <a:avLst/>
              <a:gdLst>
                <a:gd name="T0" fmla="*/ 14 w 27"/>
                <a:gd name="T1" fmla="*/ 0 h 23"/>
                <a:gd name="T2" fmla="*/ 8 w 27"/>
                <a:gd name="T3" fmla="*/ 1 h 23"/>
                <a:gd name="T4" fmla="*/ 4 w 27"/>
                <a:gd name="T5" fmla="*/ 17 h 23"/>
                <a:gd name="T6" fmla="*/ 14 w 27"/>
                <a:gd name="T7" fmla="*/ 23 h 23"/>
                <a:gd name="T8" fmla="*/ 20 w 27"/>
                <a:gd name="T9" fmla="*/ 22 h 23"/>
                <a:gd name="T10" fmla="*/ 24 w 27"/>
                <a:gd name="T11" fmla="*/ 5 h 23"/>
                <a:gd name="T12" fmla="*/ 14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4" y="0"/>
                  </a:moveTo>
                  <a:cubicBezTo>
                    <a:pt x="12" y="0"/>
                    <a:pt x="10" y="0"/>
                    <a:pt x="8" y="1"/>
                  </a:cubicBezTo>
                  <a:cubicBezTo>
                    <a:pt x="2" y="4"/>
                    <a:pt x="0" y="12"/>
                    <a:pt x="4" y="17"/>
                  </a:cubicBezTo>
                  <a:cubicBezTo>
                    <a:pt x="6" y="21"/>
                    <a:pt x="10" y="23"/>
                    <a:pt x="14" y="23"/>
                  </a:cubicBezTo>
                  <a:cubicBezTo>
                    <a:pt x="16" y="23"/>
                    <a:pt x="18" y="23"/>
                    <a:pt x="20" y="22"/>
                  </a:cubicBezTo>
                  <a:cubicBezTo>
                    <a:pt x="25" y="18"/>
                    <a:pt x="27" y="11"/>
                    <a:pt x="24" y="5"/>
                  </a:cubicBezTo>
                  <a:cubicBezTo>
                    <a:pt x="22" y="2"/>
                    <a:pt x="18" y="0"/>
                    <a:pt x="14" y="0"/>
                  </a:cubicBezTo>
                </a:path>
              </a:pathLst>
            </a:custGeom>
            <a:solidFill>
              <a:srgbClr val="8B86AD"/>
            </a:solidFill>
            <a:ln>
              <a:noFill/>
            </a:ln>
          </p:spPr>
          <p:txBody>
            <a:bodyPr vert="horz" wrap="square" lIns="91440" tIns="45720" rIns="91440" bIns="45720" numCol="1" anchor="t" anchorCtr="0" compatLnSpc="1">
              <a:prstTxWarp prst="textNoShape">
                <a:avLst/>
              </a:prstTxWarp>
            </a:bodyPr>
            <a:lstStyle/>
            <a:p>
              <a:endParaRPr lang="zh-CN" altLang="en-US"/>
            </a:p>
          </p:txBody>
        </p:sp>
        <p:cxnSp>
          <p:nvCxnSpPr>
            <p:cNvPr id="46" name="直接连接符 45">
              <a:extLst>
                <a:ext uri="{FF2B5EF4-FFF2-40B4-BE49-F238E27FC236}">
                  <a16:creationId xmlns:a16="http://schemas.microsoft.com/office/drawing/2014/main" id="{AF1A2538-5051-469B-8640-A4CD17CE4FE3}"/>
                </a:ext>
              </a:extLst>
            </p:cNvPr>
            <p:cNvCxnSpPr>
              <a:cxnSpLocks/>
            </p:cNvCxnSpPr>
            <p:nvPr userDrawn="1"/>
          </p:nvCxnSpPr>
          <p:spPr>
            <a:xfrm>
              <a:off x="5641802" y="5287830"/>
              <a:ext cx="827436" cy="501914"/>
            </a:xfrm>
            <a:prstGeom prst="line">
              <a:avLst/>
            </a:prstGeom>
            <a:ln w="25400" cap="rnd">
              <a:gradFill>
                <a:gsLst>
                  <a:gs pos="0">
                    <a:srgbClr val="180D5B"/>
                  </a:gs>
                  <a:gs pos="53000">
                    <a:srgbClr val="255184"/>
                  </a:gs>
                  <a:gs pos="100000">
                    <a:srgbClr val="42E8E0"/>
                  </a:gs>
                </a:gsLst>
                <a:lin ang="5400000" scaled="1"/>
              </a:gradFill>
              <a:round/>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EBC8B80E-FE5E-4E19-85A2-95C8DD2CB0A0}"/>
                </a:ext>
              </a:extLst>
            </p:cNvPr>
            <p:cNvCxnSpPr>
              <a:cxnSpLocks/>
            </p:cNvCxnSpPr>
            <p:nvPr userDrawn="1"/>
          </p:nvCxnSpPr>
          <p:spPr>
            <a:xfrm flipV="1">
              <a:off x="7352276" y="5405437"/>
              <a:ext cx="618290" cy="398594"/>
            </a:xfrm>
            <a:prstGeom prst="line">
              <a:avLst/>
            </a:prstGeom>
            <a:ln w="25400" cap="rnd">
              <a:gradFill>
                <a:gsLst>
                  <a:gs pos="0">
                    <a:srgbClr val="180D5B"/>
                  </a:gs>
                  <a:gs pos="53000">
                    <a:srgbClr val="255184"/>
                  </a:gs>
                  <a:gs pos="100000">
                    <a:srgbClr val="42E8E0"/>
                  </a:gs>
                </a:gsLst>
                <a:lin ang="5400000" scaled="1"/>
              </a:gradFill>
              <a:round/>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E2B74C08-DAB2-4B60-BE63-31B1EF58C774}"/>
                </a:ext>
              </a:extLst>
            </p:cNvPr>
            <p:cNvCxnSpPr>
              <a:cxnSpLocks/>
            </p:cNvCxnSpPr>
            <p:nvPr userDrawn="1"/>
          </p:nvCxnSpPr>
          <p:spPr>
            <a:xfrm flipV="1">
              <a:off x="7731243" y="5471253"/>
              <a:ext cx="328843" cy="211996"/>
            </a:xfrm>
            <a:prstGeom prst="line">
              <a:avLst/>
            </a:prstGeom>
            <a:ln w="25400" cap="rnd">
              <a:gradFill>
                <a:gsLst>
                  <a:gs pos="0">
                    <a:srgbClr val="180D5B"/>
                  </a:gs>
                  <a:gs pos="53000">
                    <a:srgbClr val="255184"/>
                  </a:gs>
                  <a:gs pos="100000">
                    <a:srgbClr val="42E8E0"/>
                  </a:gs>
                </a:gsLst>
                <a:lin ang="5400000" scaled="1"/>
              </a:gradFill>
              <a:round/>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7E0CA069-C0B0-4E7A-B11B-4ACD2B3E0552}"/>
                </a:ext>
              </a:extLst>
            </p:cNvPr>
            <p:cNvCxnSpPr>
              <a:cxnSpLocks/>
            </p:cNvCxnSpPr>
            <p:nvPr userDrawn="1"/>
          </p:nvCxnSpPr>
          <p:spPr>
            <a:xfrm flipH="1" flipV="1">
              <a:off x="10065044" y="5664134"/>
              <a:ext cx="618290" cy="398594"/>
            </a:xfrm>
            <a:prstGeom prst="line">
              <a:avLst/>
            </a:prstGeom>
            <a:ln w="25400" cap="rnd">
              <a:gradFill>
                <a:gsLst>
                  <a:gs pos="0">
                    <a:srgbClr val="180D5B"/>
                  </a:gs>
                  <a:gs pos="53000">
                    <a:srgbClr val="255184"/>
                  </a:gs>
                  <a:gs pos="100000">
                    <a:srgbClr val="42E8E0"/>
                  </a:gs>
                </a:gsLst>
                <a:lin ang="5400000" scaled="1"/>
              </a:gradFill>
              <a:round/>
            </a:ln>
          </p:spPr>
          <p:style>
            <a:lnRef idx="1">
              <a:schemeClr val="accent1"/>
            </a:lnRef>
            <a:fillRef idx="0">
              <a:schemeClr val="accent1"/>
            </a:fillRef>
            <a:effectRef idx="0">
              <a:schemeClr val="accent1"/>
            </a:effectRef>
            <a:fontRef idx="minor">
              <a:schemeClr val="tx1"/>
            </a:fontRef>
          </p:style>
        </p:cxnSp>
        <p:sp>
          <p:nvSpPr>
            <p:cNvPr id="50" name="椭圆 49">
              <a:extLst>
                <a:ext uri="{FF2B5EF4-FFF2-40B4-BE49-F238E27FC236}">
                  <a16:creationId xmlns:a16="http://schemas.microsoft.com/office/drawing/2014/main" id="{C535D6E5-49D9-45E0-A8B6-B2D1231A1859}"/>
                </a:ext>
              </a:extLst>
            </p:cNvPr>
            <p:cNvSpPr/>
            <p:nvPr userDrawn="1"/>
          </p:nvSpPr>
          <p:spPr>
            <a:xfrm>
              <a:off x="10861128" y="4188135"/>
              <a:ext cx="361456" cy="203605"/>
            </a:xfrm>
            <a:prstGeom prst="ellipse">
              <a:avLst/>
            </a:prstGeom>
            <a:gradFill flip="none" rotWithShape="1">
              <a:gsLst>
                <a:gs pos="100000">
                  <a:srgbClr val="1D296C"/>
                </a:gs>
                <a:gs pos="52000">
                  <a:srgbClr val="2B6C95"/>
                </a:gs>
                <a:gs pos="68000">
                  <a:srgbClr val="265989"/>
                </a:gs>
                <a:gs pos="17000">
                  <a:srgbClr val="36A6B8"/>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1" name="直接连接符 50">
              <a:extLst>
                <a:ext uri="{FF2B5EF4-FFF2-40B4-BE49-F238E27FC236}">
                  <a16:creationId xmlns:a16="http://schemas.microsoft.com/office/drawing/2014/main" id="{316616A3-795D-402D-BC50-063C43F04365}"/>
                </a:ext>
              </a:extLst>
            </p:cNvPr>
            <p:cNvCxnSpPr>
              <a:cxnSpLocks/>
            </p:cNvCxnSpPr>
            <p:nvPr userDrawn="1"/>
          </p:nvCxnSpPr>
          <p:spPr>
            <a:xfrm flipV="1">
              <a:off x="10552112" y="4285080"/>
              <a:ext cx="483328" cy="289130"/>
            </a:xfrm>
            <a:prstGeom prst="line">
              <a:avLst/>
            </a:prstGeom>
            <a:ln w="25400" cap="rnd">
              <a:gradFill>
                <a:gsLst>
                  <a:gs pos="0">
                    <a:srgbClr val="180D5B"/>
                  </a:gs>
                  <a:gs pos="53000">
                    <a:srgbClr val="255184"/>
                  </a:gs>
                  <a:gs pos="100000">
                    <a:srgbClr val="42E8E0"/>
                  </a:gs>
                </a:gsLst>
                <a:lin ang="5400000" scaled="1"/>
              </a:gradFill>
              <a:round/>
            </a:ln>
          </p:spPr>
          <p:style>
            <a:lnRef idx="1">
              <a:schemeClr val="accent1"/>
            </a:lnRef>
            <a:fillRef idx="0">
              <a:schemeClr val="accent1"/>
            </a:fillRef>
            <a:effectRef idx="0">
              <a:schemeClr val="accent1"/>
            </a:effectRef>
            <a:fontRef idx="minor">
              <a:schemeClr val="tx1"/>
            </a:fontRef>
          </p:style>
        </p:cxnSp>
        <p:sp>
          <p:nvSpPr>
            <p:cNvPr id="52" name="椭圆 51">
              <a:extLst>
                <a:ext uri="{FF2B5EF4-FFF2-40B4-BE49-F238E27FC236}">
                  <a16:creationId xmlns:a16="http://schemas.microsoft.com/office/drawing/2014/main" id="{DBFB945A-9C54-49A8-93AD-3E9D6BB6536C}"/>
                </a:ext>
              </a:extLst>
            </p:cNvPr>
            <p:cNvSpPr/>
            <p:nvPr userDrawn="1"/>
          </p:nvSpPr>
          <p:spPr>
            <a:xfrm>
              <a:off x="9754989" y="3713379"/>
              <a:ext cx="361456" cy="203605"/>
            </a:xfrm>
            <a:prstGeom prst="ellipse">
              <a:avLst/>
            </a:prstGeom>
            <a:gradFill flip="none" rotWithShape="1">
              <a:gsLst>
                <a:gs pos="100000">
                  <a:srgbClr val="1D296C"/>
                </a:gs>
                <a:gs pos="52000">
                  <a:srgbClr val="2B6C95"/>
                </a:gs>
                <a:gs pos="68000">
                  <a:srgbClr val="265989"/>
                </a:gs>
                <a:gs pos="17000">
                  <a:srgbClr val="36A6B8"/>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3" name="直接连接符 52">
              <a:extLst>
                <a:ext uri="{FF2B5EF4-FFF2-40B4-BE49-F238E27FC236}">
                  <a16:creationId xmlns:a16="http://schemas.microsoft.com/office/drawing/2014/main" id="{8FCF84FC-3336-420C-9745-AFFA473676BA}"/>
                </a:ext>
              </a:extLst>
            </p:cNvPr>
            <p:cNvCxnSpPr>
              <a:cxnSpLocks/>
            </p:cNvCxnSpPr>
            <p:nvPr userDrawn="1"/>
          </p:nvCxnSpPr>
          <p:spPr>
            <a:xfrm flipV="1">
              <a:off x="9445973" y="3810324"/>
              <a:ext cx="483328" cy="289130"/>
            </a:xfrm>
            <a:prstGeom prst="line">
              <a:avLst/>
            </a:prstGeom>
            <a:ln w="25400" cap="rnd">
              <a:gradFill>
                <a:gsLst>
                  <a:gs pos="0">
                    <a:srgbClr val="180D5B"/>
                  </a:gs>
                  <a:gs pos="53000">
                    <a:srgbClr val="255184"/>
                  </a:gs>
                  <a:gs pos="100000">
                    <a:srgbClr val="42E8E0"/>
                  </a:gs>
                </a:gsLst>
                <a:lin ang="5400000" scaled="1"/>
              </a:gradFill>
              <a:round/>
            </a:ln>
          </p:spPr>
          <p:style>
            <a:lnRef idx="1">
              <a:schemeClr val="accent1"/>
            </a:lnRef>
            <a:fillRef idx="0">
              <a:schemeClr val="accent1"/>
            </a:fillRef>
            <a:effectRef idx="0">
              <a:schemeClr val="accent1"/>
            </a:effectRef>
            <a:fontRef idx="minor">
              <a:schemeClr val="tx1"/>
            </a:fontRef>
          </p:style>
        </p:cxnSp>
        <p:sp>
          <p:nvSpPr>
            <p:cNvPr id="54" name="椭圆 53">
              <a:extLst>
                <a:ext uri="{FF2B5EF4-FFF2-40B4-BE49-F238E27FC236}">
                  <a16:creationId xmlns:a16="http://schemas.microsoft.com/office/drawing/2014/main" id="{7993B824-2430-4010-8ADC-F1F4A4D36729}"/>
                </a:ext>
              </a:extLst>
            </p:cNvPr>
            <p:cNvSpPr/>
            <p:nvPr userDrawn="1"/>
          </p:nvSpPr>
          <p:spPr>
            <a:xfrm>
              <a:off x="10020604" y="4130676"/>
              <a:ext cx="358974" cy="202206"/>
            </a:xfrm>
            <a:prstGeom prst="ellipse">
              <a:avLst/>
            </a:prstGeom>
            <a:gradFill flip="none" rotWithShape="1">
              <a:gsLst>
                <a:gs pos="100000">
                  <a:srgbClr val="1D296C">
                    <a:alpha val="20000"/>
                  </a:srgbClr>
                </a:gs>
                <a:gs pos="59000">
                  <a:srgbClr val="2B6C95">
                    <a:alpha val="50000"/>
                  </a:srgbClr>
                </a:gs>
                <a:gs pos="30000">
                  <a:srgbClr val="36A6B8">
                    <a:alpha val="5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5" name="直接连接符 54">
              <a:extLst>
                <a:ext uri="{FF2B5EF4-FFF2-40B4-BE49-F238E27FC236}">
                  <a16:creationId xmlns:a16="http://schemas.microsoft.com/office/drawing/2014/main" id="{E2BC9A81-D7DF-4CAF-8B08-A6DE7D5ACCB7}"/>
                </a:ext>
              </a:extLst>
            </p:cNvPr>
            <p:cNvCxnSpPr>
              <a:cxnSpLocks/>
            </p:cNvCxnSpPr>
            <p:nvPr userDrawn="1"/>
          </p:nvCxnSpPr>
          <p:spPr>
            <a:xfrm flipV="1">
              <a:off x="9906261" y="4226956"/>
              <a:ext cx="287454" cy="171956"/>
            </a:xfrm>
            <a:prstGeom prst="line">
              <a:avLst/>
            </a:prstGeom>
            <a:ln w="25400" cap="rnd">
              <a:gradFill>
                <a:gsLst>
                  <a:gs pos="0">
                    <a:srgbClr val="180D5B">
                      <a:alpha val="20000"/>
                    </a:srgbClr>
                  </a:gs>
                  <a:gs pos="53000">
                    <a:srgbClr val="255184">
                      <a:alpha val="20000"/>
                    </a:srgbClr>
                  </a:gs>
                  <a:gs pos="100000">
                    <a:srgbClr val="42E8E0">
                      <a:alpha val="20000"/>
                    </a:srgbClr>
                  </a:gs>
                </a:gsLst>
                <a:lin ang="5400000" scaled="1"/>
              </a:gradFill>
              <a:round/>
            </a:ln>
          </p:spPr>
          <p:style>
            <a:lnRef idx="1">
              <a:schemeClr val="accent1"/>
            </a:lnRef>
            <a:fillRef idx="0">
              <a:schemeClr val="accent1"/>
            </a:fillRef>
            <a:effectRef idx="0">
              <a:schemeClr val="accent1"/>
            </a:effectRef>
            <a:fontRef idx="minor">
              <a:schemeClr val="tx1"/>
            </a:fontRef>
          </p:style>
        </p:cxnSp>
        <p:sp>
          <p:nvSpPr>
            <p:cNvPr id="56" name="椭圆 55">
              <a:extLst>
                <a:ext uri="{FF2B5EF4-FFF2-40B4-BE49-F238E27FC236}">
                  <a16:creationId xmlns:a16="http://schemas.microsoft.com/office/drawing/2014/main" id="{8868605B-D722-4164-B21F-08BFE13E61E2}"/>
                </a:ext>
              </a:extLst>
            </p:cNvPr>
            <p:cNvSpPr/>
            <p:nvPr userDrawn="1"/>
          </p:nvSpPr>
          <p:spPr>
            <a:xfrm>
              <a:off x="7626655" y="4176741"/>
              <a:ext cx="358974" cy="202206"/>
            </a:xfrm>
            <a:prstGeom prst="ellipse">
              <a:avLst/>
            </a:prstGeom>
            <a:gradFill flip="none" rotWithShape="1">
              <a:gsLst>
                <a:gs pos="100000">
                  <a:srgbClr val="1D296C">
                    <a:alpha val="20000"/>
                  </a:srgbClr>
                </a:gs>
                <a:gs pos="59000">
                  <a:srgbClr val="2B6C95">
                    <a:alpha val="50000"/>
                  </a:srgbClr>
                </a:gs>
                <a:gs pos="30000">
                  <a:srgbClr val="36A6B8">
                    <a:alpha val="5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7" name="直接连接符 56">
              <a:extLst>
                <a:ext uri="{FF2B5EF4-FFF2-40B4-BE49-F238E27FC236}">
                  <a16:creationId xmlns:a16="http://schemas.microsoft.com/office/drawing/2014/main" id="{CEA79255-9C71-432C-B4D0-195CB612AB02}"/>
                </a:ext>
              </a:extLst>
            </p:cNvPr>
            <p:cNvCxnSpPr>
              <a:cxnSpLocks/>
            </p:cNvCxnSpPr>
            <p:nvPr userDrawn="1"/>
          </p:nvCxnSpPr>
          <p:spPr>
            <a:xfrm flipV="1">
              <a:off x="7512312" y="4273021"/>
              <a:ext cx="287454" cy="171956"/>
            </a:xfrm>
            <a:prstGeom prst="line">
              <a:avLst/>
            </a:prstGeom>
            <a:ln w="25400" cap="rnd">
              <a:gradFill>
                <a:gsLst>
                  <a:gs pos="0">
                    <a:srgbClr val="180D5B">
                      <a:alpha val="20000"/>
                    </a:srgbClr>
                  </a:gs>
                  <a:gs pos="53000">
                    <a:srgbClr val="255184">
                      <a:alpha val="20000"/>
                    </a:srgbClr>
                  </a:gs>
                  <a:gs pos="100000">
                    <a:srgbClr val="42E8E0">
                      <a:alpha val="20000"/>
                    </a:srgbClr>
                  </a:gs>
                </a:gsLst>
                <a:lin ang="5400000" scaled="1"/>
              </a:gradFill>
              <a:round/>
            </a:ln>
          </p:spPr>
          <p:style>
            <a:lnRef idx="1">
              <a:schemeClr val="accent1"/>
            </a:lnRef>
            <a:fillRef idx="0">
              <a:schemeClr val="accent1"/>
            </a:fillRef>
            <a:effectRef idx="0">
              <a:schemeClr val="accent1"/>
            </a:effectRef>
            <a:fontRef idx="minor">
              <a:schemeClr val="tx1"/>
            </a:fontRef>
          </p:style>
        </p:cxnSp>
        <p:sp>
          <p:nvSpPr>
            <p:cNvPr id="58" name="椭圆 57">
              <a:extLst>
                <a:ext uri="{FF2B5EF4-FFF2-40B4-BE49-F238E27FC236}">
                  <a16:creationId xmlns:a16="http://schemas.microsoft.com/office/drawing/2014/main" id="{130C72F6-B790-4963-829E-CC6199EAA068}"/>
                </a:ext>
              </a:extLst>
            </p:cNvPr>
            <p:cNvSpPr/>
            <p:nvPr userDrawn="1"/>
          </p:nvSpPr>
          <p:spPr>
            <a:xfrm>
              <a:off x="8387012" y="3360161"/>
              <a:ext cx="358974" cy="202206"/>
            </a:xfrm>
            <a:prstGeom prst="ellipse">
              <a:avLst/>
            </a:prstGeom>
            <a:gradFill flip="none" rotWithShape="1">
              <a:gsLst>
                <a:gs pos="100000">
                  <a:srgbClr val="1D296C">
                    <a:alpha val="20000"/>
                  </a:srgbClr>
                </a:gs>
                <a:gs pos="59000">
                  <a:srgbClr val="2B6C95">
                    <a:alpha val="50000"/>
                  </a:srgbClr>
                </a:gs>
                <a:gs pos="30000">
                  <a:srgbClr val="36A6B8">
                    <a:alpha val="5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9" name="直接连接符 58">
              <a:extLst>
                <a:ext uri="{FF2B5EF4-FFF2-40B4-BE49-F238E27FC236}">
                  <a16:creationId xmlns:a16="http://schemas.microsoft.com/office/drawing/2014/main" id="{3C4643EB-2B36-4F72-BC7D-553950FDE150}"/>
                </a:ext>
              </a:extLst>
            </p:cNvPr>
            <p:cNvCxnSpPr>
              <a:cxnSpLocks/>
            </p:cNvCxnSpPr>
            <p:nvPr userDrawn="1"/>
          </p:nvCxnSpPr>
          <p:spPr>
            <a:xfrm flipV="1">
              <a:off x="8272669" y="3456441"/>
              <a:ext cx="287454" cy="171956"/>
            </a:xfrm>
            <a:prstGeom prst="line">
              <a:avLst/>
            </a:prstGeom>
            <a:ln w="25400" cap="rnd">
              <a:gradFill>
                <a:gsLst>
                  <a:gs pos="0">
                    <a:srgbClr val="180D5B">
                      <a:alpha val="20000"/>
                    </a:srgbClr>
                  </a:gs>
                  <a:gs pos="53000">
                    <a:srgbClr val="255184">
                      <a:alpha val="20000"/>
                    </a:srgbClr>
                  </a:gs>
                  <a:gs pos="100000">
                    <a:srgbClr val="42E8E0">
                      <a:alpha val="20000"/>
                    </a:srgbClr>
                  </a:gs>
                </a:gsLst>
                <a:lin ang="5400000" scaled="1"/>
              </a:gradFill>
              <a:round/>
            </a:ln>
          </p:spPr>
          <p:style>
            <a:lnRef idx="1">
              <a:schemeClr val="accent1"/>
            </a:lnRef>
            <a:fillRef idx="0">
              <a:schemeClr val="accent1"/>
            </a:fillRef>
            <a:effectRef idx="0">
              <a:schemeClr val="accent1"/>
            </a:effectRef>
            <a:fontRef idx="minor">
              <a:schemeClr val="tx1"/>
            </a:fontRef>
          </p:style>
        </p:cxnSp>
        <p:sp>
          <p:nvSpPr>
            <p:cNvPr id="60" name="椭圆 59">
              <a:extLst>
                <a:ext uri="{FF2B5EF4-FFF2-40B4-BE49-F238E27FC236}">
                  <a16:creationId xmlns:a16="http://schemas.microsoft.com/office/drawing/2014/main" id="{BA2B3455-F5C8-4779-912D-30053B105227}"/>
                </a:ext>
              </a:extLst>
            </p:cNvPr>
            <p:cNvSpPr/>
            <p:nvPr userDrawn="1"/>
          </p:nvSpPr>
          <p:spPr>
            <a:xfrm>
              <a:off x="8071311" y="3424099"/>
              <a:ext cx="361456" cy="203605"/>
            </a:xfrm>
            <a:prstGeom prst="ellipse">
              <a:avLst/>
            </a:prstGeom>
            <a:gradFill flip="none" rotWithShape="1">
              <a:gsLst>
                <a:gs pos="100000">
                  <a:srgbClr val="1D296C"/>
                </a:gs>
                <a:gs pos="52000">
                  <a:srgbClr val="2B6C95"/>
                </a:gs>
                <a:gs pos="68000">
                  <a:srgbClr val="265989"/>
                </a:gs>
                <a:gs pos="17000">
                  <a:srgbClr val="36A6B8"/>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1" name="直接连接符 60">
              <a:extLst>
                <a:ext uri="{FF2B5EF4-FFF2-40B4-BE49-F238E27FC236}">
                  <a16:creationId xmlns:a16="http://schemas.microsoft.com/office/drawing/2014/main" id="{07D7C74C-5DD7-4AF7-99FD-900C366926D2}"/>
                </a:ext>
              </a:extLst>
            </p:cNvPr>
            <p:cNvCxnSpPr>
              <a:cxnSpLocks/>
            </p:cNvCxnSpPr>
            <p:nvPr userDrawn="1"/>
          </p:nvCxnSpPr>
          <p:spPr>
            <a:xfrm flipV="1">
              <a:off x="7762295" y="3521044"/>
              <a:ext cx="483328" cy="289130"/>
            </a:xfrm>
            <a:prstGeom prst="line">
              <a:avLst/>
            </a:prstGeom>
            <a:ln w="25400" cap="rnd">
              <a:gradFill>
                <a:gsLst>
                  <a:gs pos="0">
                    <a:srgbClr val="180D5B"/>
                  </a:gs>
                  <a:gs pos="53000">
                    <a:srgbClr val="255184"/>
                  </a:gs>
                  <a:gs pos="100000">
                    <a:srgbClr val="42E8E0"/>
                  </a:gs>
                </a:gsLst>
                <a:lin ang="5400000" scaled="1"/>
              </a:gradFill>
              <a:round/>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36428A0B-65F9-46F4-9E1C-ABB7B30059FA}"/>
                </a:ext>
              </a:extLst>
            </p:cNvPr>
            <p:cNvCxnSpPr>
              <a:cxnSpLocks/>
            </p:cNvCxnSpPr>
            <p:nvPr userDrawn="1"/>
          </p:nvCxnSpPr>
          <p:spPr>
            <a:xfrm flipH="1" flipV="1">
              <a:off x="8216506" y="2821117"/>
              <a:ext cx="5025" cy="2074259"/>
            </a:xfrm>
            <a:prstGeom prst="line">
              <a:avLst/>
            </a:prstGeom>
            <a:ln w="25400" cap="rnd">
              <a:gradFill>
                <a:gsLst>
                  <a:gs pos="0">
                    <a:srgbClr val="180D5B"/>
                  </a:gs>
                  <a:gs pos="53000">
                    <a:srgbClr val="255184"/>
                  </a:gs>
                  <a:gs pos="100000">
                    <a:srgbClr val="42E8E0"/>
                  </a:gs>
                </a:gsLst>
                <a:lin ang="16200000" scaled="0"/>
              </a:gradFill>
              <a:round/>
            </a:ln>
          </p:spPr>
          <p:style>
            <a:lnRef idx="1">
              <a:schemeClr val="accent1"/>
            </a:lnRef>
            <a:fillRef idx="0">
              <a:schemeClr val="accent1"/>
            </a:fillRef>
            <a:effectRef idx="0">
              <a:schemeClr val="accent1"/>
            </a:effectRef>
            <a:fontRef idx="minor">
              <a:schemeClr val="tx1"/>
            </a:fontRef>
          </p:style>
        </p:cxnSp>
        <p:cxnSp>
          <p:nvCxnSpPr>
            <p:cNvPr id="63" name="直接连接符 62">
              <a:extLst>
                <a:ext uri="{FF2B5EF4-FFF2-40B4-BE49-F238E27FC236}">
                  <a16:creationId xmlns:a16="http://schemas.microsoft.com/office/drawing/2014/main" id="{848627E4-D75D-4A0C-88BB-46A1C4837B9C}"/>
                </a:ext>
              </a:extLst>
            </p:cNvPr>
            <p:cNvCxnSpPr>
              <a:cxnSpLocks/>
            </p:cNvCxnSpPr>
            <p:nvPr userDrawn="1"/>
          </p:nvCxnSpPr>
          <p:spPr>
            <a:xfrm flipH="1" flipV="1">
              <a:off x="10208402" y="2813165"/>
              <a:ext cx="5025" cy="2074259"/>
            </a:xfrm>
            <a:prstGeom prst="line">
              <a:avLst/>
            </a:prstGeom>
            <a:ln w="25400" cap="rnd">
              <a:gradFill>
                <a:gsLst>
                  <a:gs pos="0">
                    <a:srgbClr val="180D5B"/>
                  </a:gs>
                  <a:gs pos="53000">
                    <a:srgbClr val="255184"/>
                  </a:gs>
                  <a:gs pos="100000">
                    <a:srgbClr val="42E8E0"/>
                  </a:gs>
                </a:gsLst>
                <a:lin ang="16200000" scaled="0"/>
              </a:gradFill>
              <a:round/>
            </a:ln>
          </p:spPr>
          <p:style>
            <a:lnRef idx="1">
              <a:schemeClr val="accent1"/>
            </a:lnRef>
            <a:fillRef idx="0">
              <a:schemeClr val="accent1"/>
            </a:fillRef>
            <a:effectRef idx="0">
              <a:schemeClr val="accent1"/>
            </a:effectRef>
            <a:fontRef idx="minor">
              <a:schemeClr val="tx1"/>
            </a:fontRef>
          </p:style>
        </p:cxnSp>
        <p:sp>
          <p:nvSpPr>
            <p:cNvPr id="64" name="Freeform 90">
              <a:extLst>
                <a:ext uri="{FF2B5EF4-FFF2-40B4-BE49-F238E27FC236}">
                  <a16:creationId xmlns:a16="http://schemas.microsoft.com/office/drawing/2014/main" id="{40F9FBC8-FE03-45D5-BD33-637B1B60C5F8}"/>
                </a:ext>
              </a:extLst>
            </p:cNvPr>
            <p:cNvSpPr>
              <a:spLocks/>
            </p:cNvSpPr>
            <p:nvPr userDrawn="1"/>
          </p:nvSpPr>
          <p:spPr bwMode="auto">
            <a:xfrm>
              <a:off x="8148638" y="4267200"/>
              <a:ext cx="2168525" cy="1239838"/>
            </a:xfrm>
            <a:custGeom>
              <a:avLst/>
              <a:gdLst>
                <a:gd name="T0" fmla="*/ 270 w 538"/>
                <a:gd name="T1" fmla="*/ 0 h 307"/>
                <a:gd name="T2" fmla="*/ 249 w 538"/>
                <a:gd name="T3" fmla="*/ 6 h 307"/>
                <a:gd name="T4" fmla="*/ 13 w 538"/>
                <a:gd name="T5" fmla="*/ 142 h 307"/>
                <a:gd name="T6" fmla="*/ 10 w 538"/>
                <a:gd name="T7" fmla="*/ 164 h 307"/>
                <a:gd name="T8" fmla="*/ 251 w 538"/>
                <a:gd name="T9" fmla="*/ 303 h 307"/>
                <a:gd name="T10" fmla="*/ 268 w 538"/>
                <a:gd name="T11" fmla="*/ 307 h 307"/>
                <a:gd name="T12" fmla="*/ 290 w 538"/>
                <a:gd name="T13" fmla="*/ 302 h 307"/>
                <a:gd name="T14" fmla="*/ 525 w 538"/>
                <a:gd name="T15" fmla="*/ 166 h 307"/>
                <a:gd name="T16" fmla="*/ 528 w 538"/>
                <a:gd name="T17" fmla="*/ 144 h 307"/>
                <a:gd name="T18" fmla="*/ 287 w 538"/>
                <a:gd name="T19" fmla="*/ 4 h 307"/>
                <a:gd name="T20" fmla="*/ 270 w 538"/>
                <a:gd name="T21" fmla="*/ 0 h 3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38" h="307">
                  <a:moveTo>
                    <a:pt x="270" y="0"/>
                  </a:moveTo>
                  <a:cubicBezTo>
                    <a:pt x="263" y="0"/>
                    <a:pt x="255" y="2"/>
                    <a:pt x="249" y="6"/>
                  </a:cubicBezTo>
                  <a:cubicBezTo>
                    <a:pt x="13" y="142"/>
                    <a:pt x="13" y="142"/>
                    <a:pt x="13" y="142"/>
                  </a:cubicBezTo>
                  <a:cubicBezTo>
                    <a:pt x="2" y="149"/>
                    <a:pt x="0" y="158"/>
                    <a:pt x="10" y="164"/>
                  </a:cubicBezTo>
                  <a:cubicBezTo>
                    <a:pt x="251" y="303"/>
                    <a:pt x="251" y="303"/>
                    <a:pt x="251" y="303"/>
                  </a:cubicBezTo>
                  <a:cubicBezTo>
                    <a:pt x="256" y="306"/>
                    <a:pt x="262" y="307"/>
                    <a:pt x="268" y="307"/>
                  </a:cubicBezTo>
                  <a:cubicBezTo>
                    <a:pt x="275" y="307"/>
                    <a:pt x="283" y="305"/>
                    <a:pt x="290" y="302"/>
                  </a:cubicBezTo>
                  <a:cubicBezTo>
                    <a:pt x="525" y="166"/>
                    <a:pt x="525" y="166"/>
                    <a:pt x="525" y="166"/>
                  </a:cubicBezTo>
                  <a:cubicBezTo>
                    <a:pt x="537" y="159"/>
                    <a:pt x="538" y="149"/>
                    <a:pt x="528" y="144"/>
                  </a:cubicBezTo>
                  <a:cubicBezTo>
                    <a:pt x="287" y="4"/>
                    <a:pt x="287" y="4"/>
                    <a:pt x="287" y="4"/>
                  </a:cubicBezTo>
                  <a:cubicBezTo>
                    <a:pt x="282" y="2"/>
                    <a:pt x="276" y="0"/>
                    <a:pt x="270" y="0"/>
                  </a:cubicBezTo>
                </a:path>
              </a:pathLst>
            </a:custGeom>
            <a:solidFill>
              <a:srgbClr val="736EA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5" name="Freeform 91">
              <a:extLst>
                <a:ext uri="{FF2B5EF4-FFF2-40B4-BE49-F238E27FC236}">
                  <a16:creationId xmlns:a16="http://schemas.microsoft.com/office/drawing/2014/main" id="{4AD0337E-0914-4CCE-BFFF-D0311277ACF0}"/>
                </a:ext>
              </a:extLst>
            </p:cNvPr>
            <p:cNvSpPr>
              <a:spLocks/>
            </p:cNvSpPr>
            <p:nvPr userDrawn="1"/>
          </p:nvSpPr>
          <p:spPr bwMode="auto">
            <a:xfrm>
              <a:off x="8148638" y="4264025"/>
              <a:ext cx="2168525" cy="714375"/>
            </a:xfrm>
            <a:custGeom>
              <a:avLst/>
              <a:gdLst>
                <a:gd name="T0" fmla="*/ 10 w 538"/>
                <a:gd name="T1" fmla="*/ 165 h 177"/>
                <a:gd name="T2" fmla="*/ 31 w 538"/>
                <a:gd name="T3" fmla="*/ 177 h 177"/>
                <a:gd name="T4" fmla="*/ 249 w 538"/>
                <a:gd name="T5" fmla="*/ 52 h 177"/>
                <a:gd name="T6" fmla="*/ 287 w 538"/>
                <a:gd name="T7" fmla="*/ 50 h 177"/>
                <a:gd name="T8" fmla="*/ 507 w 538"/>
                <a:gd name="T9" fmla="*/ 177 h 177"/>
                <a:gd name="T10" fmla="*/ 525 w 538"/>
                <a:gd name="T11" fmla="*/ 167 h 177"/>
                <a:gd name="T12" fmla="*/ 528 w 538"/>
                <a:gd name="T13" fmla="*/ 145 h 177"/>
                <a:gd name="T14" fmla="*/ 287 w 538"/>
                <a:gd name="T15" fmla="*/ 5 h 177"/>
                <a:gd name="T16" fmla="*/ 249 w 538"/>
                <a:gd name="T17" fmla="*/ 7 h 177"/>
                <a:gd name="T18" fmla="*/ 13 w 538"/>
                <a:gd name="T19" fmla="*/ 143 h 177"/>
                <a:gd name="T20" fmla="*/ 10 w 538"/>
                <a:gd name="T21" fmla="*/ 165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38" h="177">
                  <a:moveTo>
                    <a:pt x="10" y="165"/>
                  </a:moveTo>
                  <a:cubicBezTo>
                    <a:pt x="31" y="177"/>
                    <a:pt x="31" y="177"/>
                    <a:pt x="31" y="177"/>
                  </a:cubicBezTo>
                  <a:cubicBezTo>
                    <a:pt x="249" y="52"/>
                    <a:pt x="249" y="52"/>
                    <a:pt x="249" y="52"/>
                  </a:cubicBezTo>
                  <a:cubicBezTo>
                    <a:pt x="260" y="45"/>
                    <a:pt x="277" y="45"/>
                    <a:pt x="287" y="50"/>
                  </a:cubicBezTo>
                  <a:cubicBezTo>
                    <a:pt x="507" y="177"/>
                    <a:pt x="507" y="177"/>
                    <a:pt x="507" y="177"/>
                  </a:cubicBezTo>
                  <a:cubicBezTo>
                    <a:pt x="525" y="167"/>
                    <a:pt x="525" y="167"/>
                    <a:pt x="525" y="167"/>
                  </a:cubicBezTo>
                  <a:cubicBezTo>
                    <a:pt x="537" y="160"/>
                    <a:pt x="538" y="150"/>
                    <a:pt x="528" y="145"/>
                  </a:cubicBezTo>
                  <a:cubicBezTo>
                    <a:pt x="287" y="5"/>
                    <a:pt x="287" y="5"/>
                    <a:pt x="287" y="5"/>
                  </a:cubicBezTo>
                  <a:cubicBezTo>
                    <a:pt x="277" y="0"/>
                    <a:pt x="260" y="0"/>
                    <a:pt x="249" y="7"/>
                  </a:cubicBezTo>
                  <a:cubicBezTo>
                    <a:pt x="13" y="143"/>
                    <a:pt x="13" y="143"/>
                    <a:pt x="13" y="143"/>
                  </a:cubicBezTo>
                  <a:cubicBezTo>
                    <a:pt x="2" y="150"/>
                    <a:pt x="0" y="159"/>
                    <a:pt x="10" y="165"/>
                  </a:cubicBezTo>
                  <a:close/>
                </a:path>
              </a:pathLst>
            </a:custGeom>
            <a:solidFill>
              <a:srgbClr val="42E8E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6" name="Freeform 90">
              <a:extLst>
                <a:ext uri="{FF2B5EF4-FFF2-40B4-BE49-F238E27FC236}">
                  <a16:creationId xmlns:a16="http://schemas.microsoft.com/office/drawing/2014/main" id="{911FC156-5CDB-4E0E-92E9-AD223BC37F9C}"/>
                </a:ext>
              </a:extLst>
            </p:cNvPr>
            <p:cNvSpPr>
              <a:spLocks/>
            </p:cNvSpPr>
            <p:nvPr userDrawn="1"/>
          </p:nvSpPr>
          <p:spPr bwMode="auto">
            <a:xfrm>
              <a:off x="8142017" y="4267200"/>
              <a:ext cx="2168525" cy="1239838"/>
            </a:xfrm>
            <a:custGeom>
              <a:avLst/>
              <a:gdLst>
                <a:gd name="T0" fmla="*/ 270 w 538"/>
                <a:gd name="T1" fmla="*/ 0 h 307"/>
                <a:gd name="T2" fmla="*/ 249 w 538"/>
                <a:gd name="T3" fmla="*/ 6 h 307"/>
                <a:gd name="T4" fmla="*/ 13 w 538"/>
                <a:gd name="T5" fmla="*/ 142 h 307"/>
                <a:gd name="T6" fmla="*/ 10 w 538"/>
                <a:gd name="T7" fmla="*/ 164 h 307"/>
                <a:gd name="T8" fmla="*/ 251 w 538"/>
                <a:gd name="T9" fmla="*/ 303 h 307"/>
                <a:gd name="T10" fmla="*/ 268 w 538"/>
                <a:gd name="T11" fmla="*/ 307 h 307"/>
                <a:gd name="T12" fmla="*/ 290 w 538"/>
                <a:gd name="T13" fmla="*/ 302 h 307"/>
                <a:gd name="T14" fmla="*/ 525 w 538"/>
                <a:gd name="T15" fmla="*/ 166 h 307"/>
                <a:gd name="T16" fmla="*/ 528 w 538"/>
                <a:gd name="T17" fmla="*/ 144 h 307"/>
                <a:gd name="T18" fmla="*/ 287 w 538"/>
                <a:gd name="T19" fmla="*/ 4 h 307"/>
                <a:gd name="T20" fmla="*/ 270 w 538"/>
                <a:gd name="T21" fmla="*/ 0 h 3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38" h="307">
                  <a:moveTo>
                    <a:pt x="270" y="0"/>
                  </a:moveTo>
                  <a:cubicBezTo>
                    <a:pt x="263" y="0"/>
                    <a:pt x="255" y="2"/>
                    <a:pt x="249" y="6"/>
                  </a:cubicBezTo>
                  <a:cubicBezTo>
                    <a:pt x="13" y="142"/>
                    <a:pt x="13" y="142"/>
                    <a:pt x="13" y="142"/>
                  </a:cubicBezTo>
                  <a:cubicBezTo>
                    <a:pt x="2" y="149"/>
                    <a:pt x="0" y="158"/>
                    <a:pt x="10" y="164"/>
                  </a:cubicBezTo>
                  <a:cubicBezTo>
                    <a:pt x="251" y="303"/>
                    <a:pt x="251" y="303"/>
                    <a:pt x="251" y="303"/>
                  </a:cubicBezTo>
                  <a:cubicBezTo>
                    <a:pt x="256" y="306"/>
                    <a:pt x="262" y="307"/>
                    <a:pt x="268" y="307"/>
                  </a:cubicBezTo>
                  <a:cubicBezTo>
                    <a:pt x="275" y="307"/>
                    <a:pt x="283" y="305"/>
                    <a:pt x="290" y="302"/>
                  </a:cubicBezTo>
                  <a:cubicBezTo>
                    <a:pt x="525" y="166"/>
                    <a:pt x="525" y="166"/>
                    <a:pt x="525" y="166"/>
                  </a:cubicBezTo>
                  <a:cubicBezTo>
                    <a:pt x="537" y="159"/>
                    <a:pt x="538" y="149"/>
                    <a:pt x="528" y="144"/>
                  </a:cubicBezTo>
                  <a:cubicBezTo>
                    <a:pt x="287" y="4"/>
                    <a:pt x="287" y="4"/>
                    <a:pt x="287" y="4"/>
                  </a:cubicBezTo>
                  <a:cubicBezTo>
                    <a:pt x="282" y="2"/>
                    <a:pt x="276" y="0"/>
                    <a:pt x="270" y="0"/>
                  </a:cubicBezTo>
                </a:path>
              </a:pathLst>
            </a:custGeom>
            <a:gradFill>
              <a:gsLst>
                <a:gs pos="22000">
                  <a:srgbClr val="180D5B">
                    <a:alpha val="34000"/>
                  </a:srgbClr>
                </a:gs>
                <a:gs pos="100000">
                  <a:srgbClr val="42E8E0">
                    <a:alpha val="74000"/>
                  </a:srgbClr>
                </a:gs>
              </a:gsLst>
              <a:lin ang="5400000" scaled="0"/>
            </a:gradFill>
            <a:ln>
              <a:noFill/>
            </a:ln>
          </p:spPr>
          <p:txBody>
            <a:bodyPr vert="horz" wrap="square" lIns="91440" tIns="45720" rIns="91440" bIns="45720" numCol="1" anchor="t" anchorCtr="0" compatLnSpc="1">
              <a:prstTxWarp prst="textNoShape">
                <a:avLst/>
              </a:prstTxWarp>
            </a:bodyPr>
            <a:lstStyle/>
            <a:p>
              <a:endParaRPr lang="zh-CN" altLang="en-US" dirty="0"/>
            </a:p>
          </p:txBody>
        </p:sp>
        <p:sp>
          <p:nvSpPr>
            <p:cNvPr id="67" name="任意多边形: 形状 66">
              <a:extLst>
                <a:ext uri="{FF2B5EF4-FFF2-40B4-BE49-F238E27FC236}">
                  <a16:creationId xmlns:a16="http://schemas.microsoft.com/office/drawing/2014/main" id="{5CB8E1C3-E366-4D22-9AF9-FBB35170BB67}"/>
                </a:ext>
              </a:extLst>
            </p:cNvPr>
            <p:cNvSpPr>
              <a:spLocks/>
            </p:cNvSpPr>
            <p:nvPr userDrawn="1"/>
          </p:nvSpPr>
          <p:spPr bwMode="auto">
            <a:xfrm>
              <a:off x="9278938" y="3259138"/>
              <a:ext cx="120650" cy="2243743"/>
            </a:xfrm>
            <a:custGeom>
              <a:avLst/>
              <a:gdLst>
                <a:gd name="connsiteX0" fmla="*/ 33514 w 120650"/>
                <a:gd name="connsiteY0" fmla="*/ 0 h 2243743"/>
                <a:gd name="connsiteX1" fmla="*/ 56974 w 120650"/>
                <a:gd name="connsiteY1" fmla="*/ 6605 h 2243743"/>
                <a:gd name="connsiteX2" fmla="*/ 63676 w 120650"/>
                <a:gd name="connsiteY2" fmla="*/ 9908 h 2243743"/>
                <a:gd name="connsiteX3" fmla="*/ 120650 w 120650"/>
                <a:gd name="connsiteY3" fmla="*/ 115587 h 2243743"/>
                <a:gd name="connsiteX4" fmla="*/ 120650 w 120650"/>
                <a:gd name="connsiteY4" fmla="*/ 2080273 h 2243743"/>
                <a:gd name="connsiteX5" fmla="*/ 120650 w 120650"/>
                <a:gd name="connsiteY5" fmla="*/ 2177592 h 2243743"/>
                <a:gd name="connsiteX6" fmla="*/ 0 w 120650"/>
                <a:gd name="connsiteY6" fmla="*/ 2243743 h 2243743"/>
                <a:gd name="connsiteX7" fmla="*/ 0 w 120650"/>
                <a:gd name="connsiteY7" fmla="*/ 2132585 h 2243743"/>
                <a:gd name="connsiteX8" fmla="*/ 0 w 120650"/>
                <a:gd name="connsiteY8" fmla="*/ 46235 h 2243743"/>
                <a:gd name="connsiteX9" fmla="*/ 33514 w 120650"/>
                <a:gd name="connsiteY9" fmla="*/ 0 h 2243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0650" h="2243743">
                  <a:moveTo>
                    <a:pt x="33514" y="0"/>
                  </a:moveTo>
                  <a:cubicBezTo>
                    <a:pt x="40217" y="0"/>
                    <a:pt x="46919" y="0"/>
                    <a:pt x="56974" y="6605"/>
                  </a:cubicBezTo>
                  <a:cubicBezTo>
                    <a:pt x="56974" y="6605"/>
                    <a:pt x="56974" y="6605"/>
                    <a:pt x="63676" y="9908"/>
                  </a:cubicBezTo>
                  <a:cubicBezTo>
                    <a:pt x="97190" y="26420"/>
                    <a:pt x="120650" y="75957"/>
                    <a:pt x="120650" y="115587"/>
                  </a:cubicBezTo>
                  <a:cubicBezTo>
                    <a:pt x="120650" y="115587"/>
                    <a:pt x="120650" y="115587"/>
                    <a:pt x="120650" y="2080273"/>
                  </a:cubicBezTo>
                  <a:lnTo>
                    <a:pt x="120650" y="2177592"/>
                  </a:lnTo>
                  <a:lnTo>
                    <a:pt x="0" y="2243743"/>
                  </a:lnTo>
                  <a:lnTo>
                    <a:pt x="0" y="2132585"/>
                  </a:lnTo>
                  <a:cubicBezTo>
                    <a:pt x="0" y="1834535"/>
                    <a:pt x="0" y="1238435"/>
                    <a:pt x="0" y="46235"/>
                  </a:cubicBezTo>
                  <a:cubicBezTo>
                    <a:pt x="0" y="16513"/>
                    <a:pt x="13406" y="0"/>
                    <a:pt x="33514" y="0"/>
                  </a:cubicBezTo>
                  <a:close/>
                </a:path>
              </a:pathLst>
            </a:custGeom>
            <a:gradFill>
              <a:gsLst>
                <a:gs pos="51000">
                  <a:srgbClr val="42E6E0">
                    <a:alpha val="40000"/>
                  </a:srgbClr>
                </a:gs>
                <a:gs pos="0">
                  <a:srgbClr val="566BD8">
                    <a:alpha val="20000"/>
                  </a:srgbClr>
                </a:gs>
                <a:gs pos="98000">
                  <a:srgbClr val="5666D7">
                    <a:alpha val="20000"/>
                  </a:srgbClr>
                </a:gs>
              </a:gsLst>
              <a:lin ang="5400000" scaled="0"/>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68" name="任意多边形: 形状 67">
              <a:extLst>
                <a:ext uri="{FF2B5EF4-FFF2-40B4-BE49-F238E27FC236}">
                  <a16:creationId xmlns:a16="http://schemas.microsoft.com/office/drawing/2014/main" id="{20E11BDB-3C31-439E-9DDB-16AA665E410A}"/>
                </a:ext>
              </a:extLst>
            </p:cNvPr>
            <p:cNvSpPr>
              <a:spLocks/>
            </p:cNvSpPr>
            <p:nvPr userDrawn="1"/>
          </p:nvSpPr>
          <p:spPr bwMode="auto">
            <a:xfrm>
              <a:off x="9501188" y="3767138"/>
              <a:ext cx="119063" cy="1621772"/>
            </a:xfrm>
            <a:custGeom>
              <a:avLst/>
              <a:gdLst>
                <a:gd name="connsiteX0" fmla="*/ 33073 w 119063"/>
                <a:gd name="connsiteY0" fmla="*/ 0 h 1621772"/>
                <a:gd name="connsiteX1" fmla="*/ 56224 w 119063"/>
                <a:gd name="connsiteY1" fmla="*/ 6607 h 1621772"/>
                <a:gd name="connsiteX2" fmla="*/ 66146 w 119063"/>
                <a:gd name="connsiteY2" fmla="*/ 9910 h 1621772"/>
                <a:gd name="connsiteX3" fmla="*/ 119063 w 119063"/>
                <a:gd name="connsiteY3" fmla="*/ 115614 h 1621772"/>
                <a:gd name="connsiteX4" fmla="*/ 119063 w 119063"/>
                <a:gd name="connsiteY4" fmla="*/ 1458860 h 1621772"/>
                <a:gd name="connsiteX5" fmla="*/ 119063 w 119063"/>
                <a:gd name="connsiteY5" fmla="*/ 1553686 h 1621772"/>
                <a:gd name="connsiteX6" fmla="*/ 0 w 119063"/>
                <a:gd name="connsiteY6" fmla="*/ 1621772 h 1621772"/>
                <a:gd name="connsiteX7" fmla="*/ 0 w 119063"/>
                <a:gd name="connsiteY7" fmla="*/ 1561802 h 1621772"/>
                <a:gd name="connsiteX8" fmla="*/ 0 w 119063"/>
                <a:gd name="connsiteY8" fmla="*/ 46246 h 1621772"/>
                <a:gd name="connsiteX9" fmla="*/ 33073 w 119063"/>
                <a:gd name="connsiteY9" fmla="*/ 0 h 1621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9063" h="1621772">
                  <a:moveTo>
                    <a:pt x="33073" y="0"/>
                  </a:moveTo>
                  <a:cubicBezTo>
                    <a:pt x="39688" y="0"/>
                    <a:pt x="49610" y="0"/>
                    <a:pt x="56224" y="6607"/>
                  </a:cubicBezTo>
                  <a:cubicBezTo>
                    <a:pt x="56224" y="6607"/>
                    <a:pt x="56224" y="6607"/>
                    <a:pt x="66146" y="9910"/>
                  </a:cubicBezTo>
                  <a:cubicBezTo>
                    <a:pt x="95912" y="26426"/>
                    <a:pt x="119063" y="75975"/>
                    <a:pt x="119063" y="115614"/>
                  </a:cubicBezTo>
                  <a:cubicBezTo>
                    <a:pt x="119063" y="115614"/>
                    <a:pt x="119063" y="115614"/>
                    <a:pt x="119063" y="1458860"/>
                  </a:cubicBezTo>
                  <a:lnTo>
                    <a:pt x="119063" y="1553686"/>
                  </a:lnTo>
                  <a:lnTo>
                    <a:pt x="0" y="1621772"/>
                  </a:lnTo>
                  <a:lnTo>
                    <a:pt x="0" y="1561802"/>
                  </a:lnTo>
                  <a:cubicBezTo>
                    <a:pt x="0" y="1268090"/>
                    <a:pt x="0" y="798150"/>
                    <a:pt x="0" y="46246"/>
                  </a:cubicBezTo>
                  <a:cubicBezTo>
                    <a:pt x="0" y="16516"/>
                    <a:pt x="16537" y="0"/>
                    <a:pt x="33073" y="0"/>
                  </a:cubicBezTo>
                  <a:close/>
                </a:path>
              </a:pathLst>
            </a:custGeom>
            <a:gradFill>
              <a:gsLst>
                <a:gs pos="51000">
                  <a:srgbClr val="42E6E0">
                    <a:alpha val="40000"/>
                  </a:srgbClr>
                </a:gs>
                <a:gs pos="0">
                  <a:srgbClr val="566BD8">
                    <a:alpha val="20000"/>
                  </a:srgbClr>
                </a:gs>
                <a:gs pos="98000">
                  <a:srgbClr val="5666D7">
                    <a:alpha val="20000"/>
                  </a:srgbClr>
                </a:gs>
              </a:gsLst>
              <a:lin ang="5400000" scaled="0"/>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69" name="任意多边形: 形状 68">
              <a:extLst>
                <a:ext uri="{FF2B5EF4-FFF2-40B4-BE49-F238E27FC236}">
                  <a16:creationId xmlns:a16="http://schemas.microsoft.com/office/drawing/2014/main" id="{F7AE4EF4-FD61-4FC6-8585-EC7A430BAE21}"/>
                </a:ext>
              </a:extLst>
            </p:cNvPr>
            <p:cNvSpPr>
              <a:spLocks/>
            </p:cNvSpPr>
            <p:nvPr userDrawn="1"/>
          </p:nvSpPr>
          <p:spPr bwMode="auto">
            <a:xfrm>
              <a:off x="9726613" y="4365625"/>
              <a:ext cx="115888" cy="874224"/>
            </a:xfrm>
            <a:custGeom>
              <a:avLst/>
              <a:gdLst>
                <a:gd name="connsiteX0" fmla="*/ 33111 w 115888"/>
                <a:gd name="connsiteY0" fmla="*/ 0 h 874224"/>
                <a:gd name="connsiteX1" fmla="*/ 52977 w 115888"/>
                <a:gd name="connsiteY1" fmla="*/ 6602 h 874224"/>
                <a:gd name="connsiteX2" fmla="*/ 62911 w 115888"/>
                <a:gd name="connsiteY2" fmla="*/ 13203 h 874224"/>
                <a:gd name="connsiteX3" fmla="*/ 115888 w 115888"/>
                <a:gd name="connsiteY3" fmla="*/ 118823 h 874224"/>
                <a:gd name="connsiteX4" fmla="*/ 115888 w 115888"/>
                <a:gd name="connsiteY4" fmla="*/ 620757 h 874224"/>
                <a:gd name="connsiteX5" fmla="*/ 115888 w 115888"/>
                <a:gd name="connsiteY5" fmla="*/ 825103 h 874224"/>
                <a:gd name="connsiteX6" fmla="*/ 26514 w 115888"/>
                <a:gd name="connsiteY6" fmla="*/ 874224 h 874224"/>
                <a:gd name="connsiteX7" fmla="*/ 15314 w 115888"/>
                <a:gd name="connsiteY7" fmla="*/ 861465 h 874224"/>
                <a:gd name="connsiteX8" fmla="*/ 0 w 115888"/>
                <a:gd name="connsiteY8" fmla="*/ 798753 h 874224"/>
                <a:gd name="connsiteX9" fmla="*/ 0 w 115888"/>
                <a:gd name="connsiteY9" fmla="*/ 49510 h 874224"/>
                <a:gd name="connsiteX10" fmla="*/ 33111 w 115888"/>
                <a:gd name="connsiteY10" fmla="*/ 0 h 874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5888" h="874224">
                  <a:moveTo>
                    <a:pt x="33111" y="0"/>
                  </a:moveTo>
                  <a:cubicBezTo>
                    <a:pt x="39733" y="0"/>
                    <a:pt x="46355" y="3301"/>
                    <a:pt x="52977" y="6602"/>
                  </a:cubicBezTo>
                  <a:cubicBezTo>
                    <a:pt x="52977" y="6602"/>
                    <a:pt x="52977" y="6602"/>
                    <a:pt x="62911" y="13203"/>
                  </a:cubicBezTo>
                  <a:cubicBezTo>
                    <a:pt x="92710" y="29706"/>
                    <a:pt x="115888" y="75915"/>
                    <a:pt x="115888" y="118823"/>
                  </a:cubicBezTo>
                  <a:cubicBezTo>
                    <a:pt x="115888" y="118823"/>
                    <a:pt x="115888" y="118823"/>
                    <a:pt x="115888" y="620757"/>
                  </a:cubicBezTo>
                  <a:lnTo>
                    <a:pt x="115888" y="825103"/>
                  </a:lnTo>
                  <a:lnTo>
                    <a:pt x="26514" y="874224"/>
                  </a:lnTo>
                  <a:lnTo>
                    <a:pt x="15314" y="861465"/>
                  </a:lnTo>
                  <a:cubicBezTo>
                    <a:pt x="5795" y="842486"/>
                    <a:pt x="0" y="820207"/>
                    <a:pt x="0" y="798753"/>
                  </a:cubicBezTo>
                  <a:cubicBezTo>
                    <a:pt x="0" y="798753"/>
                    <a:pt x="0" y="798753"/>
                    <a:pt x="0" y="49510"/>
                  </a:cubicBezTo>
                  <a:cubicBezTo>
                    <a:pt x="0" y="19804"/>
                    <a:pt x="13244" y="0"/>
                    <a:pt x="33111" y="0"/>
                  </a:cubicBezTo>
                  <a:close/>
                </a:path>
              </a:pathLst>
            </a:custGeom>
            <a:gradFill>
              <a:gsLst>
                <a:gs pos="51000">
                  <a:srgbClr val="42E6E0">
                    <a:alpha val="40000"/>
                  </a:srgbClr>
                </a:gs>
                <a:gs pos="0">
                  <a:srgbClr val="566BD8">
                    <a:alpha val="20000"/>
                  </a:srgbClr>
                </a:gs>
                <a:gs pos="98000">
                  <a:srgbClr val="5666D7">
                    <a:alpha val="20000"/>
                  </a:srgbClr>
                </a:gs>
              </a:gsLst>
              <a:lin ang="5400000" scaled="0"/>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70" name="任意多边形: 形状 69">
              <a:extLst>
                <a:ext uri="{FF2B5EF4-FFF2-40B4-BE49-F238E27FC236}">
                  <a16:creationId xmlns:a16="http://schemas.microsoft.com/office/drawing/2014/main" id="{95F02460-F328-4C7B-811F-E3D7D6C35355}"/>
                </a:ext>
              </a:extLst>
            </p:cNvPr>
            <p:cNvSpPr>
              <a:spLocks/>
            </p:cNvSpPr>
            <p:nvPr userDrawn="1"/>
          </p:nvSpPr>
          <p:spPr bwMode="auto">
            <a:xfrm>
              <a:off x="9945688" y="4695825"/>
              <a:ext cx="119063" cy="414899"/>
            </a:xfrm>
            <a:custGeom>
              <a:avLst/>
              <a:gdLst>
                <a:gd name="connsiteX0" fmla="*/ 33073 w 119063"/>
                <a:gd name="connsiteY0" fmla="*/ 0 h 414899"/>
                <a:gd name="connsiteX1" fmla="*/ 56224 w 119063"/>
                <a:gd name="connsiteY1" fmla="*/ 6605 h 414899"/>
                <a:gd name="connsiteX2" fmla="*/ 62839 w 119063"/>
                <a:gd name="connsiteY2" fmla="*/ 9908 h 414899"/>
                <a:gd name="connsiteX3" fmla="*/ 119063 w 119063"/>
                <a:gd name="connsiteY3" fmla="*/ 115586 h 414899"/>
                <a:gd name="connsiteX4" fmla="*/ 119063 w 119063"/>
                <a:gd name="connsiteY4" fmla="*/ 310277 h 414899"/>
                <a:gd name="connsiteX5" fmla="*/ 119063 w 119063"/>
                <a:gd name="connsiteY5" fmla="*/ 363731 h 414899"/>
                <a:gd name="connsiteX6" fmla="*/ 29159 w 119063"/>
                <a:gd name="connsiteY6" fmla="*/ 414899 h 414899"/>
                <a:gd name="connsiteX7" fmla="*/ 16950 w 119063"/>
                <a:gd name="connsiteY7" fmla="*/ 397121 h 414899"/>
                <a:gd name="connsiteX8" fmla="*/ 0 w 119063"/>
                <a:gd name="connsiteY8" fmla="*/ 336851 h 414899"/>
                <a:gd name="connsiteX9" fmla="*/ 0 w 119063"/>
                <a:gd name="connsiteY9" fmla="*/ 49537 h 414899"/>
                <a:gd name="connsiteX10" fmla="*/ 33073 w 119063"/>
                <a:gd name="connsiteY10" fmla="*/ 0 h 4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063" h="414899">
                  <a:moveTo>
                    <a:pt x="33073" y="0"/>
                  </a:moveTo>
                  <a:cubicBezTo>
                    <a:pt x="39688" y="0"/>
                    <a:pt x="49610" y="3303"/>
                    <a:pt x="56224" y="6605"/>
                  </a:cubicBezTo>
                  <a:cubicBezTo>
                    <a:pt x="56224" y="6605"/>
                    <a:pt x="56224" y="6605"/>
                    <a:pt x="62839" y="9908"/>
                  </a:cubicBezTo>
                  <a:cubicBezTo>
                    <a:pt x="95912" y="29722"/>
                    <a:pt x="119063" y="75957"/>
                    <a:pt x="119063" y="115586"/>
                  </a:cubicBezTo>
                  <a:cubicBezTo>
                    <a:pt x="119063" y="115586"/>
                    <a:pt x="119063" y="115586"/>
                    <a:pt x="119063" y="310277"/>
                  </a:cubicBezTo>
                  <a:lnTo>
                    <a:pt x="119063" y="363731"/>
                  </a:lnTo>
                  <a:lnTo>
                    <a:pt x="29159" y="414899"/>
                  </a:lnTo>
                  <a:lnTo>
                    <a:pt x="16950" y="397121"/>
                  </a:lnTo>
                  <a:cubicBezTo>
                    <a:pt x="6615" y="378132"/>
                    <a:pt x="0" y="356666"/>
                    <a:pt x="0" y="336851"/>
                  </a:cubicBezTo>
                  <a:cubicBezTo>
                    <a:pt x="0" y="336851"/>
                    <a:pt x="0" y="336851"/>
                    <a:pt x="0" y="49537"/>
                  </a:cubicBezTo>
                  <a:cubicBezTo>
                    <a:pt x="0" y="16513"/>
                    <a:pt x="13229" y="0"/>
                    <a:pt x="33073" y="0"/>
                  </a:cubicBezTo>
                  <a:close/>
                </a:path>
              </a:pathLst>
            </a:custGeom>
            <a:gradFill>
              <a:gsLst>
                <a:gs pos="51000">
                  <a:srgbClr val="42E6E0">
                    <a:alpha val="40000"/>
                  </a:srgbClr>
                </a:gs>
                <a:gs pos="0">
                  <a:srgbClr val="566BD8">
                    <a:alpha val="20000"/>
                  </a:srgbClr>
                </a:gs>
                <a:gs pos="98000">
                  <a:srgbClr val="5666D7">
                    <a:alpha val="20000"/>
                  </a:srgbClr>
                </a:gs>
              </a:gsLst>
              <a:lin ang="5400000" scaled="0"/>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71" name="任意多边形: 形状 70">
              <a:extLst>
                <a:ext uri="{FF2B5EF4-FFF2-40B4-BE49-F238E27FC236}">
                  <a16:creationId xmlns:a16="http://schemas.microsoft.com/office/drawing/2014/main" id="{044DA748-443B-4276-8AB5-330D73460CE3}"/>
                </a:ext>
              </a:extLst>
            </p:cNvPr>
            <p:cNvSpPr>
              <a:spLocks/>
            </p:cNvSpPr>
            <p:nvPr userDrawn="1"/>
          </p:nvSpPr>
          <p:spPr bwMode="auto">
            <a:xfrm flipH="1">
              <a:off x="9056822" y="3261347"/>
              <a:ext cx="120650" cy="2243743"/>
            </a:xfrm>
            <a:custGeom>
              <a:avLst/>
              <a:gdLst>
                <a:gd name="connsiteX0" fmla="*/ 33514 w 120650"/>
                <a:gd name="connsiteY0" fmla="*/ 0 h 2243743"/>
                <a:gd name="connsiteX1" fmla="*/ 56974 w 120650"/>
                <a:gd name="connsiteY1" fmla="*/ 6605 h 2243743"/>
                <a:gd name="connsiteX2" fmla="*/ 63676 w 120650"/>
                <a:gd name="connsiteY2" fmla="*/ 9908 h 2243743"/>
                <a:gd name="connsiteX3" fmla="*/ 120650 w 120650"/>
                <a:gd name="connsiteY3" fmla="*/ 115587 h 2243743"/>
                <a:gd name="connsiteX4" fmla="*/ 120650 w 120650"/>
                <a:gd name="connsiteY4" fmla="*/ 2080273 h 2243743"/>
                <a:gd name="connsiteX5" fmla="*/ 120650 w 120650"/>
                <a:gd name="connsiteY5" fmla="*/ 2177592 h 2243743"/>
                <a:gd name="connsiteX6" fmla="*/ 0 w 120650"/>
                <a:gd name="connsiteY6" fmla="*/ 2243743 h 2243743"/>
                <a:gd name="connsiteX7" fmla="*/ 0 w 120650"/>
                <a:gd name="connsiteY7" fmla="*/ 2132585 h 2243743"/>
                <a:gd name="connsiteX8" fmla="*/ 0 w 120650"/>
                <a:gd name="connsiteY8" fmla="*/ 46235 h 2243743"/>
                <a:gd name="connsiteX9" fmla="*/ 33514 w 120650"/>
                <a:gd name="connsiteY9" fmla="*/ 0 h 2243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0650" h="2243743">
                  <a:moveTo>
                    <a:pt x="33514" y="0"/>
                  </a:moveTo>
                  <a:cubicBezTo>
                    <a:pt x="40217" y="0"/>
                    <a:pt x="46919" y="0"/>
                    <a:pt x="56974" y="6605"/>
                  </a:cubicBezTo>
                  <a:cubicBezTo>
                    <a:pt x="56974" y="6605"/>
                    <a:pt x="56974" y="6605"/>
                    <a:pt x="63676" y="9908"/>
                  </a:cubicBezTo>
                  <a:cubicBezTo>
                    <a:pt x="97190" y="26420"/>
                    <a:pt x="120650" y="75957"/>
                    <a:pt x="120650" y="115587"/>
                  </a:cubicBezTo>
                  <a:cubicBezTo>
                    <a:pt x="120650" y="115587"/>
                    <a:pt x="120650" y="115587"/>
                    <a:pt x="120650" y="2080273"/>
                  </a:cubicBezTo>
                  <a:lnTo>
                    <a:pt x="120650" y="2177592"/>
                  </a:lnTo>
                  <a:lnTo>
                    <a:pt x="0" y="2243743"/>
                  </a:lnTo>
                  <a:lnTo>
                    <a:pt x="0" y="2132585"/>
                  </a:lnTo>
                  <a:cubicBezTo>
                    <a:pt x="0" y="1834535"/>
                    <a:pt x="0" y="1238435"/>
                    <a:pt x="0" y="46235"/>
                  </a:cubicBezTo>
                  <a:cubicBezTo>
                    <a:pt x="0" y="16513"/>
                    <a:pt x="13406" y="0"/>
                    <a:pt x="33514" y="0"/>
                  </a:cubicBezTo>
                  <a:close/>
                </a:path>
              </a:pathLst>
            </a:custGeom>
            <a:gradFill>
              <a:gsLst>
                <a:gs pos="51000">
                  <a:srgbClr val="42E6E0">
                    <a:alpha val="40000"/>
                  </a:srgbClr>
                </a:gs>
                <a:gs pos="0">
                  <a:srgbClr val="566BD8">
                    <a:alpha val="20000"/>
                  </a:srgbClr>
                </a:gs>
                <a:gs pos="98000">
                  <a:srgbClr val="5666D7">
                    <a:alpha val="20000"/>
                  </a:srgbClr>
                </a:gs>
              </a:gsLst>
              <a:lin ang="5400000" scaled="0"/>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72" name="任意多边形: 形状 71">
              <a:extLst>
                <a:ext uri="{FF2B5EF4-FFF2-40B4-BE49-F238E27FC236}">
                  <a16:creationId xmlns:a16="http://schemas.microsoft.com/office/drawing/2014/main" id="{8E6C05D2-B2A6-4C87-B0F6-6FB68429918C}"/>
                </a:ext>
              </a:extLst>
            </p:cNvPr>
            <p:cNvSpPr>
              <a:spLocks/>
            </p:cNvSpPr>
            <p:nvPr userDrawn="1"/>
          </p:nvSpPr>
          <p:spPr bwMode="auto">
            <a:xfrm flipH="1">
              <a:off x="8836159" y="3769347"/>
              <a:ext cx="119063" cy="1621772"/>
            </a:xfrm>
            <a:custGeom>
              <a:avLst/>
              <a:gdLst>
                <a:gd name="connsiteX0" fmla="*/ 33073 w 119063"/>
                <a:gd name="connsiteY0" fmla="*/ 0 h 1621772"/>
                <a:gd name="connsiteX1" fmla="*/ 56224 w 119063"/>
                <a:gd name="connsiteY1" fmla="*/ 6607 h 1621772"/>
                <a:gd name="connsiteX2" fmla="*/ 66146 w 119063"/>
                <a:gd name="connsiteY2" fmla="*/ 9910 h 1621772"/>
                <a:gd name="connsiteX3" fmla="*/ 119063 w 119063"/>
                <a:gd name="connsiteY3" fmla="*/ 115614 h 1621772"/>
                <a:gd name="connsiteX4" fmla="*/ 119063 w 119063"/>
                <a:gd name="connsiteY4" fmla="*/ 1458860 h 1621772"/>
                <a:gd name="connsiteX5" fmla="*/ 119063 w 119063"/>
                <a:gd name="connsiteY5" fmla="*/ 1553686 h 1621772"/>
                <a:gd name="connsiteX6" fmla="*/ 0 w 119063"/>
                <a:gd name="connsiteY6" fmla="*/ 1621772 h 1621772"/>
                <a:gd name="connsiteX7" fmla="*/ 0 w 119063"/>
                <a:gd name="connsiteY7" fmla="*/ 1561802 h 1621772"/>
                <a:gd name="connsiteX8" fmla="*/ 0 w 119063"/>
                <a:gd name="connsiteY8" fmla="*/ 46246 h 1621772"/>
                <a:gd name="connsiteX9" fmla="*/ 33073 w 119063"/>
                <a:gd name="connsiteY9" fmla="*/ 0 h 1621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9063" h="1621772">
                  <a:moveTo>
                    <a:pt x="33073" y="0"/>
                  </a:moveTo>
                  <a:cubicBezTo>
                    <a:pt x="39688" y="0"/>
                    <a:pt x="49610" y="0"/>
                    <a:pt x="56224" y="6607"/>
                  </a:cubicBezTo>
                  <a:cubicBezTo>
                    <a:pt x="56224" y="6607"/>
                    <a:pt x="56224" y="6607"/>
                    <a:pt x="66146" y="9910"/>
                  </a:cubicBezTo>
                  <a:cubicBezTo>
                    <a:pt x="95912" y="26426"/>
                    <a:pt x="119063" y="75975"/>
                    <a:pt x="119063" y="115614"/>
                  </a:cubicBezTo>
                  <a:cubicBezTo>
                    <a:pt x="119063" y="115614"/>
                    <a:pt x="119063" y="115614"/>
                    <a:pt x="119063" y="1458860"/>
                  </a:cubicBezTo>
                  <a:lnTo>
                    <a:pt x="119063" y="1553686"/>
                  </a:lnTo>
                  <a:lnTo>
                    <a:pt x="0" y="1621772"/>
                  </a:lnTo>
                  <a:lnTo>
                    <a:pt x="0" y="1561802"/>
                  </a:lnTo>
                  <a:cubicBezTo>
                    <a:pt x="0" y="1268090"/>
                    <a:pt x="0" y="798150"/>
                    <a:pt x="0" y="46246"/>
                  </a:cubicBezTo>
                  <a:cubicBezTo>
                    <a:pt x="0" y="16516"/>
                    <a:pt x="16537" y="0"/>
                    <a:pt x="33073" y="0"/>
                  </a:cubicBezTo>
                  <a:close/>
                </a:path>
              </a:pathLst>
            </a:custGeom>
            <a:gradFill>
              <a:gsLst>
                <a:gs pos="51000">
                  <a:srgbClr val="42E6E0">
                    <a:alpha val="40000"/>
                  </a:srgbClr>
                </a:gs>
                <a:gs pos="0">
                  <a:srgbClr val="566BD8">
                    <a:alpha val="20000"/>
                  </a:srgbClr>
                </a:gs>
                <a:gs pos="98000">
                  <a:srgbClr val="5666D7">
                    <a:alpha val="20000"/>
                  </a:srgbClr>
                </a:gs>
              </a:gsLst>
              <a:lin ang="5400000" scaled="0"/>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73" name="任意多边形: 形状 72">
              <a:extLst>
                <a:ext uri="{FF2B5EF4-FFF2-40B4-BE49-F238E27FC236}">
                  <a16:creationId xmlns:a16="http://schemas.microsoft.com/office/drawing/2014/main" id="{69418B36-BBFD-4077-8C67-A8378FA40868}"/>
                </a:ext>
              </a:extLst>
            </p:cNvPr>
            <p:cNvSpPr>
              <a:spLocks/>
            </p:cNvSpPr>
            <p:nvPr userDrawn="1"/>
          </p:nvSpPr>
          <p:spPr bwMode="auto">
            <a:xfrm flipH="1">
              <a:off x="8613909" y="4367834"/>
              <a:ext cx="115888" cy="874224"/>
            </a:xfrm>
            <a:custGeom>
              <a:avLst/>
              <a:gdLst>
                <a:gd name="connsiteX0" fmla="*/ 33111 w 115888"/>
                <a:gd name="connsiteY0" fmla="*/ 0 h 874224"/>
                <a:gd name="connsiteX1" fmla="*/ 52977 w 115888"/>
                <a:gd name="connsiteY1" fmla="*/ 6602 h 874224"/>
                <a:gd name="connsiteX2" fmla="*/ 62911 w 115888"/>
                <a:gd name="connsiteY2" fmla="*/ 13203 h 874224"/>
                <a:gd name="connsiteX3" fmla="*/ 115888 w 115888"/>
                <a:gd name="connsiteY3" fmla="*/ 118823 h 874224"/>
                <a:gd name="connsiteX4" fmla="*/ 115888 w 115888"/>
                <a:gd name="connsiteY4" fmla="*/ 620757 h 874224"/>
                <a:gd name="connsiteX5" fmla="*/ 115888 w 115888"/>
                <a:gd name="connsiteY5" fmla="*/ 825103 h 874224"/>
                <a:gd name="connsiteX6" fmla="*/ 26514 w 115888"/>
                <a:gd name="connsiteY6" fmla="*/ 874224 h 874224"/>
                <a:gd name="connsiteX7" fmla="*/ 15314 w 115888"/>
                <a:gd name="connsiteY7" fmla="*/ 861465 h 874224"/>
                <a:gd name="connsiteX8" fmla="*/ 0 w 115888"/>
                <a:gd name="connsiteY8" fmla="*/ 798753 h 874224"/>
                <a:gd name="connsiteX9" fmla="*/ 0 w 115888"/>
                <a:gd name="connsiteY9" fmla="*/ 49510 h 874224"/>
                <a:gd name="connsiteX10" fmla="*/ 33111 w 115888"/>
                <a:gd name="connsiteY10" fmla="*/ 0 h 874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5888" h="874224">
                  <a:moveTo>
                    <a:pt x="33111" y="0"/>
                  </a:moveTo>
                  <a:cubicBezTo>
                    <a:pt x="39733" y="0"/>
                    <a:pt x="46355" y="3301"/>
                    <a:pt x="52977" y="6602"/>
                  </a:cubicBezTo>
                  <a:cubicBezTo>
                    <a:pt x="52977" y="6602"/>
                    <a:pt x="52977" y="6602"/>
                    <a:pt x="62911" y="13203"/>
                  </a:cubicBezTo>
                  <a:cubicBezTo>
                    <a:pt x="92710" y="29706"/>
                    <a:pt x="115888" y="75915"/>
                    <a:pt x="115888" y="118823"/>
                  </a:cubicBezTo>
                  <a:cubicBezTo>
                    <a:pt x="115888" y="118823"/>
                    <a:pt x="115888" y="118823"/>
                    <a:pt x="115888" y="620757"/>
                  </a:cubicBezTo>
                  <a:lnTo>
                    <a:pt x="115888" y="825103"/>
                  </a:lnTo>
                  <a:lnTo>
                    <a:pt x="26514" y="874224"/>
                  </a:lnTo>
                  <a:lnTo>
                    <a:pt x="15314" y="861465"/>
                  </a:lnTo>
                  <a:cubicBezTo>
                    <a:pt x="5795" y="842486"/>
                    <a:pt x="0" y="820207"/>
                    <a:pt x="0" y="798753"/>
                  </a:cubicBezTo>
                  <a:cubicBezTo>
                    <a:pt x="0" y="798753"/>
                    <a:pt x="0" y="798753"/>
                    <a:pt x="0" y="49510"/>
                  </a:cubicBezTo>
                  <a:cubicBezTo>
                    <a:pt x="0" y="19804"/>
                    <a:pt x="13244" y="0"/>
                    <a:pt x="33111" y="0"/>
                  </a:cubicBezTo>
                  <a:close/>
                </a:path>
              </a:pathLst>
            </a:custGeom>
            <a:gradFill>
              <a:gsLst>
                <a:gs pos="51000">
                  <a:srgbClr val="42E6E0">
                    <a:alpha val="40000"/>
                  </a:srgbClr>
                </a:gs>
                <a:gs pos="0">
                  <a:srgbClr val="566BD8">
                    <a:alpha val="20000"/>
                  </a:srgbClr>
                </a:gs>
                <a:gs pos="98000">
                  <a:srgbClr val="5666D7">
                    <a:alpha val="20000"/>
                  </a:srgbClr>
                </a:gs>
              </a:gsLst>
              <a:lin ang="5400000" scaled="0"/>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74" name="任意多边形: 形状 73">
              <a:extLst>
                <a:ext uri="{FF2B5EF4-FFF2-40B4-BE49-F238E27FC236}">
                  <a16:creationId xmlns:a16="http://schemas.microsoft.com/office/drawing/2014/main" id="{EF0C0E3C-2AFE-47E6-B968-7228E9662A2B}"/>
                </a:ext>
              </a:extLst>
            </p:cNvPr>
            <p:cNvSpPr>
              <a:spLocks/>
            </p:cNvSpPr>
            <p:nvPr userDrawn="1"/>
          </p:nvSpPr>
          <p:spPr bwMode="auto">
            <a:xfrm flipH="1">
              <a:off x="8391659" y="4698034"/>
              <a:ext cx="119063" cy="414899"/>
            </a:xfrm>
            <a:custGeom>
              <a:avLst/>
              <a:gdLst>
                <a:gd name="connsiteX0" fmla="*/ 33073 w 119063"/>
                <a:gd name="connsiteY0" fmla="*/ 0 h 414899"/>
                <a:gd name="connsiteX1" fmla="*/ 56224 w 119063"/>
                <a:gd name="connsiteY1" fmla="*/ 6605 h 414899"/>
                <a:gd name="connsiteX2" fmla="*/ 62839 w 119063"/>
                <a:gd name="connsiteY2" fmla="*/ 9908 h 414899"/>
                <a:gd name="connsiteX3" fmla="*/ 119063 w 119063"/>
                <a:gd name="connsiteY3" fmla="*/ 115586 h 414899"/>
                <a:gd name="connsiteX4" fmla="*/ 119063 w 119063"/>
                <a:gd name="connsiteY4" fmla="*/ 310277 h 414899"/>
                <a:gd name="connsiteX5" fmla="*/ 119063 w 119063"/>
                <a:gd name="connsiteY5" fmla="*/ 363731 h 414899"/>
                <a:gd name="connsiteX6" fmla="*/ 29159 w 119063"/>
                <a:gd name="connsiteY6" fmla="*/ 414899 h 414899"/>
                <a:gd name="connsiteX7" fmla="*/ 16950 w 119063"/>
                <a:gd name="connsiteY7" fmla="*/ 397121 h 414899"/>
                <a:gd name="connsiteX8" fmla="*/ 0 w 119063"/>
                <a:gd name="connsiteY8" fmla="*/ 336851 h 414899"/>
                <a:gd name="connsiteX9" fmla="*/ 0 w 119063"/>
                <a:gd name="connsiteY9" fmla="*/ 49537 h 414899"/>
                <a:gd name="connsiteX10" fmla="*/ 33073 w 119063"/>
                <a:gd name="connsiteY10" fmla="*/ 0 h 4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063" h="414899">
                  <a:moveTo>
                    <a:pt x="33073" y="0"/>
                  </a:moveTo>
                  <a:cubicBezTo>
                    <a:pt x="39688" y="0"/>
                    <a:pt x="49610" y="3303"/>
                    <a:pt x="56224" y="6605"/>
                  </a:cubicBezTo>
                  <a:cubicBezTo>
                    <a:pt x="56224" y="6605"/>
                    <a:pt x="56224" y="6605"/>
                    <a:pt x="62839" y="9908"/>
                  </a:cubicBezTo>
                  <a:cubicBezTo>
                    <a:pt x="95912" y="29722"/>
                    <a:pt x="119063" y="75957"/>
                    <a:pt x="119063" y="115586"/>
                  </a:cubicBezTo>
                  <a:cubicBezTo>
                    <a:pt x="119063" y="115586"/>
                    <a:pt x="119063" y="115586"/>
                    <a:pt x="119063" y="310277"/>
                  </a:cubicBezTo>
                  <a:lnTo>
                    <a:pt x="119063" y="363731"/>
                  </a:lnTo>
                  <a:lnTo>
                    <a:pt x="29159" y="414899"/>
                  </a:lnTo>
                  <a:lnTo>
                    <a:pt x="16950" y="397121"/>
                  </a:lnTo>
                  <a:cubicBezTo>
                    <a:pt x="6615" y="378132"/>
                    <a:pt x="0" y="356666"/>
                    <a:pt x="0" y="336851"/>
                  </a:cubicBezTo>
                  <a:cubicBezTo>
                    <a:pt x="0" y="336851"/>
                    <a:pt x="0" y="336851"/>
                    <a:pt x="0" y="49537"/>
                  </a:cubicBezTo>
                  <a:cubicBezTo>
                    <a:pt x="0" y="16513"/>
                    <a:pt x="13229" y="0"/>
                    <a:pt x="33073" y="0"/>
                  </a:cubicBezTo>
                  <a:close/>
                </a:path>
              </a:pathLst>
            </a:custGeom>
            <a:gradFill>
              <a:gsLst>
                <a:gs pos="51000">
                  <a:srgbClr val="42E6E0">
                    <a:alpha val="40000"/>
                  </a:srgbClr>
                </a:gs>
                <a:gs pos="0">
                  <a:srgbClr val="566BD8">
                    <a:alpha val="20000"/>
                  </a:srgbClr>
                </a:gs>
                <a:gs pos="98000">
                  <a:srgbClr val="5666D7">
                    <a:alpha val="20000"/>
                  </a:srgbClr>
                </a:gs>
              </a:gsLst>
              <a:lin ang="5400000" scaled="0"/>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75" name="Freeform 106">
              <a:extLst>
                <a:ext uri="{FF2B5EF4-FFF2-40B4-BE49-F238E27FC236}">
                  <a16:creationId xmlns:a16="http://schemas.microsoft.com/office/drawing/2014/main" id="{CCBE267B-8FF3-4D30-9A4A-1C1BC6BBDFF6}"/>
                </a:ext>
              </a:extLst>
            </p:cNvPr>
            <p:cNvSpPr>
              <a:spLocks/>
            </p:cNvSpPr>
            <p:nvPr userDrawn="1"/>
          </p:nvSpPr>
          <p:spPr bwMode="auto">
            <a:xfrm>
              <a:off x="8255909" y="2437995"/>
              <a:ext cx="1951037" cy="3057525"/>
            </a:xfrm>
            <a:custGeom>
              <a:avLst/>
              <a:gdLst>
                <a:gd name="T0" fmla="*/ 531 w 531"/>
                <a:gd name="T1" fmla="*/ 0 h 835"/>
                <a:gd name="T2" fmla="*/ 0 w 531"/>
                <a:gd name="T3" fmla="*/ 0 h 835"/>
                <a:gd name="T4" fmla="*/ 0 w 531"/>
                <a:gd name="T5" fmla="*/ 682 h 835"/>
                <a:gd name="T6" fmla="*/ 0 w 531"/>
                <a:gd name="T7" fmla="*/ 682 h 835"/>
                <a:gd name="T8" fmla="*/ 6 w 531"/>
                <a:gd name="T9" fmla="*/ 692 h 835"/>
                <a:gd name="T10" fmla="*/ 248 w 531"/>
                <a:gd name="T11" fmla="*/ 831 h 835"/>
                <a:gd name="T12" fmla="*/ 264 w 531"/>
                <a:gd name="T13" fmla="*/ 835 h 835"/>
                <a:gd name="T14" fmla="*/ 286 w 531"/>
                <a:gd name="T15" fmla="*/ 830 h 835"/>
                <a:gd name="T16" fmla="*/ 522 w 531"/>
                <a:gd name="T17" fmla="*/ 693 h 835"/>
                <a:gd name="T18" fmla="*/ 531 w 531"/>
                <a:gd name="T19" fmla="*/ 682 h 835"/>
                <a:gd name="T20" fmla="*/ 531 w 531"/>
                <a:gd name="T21" fmla="*/ 682 h 835"/>
                <a:gd name="T22" fmla="*/ 531 w 531"/>
                <a:gd name="T23" fmla="*/ 0 h 8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31" h="835">
                  <a:moveTo>
                    <a:pt x="531" y="0"/>
                  </a:moveTo>
                  <a:cubicBezTo>
                    <a:pt x="0" y="0"/>
                    <a:pt x="0" y="0"/>
                    <a:pt x="0" y="0"/>
                  </a:cubicBezTo>
                  <a:cubicBezTo>
                    <a:pt x="0" y="682"/>
                    <a:pt x="0" y="682"/>
                    <a:pt x="0" y="682"/>
                  </a:cubicBezTo>
                  <a:cubicBezTo>
                    <a:pt x="0" y="682"/>
                    <a:pt x="0" y="682"/>
                    <a:pt x="0" y="682"/>
                  </a:cubicBezTo>
                  <a:cubicBezTo>
                    <a:pt x="0" y="685"/>
                    <a:pt x="2" y="689"/>
                    <a:pt x="6" y="692"/>
                  </a:cubicBezTo>
                  <a:cubicBezTo>
                    <a:pt x="248" y="831"/>
                    <a:pt x="248" y="831"/>
                    <a:pt x="248" y="831"/>
                  </a:cubicBezTo>
                  <a:cubicBezTo>
                    <a:pt x="252" y="834"/>
                    <a:pt x="258" y="835"/>
                    <a:pt x="264" y="835"/>
                  </a:cubicBezTo>
                  <a:cubicBezTo>
                    <a:pt x="272" y="835"/>
                    <a:pt x="280" y="833"/>
                    <a:pt x="286" y="830"/>
                  </a:cubicBezTo>
                  <a:cubicBezTo>
                    <a:pt x="522" y="693"/>
                    <a:pt x="522" y="693"/>
                    <a:pt x="522" y="693"/>
                  </a:cubicBezTo>
                  <a:cubicBezTo>
                    <a:pt x="528" y="690"/>
                    <a:pt x="531" y="686"/>
                    <a:pt x="531" y="682"/>
                  </a:cubicBezTo>
                  <a:cubicBezTo>
                    <a:pt x="531" y="682"/>
                    <a:pt x="531" y="682"/>
                    <a:pt x="531" y="682"/>
                  </a:cubicBezTo>
                  <a:cubicBezTo>
                    <a:pt x="531" y="0"/>
                    <a:pt x="531" y="0"/>
                    <a:pt x="531" y="0"/>
                  </a:cubicBezTo>
                </a:path>
              </a:pathLst>
            </a:custGeom>
            <a:gradFill>
              <a:gsLst>
                <a:gs pos="100000">
                  <a:srgbClr val="42E6E0">
                    <a:alpha val="20000"/>
                  </a:srgbClr>
                </a:gs>
                <a:gs pos="0">
                  <a:srgbClr val="180D5B">
                    <a:alpha val="5000"/>
                  </a:srgbClr>
                </a:gs>
              </a:gsLst>
              <a:lin ang="5400000" scaled="0"/>
            </a:gradFill>
            <a:ln>
              <a:noFill/>
            </a:ln>
          </p:spPr>
          <p:txBody>
            <a:bodyPr vert="horz" wrap="square" lIns="91440" tIns="45720" rIns="91440" bIns="45720" numCol="1" anchor="t" anchorCtr="0" compatLnSpc="1">
              <a:prstTxWarp prst="textNoShape">
                <a:avLst/>
              </a:prstTxWarp>
            </a:bodyPr>
            <a:lstStyle/>
            <a:p>
              <a:endParaRPr lang="zh-CN" altLang="en-US" dirty="0"/>
            </a:p>
          </p:txBody>
        </p:sp>
      </p:grpSp>
    </p:spTree>
    <p:extLst>
      <p:ext uri="{BB962C8B-B14F-4D97-AF65-F5344CB8AC3E}">
        <p14:creationId xmlns:p14="http://schemas.microsoft.com/office/powerpoint/2010/main" val="2378658405"/>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cSld name="一级标题">
    <p:spTree>
      <p:nvGrpSpPr>
        <p:cNvPr id="1" name=""/>
        <p:cNvGrpSpPr/>
        <p:nvPr/>
      </p:nvGrpSpPr>
      <p:grpSpPr>
        <a:xfrm>
          <a:off x="0" y="0"/>
          <a:ext cx="0" cy="0"/>
          <a:chOff x="0" y="0"/>
          <a:chExt cx="0" cy="0"/>
        </a:xfrm>
      </p:grpSpPr>
      <p:sp>
        <p:nvSpPr>
          <p:cNvPr id="2" name="Title 1"/>
          <p:cNvSpPr>
            <a:spLocks noGrp="1"/>
          </p:cNvSpPr>
          <p:nvPr>
            <p:ph type="title"/>
          </p:nvPr>
        </p:nvSpPr>
        <p:spPr>
          <a:xfrm>
            <a:off x="774297" y="352343"/>
            <a:ext cx="5331223" cy="429320"/>
          </a:xfrm>
          <a:prstGeom prst="rect">
            <a:avLst/>
          </a:prstGeom>
        </p:spPr>
        <p:txBody>
          <a:bodyPr/>
          <a:lstStyle/>
          <a:p>
            <a:r>
              <a:rPr lang="en-US" dirty="0" smtClean="0"/>
              <a:t>Click to edit Master title style</a:t>
            </a:r>
            <a:endParaRPr lang="en-US" dirty="0"/>
          </a:p>
        </p:txBody>
      </p:sp>
      <p:sp>
        <p:nvSpPr>
          <p:cNvPr id="3" name="Content Placeholder 2"/>
          <p:cNvSpPr>
            <a:spLocks noGrp="1"/>
          </p:cNvSpPr>
          <p:nvPr>
            <p:ph idx="1"/>
          </p:nvPr>
        </p:nvSpPr>
        <p:spPr>
          <a:xfrm>
            <a:off x="609601" y="1143530"/>
            <a:ext cx="10972800" cy="5028036"/>
          </a:xfrm>
          <a:prstGeom prst="rect">
            <a:avLst/>
          </a:prstGeom>
        </p:spPr>
        <p:txBody>
          <a:bodyPr/>
          <a:lstStyle>
            <a:lvl1pPr marL="457131" indent="-457131">
              <a:lnSpc>
                <a:spcPct val="120000"/>
              </a:lnSpc>
              <a:buSzPct val="80000"/>
              <a:buFont typeface="Wingdings" pitchFamily="2" charset="2"/>
              <a:buChar char="l"/>
              <a:defRPr>
                <a:solidFill>
                  <a:schemeClr val="tx1">
                    <a:lumMod val="75000"/>
                    <a:lumOff val="25000"/>
                  </a:schemeClr>
                </a:solidFill>
              </a:defRPr>
            </a:lvl1pPr>
            <a:lvl2pPr>
              <a:defRPr>
                <a:solidFill>
                  <a:schemeClr val="tx1">
                    <a:lumMod val="75000"/>
                    <a:lumOff val="25000"/>
                  </a:schemeClr>
                </a:solidFill>
              </a:defRPr>
            </a:lvl2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7623076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目录">
    <p:spTree>
      <p:nvGrpSpPr>
        <p:cNvPr id="1" name=""/>
        <p:cNvGrpSpPr/>
        <p:nvPr/>
      </p:nvGrpSpPr>
      <p:grpSpPr>
        <a:xfrm>
          <a:off x="0" y="0"/>
          <a:ext cx="0" cy="0"/>
          <a:chOff x="0" y="0"/>
          <a:chExt cx="0" cy="0"/>
        </a:xfrm>
      </p:grpSpPr>
      <p:sp>
        <p:nvSpPr>
          <p:cNvPr id="7" name="Freeform 3"/>
          <p:cNvSpPr/>
          <p:nvPr userDrawn="1"/>
        </p:nvSpPr>
        <p:spPr>
          <a:xfrm>
            <a:off x="-72987" y="0"/>
            <a:ext cx="12264987" cy="6858000"/>
          </a:xfrm>
          <a:custGeom>
            <a:avLst/>
            <a:gdLst>
              <a:gd name="connsiteX0" fmla="*/ 0 w 9144000"/>
              <a:gd name="connsiteY0" fmla="*/ 5143500 h 5143500"/>
              <a:gd name="connsiteX1" fmla="*/ 9144000 w 9144000"/>
              <a:gd name="connsiteY1" fmla="*/ 5143500 h 5143500"/>
              <a:gd name="connsiteX2" fmla="*/ 9144000 w 9144000"/>
              <a:gd name="connsiteY2" fmla="*/ 0 h 5143500"/>
              <a:gd name="connsiteX3" fmla="*/ 0 w 9144000"/>
              <a:gd name="connsiteY3" fmla="*/ 0 h 5143500"/>
              <a:gd name="connsiteX4" fmla="*/ 0 w 9144000"/>
              <a:gd name="connsiteY4" fmla="*/ 5143500 h 51435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5143500">
                <a:moveTo>
                  <a:pt x="0" y="5143500"/>
                </a:moveTo>
                <a:lnTo>
                  <a:pt x="9144000" y="5143500"/>
                </a:lnTo>
                <a:lnTo>
                  <a:pt x="9144000" y="0"/>
                </a:lnTo>
                <a:lnTo>
                  <a:pt x="0" y="0"/>
                </a:lnTo>
                <a:lnTo>
                  <a:pt x="0" y="5143500"/>
                </a:lnTo>
              </a:path>
            </a:pathLst>
          </a:custGeom>
          <a:solidFill>
            <a:srgbClr val="ECECF2">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00" tIns="60949" rIns="121900" bIns="60949" rtlCol="0" anchor="ctr"/>
          <a:lstStyle/>
          <a:p>
            <a:pPr algn="ctr"/>
            <a:endParaRPr lang="zh-CN" altLang="en-US" sz="1799"/>
          </a:p>
        </p:txBody>
      </p:sp>
      <p:sp>
        <p:nvSpPr>
          <p:cNvPr id="4" name="Date Placeholder 3"/>
          <p:cNvSpPr>
            <a:spLocks noGrp="1"/>
          </p:cNvSpPr>
          <p:nvPr>
            <p:ph type="dt" sz="half" idx="10"/>
          </p:nvPr>
        </p:nvSpPr>
        <p:spPr/>
        <p:txBody>
          <a:bodyPr/>
          <a:lstStyle/>
          <a:p>
            <a:fld id="{1D8BD707-D9CF-40AE-B4C6-C98DA3205C09}" type="datetimeFigureOut">
              <a:rPr lang="en-US" smtClean="0"/>
              <a:pPr/>
              <a:t>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10" name="TextBox 1"/>
          <p:cNvSpPr txBox="1"/>
          <p:nvPr userDrawn="1"/>
        </p:nvSpPr>
        <p:spPr>
          <a:xfrm>
            <a:off x="2171195" y="711200"/>
            <a:ext cx="1358638" cy="946215"/>
          </a:xfrm>
          <a:prstGeom prst="rect">
            <a:avLst/>
          </a:prstGeom>
          <a:noFill/>
        </p:spPr>
        <p:txBody>
          <a:bodyPr wrap="none" lIns="0" tIns="0" rIns="0" bIns="60949" rtlCol="0">
            <a:spAutoFit/>
          </a:bodyPr>
          <a:lstStyle/>
          <a:p>
            <a:pPr>
              <a:lnSpc>
                <a:spcPts val="6933"/>
              </a:lnSpc>
            </a:pPr>
            <a:r>
              <a:rPr lang="zh-CN" altLang="en-US" sz="5297" dirty="0" smtClean="0">
                <a:solidFill>
                  <a:srgbClr val="4197DF"/>
                </a:solidFill>
                <a:latin typeface="Microsoft YaHei UI" pitchFamily="18" charset="0"/>
                <a:cs typeface="Microsoft YaHei UI" pitchFamily="18" charset="0"/>
              </a:rPr>
              <a:t>内容</a:t>
            </a:r>
            <a:endParaRPr lang="en-US" altLang="zh-CN" sz="5297" dirty="0">
              <a:solidFill>
                <a:srgbClr val="4197DF"/>
              </a:solidFill>
              <a:latin typeface="Microsoft YaHei UI" pitchFamily="18" charset="0"/>
              <a:cs typeface="Microsoft YaHei UI" pitchFamily="18" charset="0"/>
            </a:endParaRPr>
          </a:p>
        </p:txBody>
      </p:sp>
      <p:sp>
        <p:nvSpPr>
          <p:cNvPr id="11" name="TextBox 1"/>
          <p:cNvSpPr txBox="1"/>
          <p:nvPr userDrawn="1"/>
        </p:nvSpPr>
        <p:spPr>
          <a:xfrm>
            <a:off x="2232824" y="1642534"/>
            <a:ext cx="1273725" cy="266699"/>
          </a:xfrm>
          <a:prstGeom prst="rect">
            <a:avLst/>
          </a:prstGeom>
          <a:noFill/>
        </p:spPr>
        <p:txBody>
          <a:bodyPr wrap="none" lIns="0" tIns="0" rIns="0" bIns="60949" rtlCol="0">
            <a:spAutoFit/>
          </a:bodyPr>
          <a:lstStyle/>
          <a:p>
            <a:pPr>
              <a:lnSpc>
                <a:spcPts val="1600"/>
              </a:lnSpc>
            </a:pPr>
            <a:r>
              <a:rPr lang="en-US" altLang="zh-CN" sz="1899" dirty="0">
                <a:solidFill>
                  <a:srgbClr val="4197DF"/>
                </a:solidFill>
                <a:latin typeface="Times New Roman" pitchFamily="18" charset="0"/>
                <a:cs typeface="Times New Roman" pitchFamily="18" charset="0"/>
              </a:rPr>
              <a:t>CONTENTS</a:t>
            </a:r>
          </a:p>
        </p:txBody>
      </p:sp>
      <p:sp>
        <p:nvSpPr>
          <p:cNvPr id="12" name="TextBox 1"/>
          <p:cNvSpPr txBox="1"/>
          <p:nvPr userDrawn="1"/>
        </p:nvSpPr>
        <p:spPr>
          <a:xfrm>
            <a:off x="3565934" y="762617"/>
            <a:ext cx="717771" cy="946215"/>
          </a:xfrm>
          <a:prstGeom prst="rect">
            <a:avLst/>
          </a:prstGeom>
          <a:noFill/>
        </p:spPr>
        <p:txBody>
          <a:bodyPr wrap="none" lIns="0" tIns="0" rIns="0" bIns="60949" rtlCol="0">
            <a:spAutoFit/>
          </a:bodyPr>
          <a:lstStyle/>
          <a:p>
            <a:pPr>
              <a:lnSpc>
                <a:spcPts val="6933"/>
              </a:lnSpc>
            </a:pPr>
            <a:r>
              <a:rPr lang="zh-CN" altLang="en-US" sz="2799" dirty="0" smtClean="0">
                <a:solidFill>
                  <a:srgbClr val="4197DF"/>
                </a:solidFill>
                <a:latin typeface="Microsoft YaHei UI" pitchFamily="18" charset="0"/>
                <a:cs typeface="Microsoft YaHei UI" pitchFamily="18" charset="0"/>
              </a:rPr>
              <a:t>导航</a:t>
            </a:r>
            <a:endParaRPr lang="en-US" altLang="zh-CN" sz="2799" dirty="0">
              <a:solidFill>
                <a:srgbClr val="4197DF"/>
              </a:solidFill>
              <a:latin typeface="Microsoft YaHei UI" pitchFamily="18" charset="0"/>
              <a:cs typeface="Microsoft YaHei UI" pitchFamily="18" charset="0"/>
            </a:endParaRPr>
          </a:p>
        </p:txBody>
      </p:sp>
      <p:sp>
        <p:nvSpPr>
          <p:cNvPr id="13" name="矩形 12"/>
          <p:cNvSpPr/>
          <p:nvPr userDrawn="1"/>
        </p:nvSpPr>
        <p:spPr>
          <a:xfrm>
            <a:off x="1570807" y="828483"/>
            <a:ext cx="488695" cy="985610"/>
          </a:xfrm>
          <a:prstGeom prst="rect">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Tree>
    <p:extLst>
      <p:ext uri="{BB962C8B-B14F-4D97-AF65-F5344CB8AC3E}">
        <p14:creationId xmlns:p14="http://schemas.microsoft.com/office/powerpoint/2010/main" val="42203541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cSld name="两级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774297" y="362660"/>
            <a:ext cx="6578349" cy="399957"/>
          </a:xfrm>
          <a:prstGeom prst="rect">
            <a:avLst/>
          </a:prstGeom>
        </p:spPr>
        <p:txBody>
          <a:bodyPr/>
          <a:lstStyle/>
          <a:p>
            <a:r>
              <a:rPr lang="en-US" dirty="0" smtClean="0"/>
              <a:t>Click to edit Master title style</a:t>
            </a:r>
            <a:endParaRPr lang="en-US" dirty="0"/>
          </a:p>
        </p:txBody>
      </p:sp>
      <p:sp>
        <p:nvSpPr>
          <p:cNvPr id="3" name="Content Placeholder 2"/>
          <p:cNvSpPr>
            <a:spLocks noGrp="1"/>
          </p:cNvSpPr>
          <p:nvPr>
            <p:ph idx="1"/>
          </p:nvPr>
        </p:nvSpPr>
        <p:spPr>
          <a:xfrm>
            <a:off x="609601" y="1600623"/>
            <a:ext cx="10972800" cy="4570942"/>
          </a:xfrm>
          <a:prstGeom prst="rect">
            <a:avLst/>
          </a:prstGeom>
        </p:spPr>
        <p:txBody>
          <a:bodyPr/>
          <a:lstStyle>
            <a:lvl1pPr marL="457131" indent="-457131">
              <a:lnSpc>
                <a:spcPct val="120000"/>
              </a:lnSpc>
              <a:buSzPct val="80000"/>
              <a:buFont typeface="Wingdings" pitchFamily="2" charset="2"/>
              <a:buChar char="l"/>
              <a:defRPr>
                <a:solidFill>
                  <a:schemeClr val="tx1">
                    <a:lumMod val="75000"/>
                    <a:lumOff val="25000"/>
                  </a:schemeClr>
                </a:solidFill>
              </a:defRPr>
            </a:lvl1pPr>
            <a:lvl2pPr>
              <a:defRPr>
                <a:solidFill>
                  <a:schemeClr val="tx1">
                    <a:lumMod val="75000"/>
                    <a:lumOff val="25000"/>
                  </a:schemeClr>
                </a:solidFill>
              </a:defRPr>
            </a:lvl2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7" name="Content Placeholder 2"/>
          <p:cNvSpPr>
            <a:spLocks noGrp="1"/>
          </p:cNvSpPr>
          <p:nvPr>
            <p:ph idx="13" hasCustomPrompt="1"/>
          </p:nvPr>
        </p:nvSpPr>
        <p:spPr>
          <a:xfrm>
            <a:off x="840937" y="983909"/>
            <a:ext cx="10741463" cy="464350"/>
          </a:xfrm>
          <a:prstGeom prst="rect">
            <a:avLst/>
          </a:prstGeom>
        </p:spPr>
        <p:txBody>
          <a:bodyPr/>
          <a:lstStyle>
            <a:lvl1pPr marL="0" indent="0">
              <a:lnSpc>
                <a:spcPct val="120000"/>
              </a:lnSpc>
              <a:buSzPct val="80000"/>
              <a:buFont typeface="Wingdings" pitchFamily="2" charset="2"/>
              <a:buNone/>
              <a:defRPr b="0">
                <a:solidFill>
                  <a:schemeClr val="tx1">
                    <a:lumMod val="95000"/>
                    <a:lumOff val="5000"/>
                  </a:schemeClr>
                </a:solidFill>
              </a:defRPr>
            </a:lvl1pPr>
          </a:lstStyle>
          <a:p>
            <a:pPr lvl="0"/>
            <a:r>
              <a:rPr lang="en-US" dirty="0" smtClean="0"/>
              <a:t>Click to edit Master text styles</a:t>
            </a:r>
            <a:endParaRPr lang="en-US" dirty="0"/>
          </a:p>
        </p:txBody>
      </p:sp>
    </p:spTree>
    <p:extLst>
      <p:ext uri="{BB962C8B-B14F-4D97-AF65-F5344CB8AC3E}">
        <p14:creationId xmlns:p14="http://schemas.microsoft.com/office/powerpoint/2010/main" val="24122069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e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1">
            <a:alphaModFix amt="31000"/>
          </a:blip>
          <a:srcRect/>
          <a:tile tx="0" ty="0" sx="100000" sy="100000" flip="none" algn="tl"/>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69924" y="1"/>
            <a:ext cx="10850563" cy="1028699"/>
          </a:xfrm>
          <a:prstGeom prst="rect">
            <a:avLst/>
          </a:prstGeom>
        </p:spPr>
        <p:txBody>
          <a:bodyPr vert="horz" lIns="91440" tIns="45720" rIns="91440" bIns="45720" rtlCol="0" anchor="b">
            <a:normAutofit/>
          </a:bodyPr>
          <a:lstStyle/>
          <a:p>
            <a:r>
              <a:rPr lang="en-US" altLang="zh-CN" dirty="0"/>
              <a:t>Click to edit Master title style</a:t>
            </a:r>
            <a:endParaRPr lang="zh-CN" altLang="en-US" dirty="0"/>
          </a:p>
        </p:txBody>
      </p:sp>
      <p:sp>
        <p:nvSpPr>
          <p:cNvPr id="3" name="文本占位符 2"/>
          <p:cNvSpPr>
            <a:spLocks noGrp="1"/>
          </p:cNvSpPr>
          <p:nvPr>
            <p:ph type="body" idx="1"/>
          </p:nvPr>
        </p:nvSpPr>
        <p:spPr>
          <a:xfrm>
            <a:off x="669924" y="1123950"/>
            <a:ext cx="10850563" cy="5019675"/>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zh-CN" altLang="en-US" dirty="0"/>
          </a:p>
        </p:txBody>
      </p:sp>
      <p:sp>
        <p:nvSpPr>
          <p:cNvPr id="8" name="日期占位符 3">
            <a:extLst>
              <a:ext uri="{FF2B5EF4-FFF2-40B4-BE49-F238E27FC236}">
                <a16:creationId xmlns:a16="http://schemas.microsoft.com/office/drawing/2014/main" id="{04388434-9949-479C-A9C3-67A953F6A939}"/>
              </a:ext>
            </a:extLst>
          </p:cNvPr>
          <p:cNvSpPr>
            <a:spLocks noGrp="1"/>
          </p:cNvSpPr>
          <p:nvPr>
            <p:ph type="dt" sz="half" idx="2"/>
          </p:nvPr>
        </p:nvSpPr>
        <p:spPr>
          <a:xfrm>
            <a:off x="5401732" y="6240463"/>
            <a:ext cx="1388536" cy="206381"/>
          </a:xfrm>
          <a:prstGeom prst="rect">
            <a:avLst/>
          </a:prstGeom>
        </p:spPr>
        <p:txBody>
          <a:bodyPr vert="horz" lIns="91440" tIns="45720" rIns="91440" bIns="45720" rtlCol="0" anchor="ctr"/>
          <a:lstStyle>
            <a:lvl1pPr algn="ctr">
              <a:defRPr sz="1000">
                <a:solidFill>
                  <a:schemeClr val="tx1">
                    <a:lumMod val="50000"/>
                    <a:lumOff val="50000"/>
                  </a:schemeClr>
                </a:solidFill>
              </a:defRPr>
            </a:lvl1pPr>
          </a:lstStyle>
          <a:p>
            <a:fld id="{6489D9C7-5DC6-4263-87FF-7C99F6FB63C3}" type="datetime1">
              <a:rPr lang="zh-CN" altLang="en-US" smtClean="0"/>
              <a:pPr/>
              <a:t>2026/1/3</a:t>
            </a:fld>
            <a:endParaRPr lang="zh-CN" altLang="en-US"/>
          </a:p>
        </p:txBody>
      </p:sp>
      <p:sp>
        <p:nvSpPr>
          <p:cNvPr id="9" name="页脚占位符 4">
            <a:extLst>
              <a:ext uri="{FF2B5EF4-FFF2-40B4-BE49-F238E27FC236}">
                <a16:creationId xmlns:a16="http://schemas.microsoft.com/office/drawing/2014/main" id="{50A5656E-7A33-4865-A262-1F96263BAA16}"/>
              </a:ext>
            </a:extLst>
          </p:cNvPr>
          <p:cNvSpPr>
            <a:spLocks noGrp="1"/>
          </p:cNvSpPr>
          <p:nvPr>
            <p:ph type="ftr" sz="quarter" idx="3"/>
          </p:nvPr>
        </p:nvSpPr>
        <p:spPr>
          <a:xfrm>
            <a:off x="669924" y="6240463"/>
            <a:ext cx="4140201" cy="206381"/>
          </a:xfrm>
          <a:prstGeom prst="rect">
            <a:avLst/>
          </a:prstGeom>
        </p:spPr>
        <p:txBody>
          <a:bodyPr vert="horz" lIns="91440" tIns="45720" rIns="91440" bIns="45720" rtlCol="0" anchor="ctr"/>
          <a:lstStyle>
            <a:lvl1pPr algn="l">
              <a:defRPr sz="1000">
                <a:solidFill>
                  <a:schemeClr val="tx1">
                    <a:lumMod val="50000"/>
                    <a:lumOff val="50000"/>
                  </a:schemeClr>
                </a:solidFill>
              </a:defRPr>
            </a:lvl1pPr>
          </a:lstStyle>
          <a:p>
            <a:r>
              <a:rPr lang="en-US" altLang="zh-CN" dirty="0"/>
              <a:t>www.islide.cc</a:t>
            </a:r>
            <a:endParaRPr lang="zh-CN" altLang="en-US" dirty="0"/>
          </a:p>
        </p:txBody>
      </p:sp>
      <p:sp>
        <p:nvSpPr>
          <p:cNvPr id="10" name="灯片编号占位符 5">
            <a:extLst>
              <a:ext uri="{FF2B5EF4-FFF2-40B4-BE49-F238E27FC236}">
                <a16:creationId xmlns:a16="http://schemas.microsoft.com/office/drawing/2014/main" id="{5BF52F79-380E-4278-8B67-588AFE5840F9}"/>
              </a:ext>
            </a:extLst>
          </p:cNvPr>
          <p:cNvSpPr>
            <a:spLocks noGrp="1"/>
          </p:cNvSpPr>
          <p:nvPr>
            <p:ph type="sldNum" sz="quarter" idx="4"/>
          </p:nvPr>
        </p:nvSpPr>
        <p:spPr>
          <a:xfrm>
            <a:off x="8610599" y="6240463"/>
            <a:ext cx="2909888" cy="206381"/>
          </a:xfrm>
          <a:prstGeom prst="rect">
            <a:avLst/>
          </a:prstGeom>
        </p:spPr>
        <p:txBody>
          <a:bodyPr vert="horz" lIns="91440" tIns="45720" rIns="91440" bIns="45720" rtlCol="0" anchor="ctr"/>
          <a:lstStyle>
            <a:lvl1pPr algn="r">
              <a:defRPr sz="1000">
                <a:solidFill>
                  <a:schemeClr val="tx1">
                    <a:lumMod val="50000"/>
                    <a:lumOff val="50000"/>
                  </a:schemeClr>
                </a:solidFill>
              </a:defRPr>
            </a:lvl1pPr>
          </a:lstStyle>
          <a:p>
            <a:fld id="{5DD3DB80-B894-403A-B48E-6FDC1A72010E}" type="slidenum">
              <a:rPr lang="zh-CN" altLang="en-US" smtClean="0"/>
              <a:pPr/>
              <a:t>‹#›</a:t>
            </a:fld>
            <a:endParaRPr lang="zh-CN" altLang="en-US"/>
          </a:p>
        </p:txBody>
      </p:sp>
    </p:spTree>
    <p:extLst>
      <p:ext uri="{BB962C8B-B14F-4D97-AF65-F5344CB8AC3E}">
        <p14:creationId xmlns:p14="http://schemas.microsoft.com/office/powerpoint/2010/main" val="3784027784"/>
      </p:ext>
    </p:extLst>
  </p:cSld>
  <p:clrMap bg1="lt1" tx1="dk1" bg2="lt2" tx2="dk2" accent1="accent1" accent2="accent2" accent3="accent3" accent4="accent4" accent5="accent5" accent6="accent6" hlink="hlink" folHlink="folHlink"/>
  <p:sldLayoutIdLst>
    <p:sldLayoutId id="2147483660" r:id="rId1"/>
    <p:sldLayoutId id="2147483651" r:id="rId2"/>
    <p:sldLayoutId id="2147483669" r:id="rId3"/>
    <p:sldLayoutId id="2147483662" r:id="rId4"/>
    <p:sldLayoutId id="2147483655" r:id="rId5"/>
    <p:sldLayoutId id="2147483661" r:id="rId6"/>
    <p:sldLayoutId id="2147483670" r:id="rId7"/>
    <p:sldLayoutId id="2147483671" r:id="rId8"/>
    <p:sldLayoutId id="2147483672" r:id="rId9"/>
  </p:sldLayoutIdLst>
  <p:hf hdr="0" dt="0"/>
  <p:txStyles>
    <p:titleStyle>
      <a:lvl1pPr algn="l" defTabSz="914354"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589" indent="-228589" algn="l" defTabSz="914354"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766" indent="-228589" algn="l" defTabSz="914354"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2942" indent="-228589" algn="l" defTabSz="914354"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120" indent="-228589" algn="l" defTabSz="914354"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298" indent="-228589" algn="l" defTabSz="914354"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22" userDrawn="1">
          <p15:clr>
            <a:srgbClr val="F26B43"/>
          </p15:clr>
        </p15:guide>
        <p15:guide id="2" pos="7257" userDrawn="1">
          <p15:clr>
            <a:srgbClr val="F26B43"/>
          </p15:clr>
        </p15:guide>
        <p15:guide id="3" orient="horz" pos="648" userDrawn="1">
          <p15:clr>
            <a:srgbClr val="F26B43"/>
          </p15:clr>
        </p15:guide>
        <p15:guide id="4" orient="horz" pos="712" userDrawn="1">
          <p15:clr>
            <a:srgbClr val="F26B43"/>
          </p15:clr>
        </p15:guide>
        <p15:guide id="5" orient="horz" pos="3931" userDrawn="1">
          <p15:clr>
            <a:srgbClr val="F26B43"/>
          </p15:clr>
        </p15:guide>
        <p15:guide id="6" orient="horz" pos="386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vmlDrawing" Target="../drawings/vmlDrawing1.vml"/><Relationship Id="rId6" Type="http://schemas.openxmlformats.org/officeDocument/2006/relationships/image" Target="../media/image2.emf"/><Relationship Id="rId5" Type="http://schemas.openxmlformats.org/officeDocument/2006/relationships/oleObject" Target="../embeddings/oleObject1.bin"/><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3" Type="http://schemas.openxmlformats.org/officeDocument/2006/relationships/tags" Target="../tags/tag5.xml"/><Relationship Id="rId2" Type="http://schemas.openxmlformats.org/officeDocument/2006/relationships/tags" Target="../tags/tag4.xml"/><Relationship Id="rId1" Type="http://schemas.openxmlformats.org/officeDocument/2006/relationships/vmlDrawing" Target="../drawings/vmlDrawing2.vml"/><Relationship Id="rId6" Type="http://schemas.openxmlformats.org/officeDocument/2006/relationships/image" Target="../media/image2.emf"/><Relationship Id="rId5" Type="http://schemas.openxmlformats.org/officeDocument/2006/relationships/oleObject" Target="../embeddings/oleObject2.bin"/><Relationship Id="rId4"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hidden="1">
            <a:extLst>
              <a:ext uri="{FF2B5EF4-FFF2-40B4-BE49-F238E27FC236}">
                <a16:creationId xmlns:a16="http://schemas.microsoft.com/office/drawing/2014/main" id="{3C326D0B-7DAB-41B6-8030-2E4A18CC949B}"/>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7264" name="think-cell Slide" r:id="rId5" imgW="360" imgH="360" progId="">
                  <p:embed/>
                </p:oleObj>
              </mc:Choice>
              <mc:Fallback>
                <p:oleObj name="think-cell Slide" r:id="rId5" imgW="360" imgH="360" progId="">
                  <p:embed/>
                  <p:pic>
                    <p:nvPicPr>
                      <p:cNvPr id="0"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1588"/>
                        <a:ext cx="1588" cy="15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矩形 1" hidden="1">
            <a:extLst>
              <a:ext uri="{FF2B5EF4-FFF2-40B4-BE49-F238E27FC236}">
                <a16:creationId xmlns:a16="http://schemas.microsoft.com/office/drawing/2014/main" id="{EC933494-1B63-4A32-964F-D05236799BAA}"/>
              </a:ext>
            </a:extLst>
          </p:cNvPr>
          <p:cNvSpPr/>
          <p:nvPr>
            <p:custDataLst>
              <p:tags r:id="rId3"/>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lnSpc>
                <a:spcPct val="90000"/>
              </a:lnSpc>
              <a:spcBef>
                <a:spcPct val="0"/>
              </a:spcBef>
              <a:spcAft>
                <a:spcPct val="0"/>
              </a:spcAft>
            </a:pPr>
            <a:endParaRPr lang="en-US" altLang="zh-CN" sz="4000" b="1" dirty="0">
              <a:cs typeface="+mn-ea"/>
              <a:sym typeface="+mn-lt"/>
            </a:endParaRPr>
          </a:p>
        </p:txBody>
      </p:sp>
      <p:sp>
        <p:nvSpPr>
          <p:cNvPr id="4" name="标题 3"/>
          <p:cNvSpPr>
            <a:spLocks noGrp="1"/>
          </p:cNvSpPr>
          <p:nvPr>
            <p:ph type="ctrTitle"/>
          </p:nvPr>
        </p:nvSpPr>
        <p:spPr>
          <a:xfrm>
            <a:off x="3978949" y="2023969"/>
            <a:ext cx="6041284" cy="1058852"/>
          </a:xfrm>
        </p:spPr>
        <p:txBody>
          <a:bodyPr>
            <a:normAutofit/>
          </a:bodyPr>
          <a:lstStyle/>
          <a:p>
            <a:r>
              <a:rPr lang="en-US" altLang="zh-CN" dirty="0" err="1" smtClean="0">
                <a:ln w="12700">
                  <a:solidFill>
                    <a:schemeClr val="accent5"/>
                  </a:solidFill>
                  <a:prstDash val="solid"/>
                </a:ln>
                <a:pattFill prst="ltDnDiag">
                  <a:fgClr>
                    <a:schemeClr val="accent5">
                      <a:lumMod val="60000"/>
                      <a:lumOff val="40000"/>
                    </a:schemeClr>
                  </a:fgClr>
                  <a:bgClr>
                    <a:schemeClr val="bg1"/>
                  </a:bgClr>
                </a:pattFill>
                <a:latin typeface="+mn-lt"/>
                <a:ea typeface="+mn-ea"/>
                <a:cs typeface="+mn-ea"/>
                <a:sym typeface="+mn-lt"/>
              </a:rPr>
              <a:t>LiteOS</a:t>
            </a:r>
            <a:r>
              <a:rPr lang="zh-CN" altLang="en-US" dirty="0" smtClean="0">
                <a:ln w="12700">
                  <a:solidFill>
                    <a:schemeClr val="accent5"/>
                  </a:solidFill>
                  <a:prstDash val="solid"/>
                </a:ln>
                <a:pattFill prst="ltDnDiag">
                  <a:fgClr>
                    <a:schemeClr val="accent5">
                      <a:lumMod val="60000"/>
                      <a:lumOff val="40000"/>
                    </a:schemeClr>
                  </a:fgClr>
                  <a:bgClr>
                    <a:schemeClr val="bg1"/>
                  </a:bgClr>
                </a:pattFill>
                <a:latin typeface="+mn-lt"/>
                <a:ea typeface="+mn-ea"/>
                <a:cs typeface="+mn-ea"/>
                <a:sym typeface="+mn-lt"/>
              </a:rPr>
              <a:t>内核开发与实践</a:t>
            </a:r>
            <a:endParaRPr lang="zh-CN" altLang="en-US" dirty="0">
              <a:ln w="12700">
                <a:solidFill>
                  <a:schemeClr val="accent5"/>
                </a:solidFill>
                <a:prstDash val="solid"/>
              </a:ln>
              <a:pattFill prst="ltDnDiag">
                <a:fgClr>
                  <a:schemeClr val="accent5">
                    <a:lumMod val="60000"/>
                    <a:lumOff val="40000"/>
                  </a:schemeClr>
                </a:fgClr>
                <a:bgClr>
                  <a:schemeClr val="bg1"/>
                </a:bgClr>
              </a:pattFill>
              <a:latin typeface="+mn-lt"/>
              <a:ea typeface="+mn-ea"/>
              <a:cs typeface="+mn-ea"/>
              <a:sym typeface="+mn-lt"/>
            </a:endParaRPr>
          </a:p>
        </p:txBody>
      </p:sp>
      <p:sp>
        <p:nvSpPr>
          <p:cNvPr id="11" name="文本占位符 10">
            <a:extLst>
              <a:ext uri="{FF2B5EF4-FFF2-40B4-BE49-F238E27FC236}">
                <a16:creationId xmlns:a16="http://schemas.microsoft.com/office/drawing/2014/main" id="{3AE36C13-51F4-4440-8DB2-2A4E128FFD33}"/>
              </a:ext>
            </a:extLst>
          </p:cNvPr>
          <p:cNvSpPr>
            <a:spLocks noGrp="1"/>
          </p:cNvSpPr>
          <p:nvPr>
            <p:ph type="body" sz="quarter" idx="10"/>
          </p:nvPr>
        </p:nvSpPr>
        <p:spPr>
          <a:xfrm>
            <a:off x="876322" y="3993091"/>
            <a:ext cx="3267310" cy="548173"/>
          </a:xfrm>
          <a:effectLst>
            <a:glow rad="101600">
              <a:schemeClr val="accent3">
                <a:satMod val="175000"/>
                <a:alpha val="40000"/>
              </a:schemeClr>
            </a:glow>
          </a:effectLst>
        </p:spPr>
        <p:txBody>
          <a:bodyPr anchor="ctr"/>
          <a:lstStyle/>
          <a:p>
            <a:r>
              <a:rPr lang="zh-CN" altLang="en-US" sz="2000" b="1" dirty="0">
                <a:ln w="6600">
                  <a:solidFill>
                    <a:schemeClr val="accent2"/>
                  </a:solidFill>
                  <a:prstDash val="solid"/>
                </a:ln>
                <a:solidFill>
                  <a:srgbClr val="FFFFFF"/>
                </a:solidFill>
                <a:effectLst>
                  <a:glow rad="63500">
                    <a:schemeClr val="accent2">
                      <a:satMod val="175000"/>
                      <a:alpha val="40000"/>
                    </a:schemeClr>
                  </a:glow>
                  <a:outerShdw blurRad="50800" dist="38100" dir="2700000" algn="tl" rotWithShape="0">
                    <a:prstClr val="black">
                      <a:alpha val="40000"/>
                    </a:prstClr>
                  </a:outerShdw>
                </a:effectLst>
                <a:cs typeface="+mn-ea"/>
                <a:sym typeface="+mn-lt"/>
              </a:rPr>
              <a:t>重庆大学   电气工程学院</a:t>
            </a:r>
          </a:p>
        </p:txBody>
      </p:sp>
      <p:sp>
        <p:nvSpPr>
          <p:cNvPr id="5" name="矩形 4"/>
          <p:cNvSpPr/>
          <p:nvPr/>
        </p:nvSpPr>
        <p:spPr>
          <a:xfrm>
            <a:off x="622577" y="1378227"/>
            <a:ext cx="6950075" cy="707886"/>
          </a:xfrm>
          <a:prstGeom prst="rect">
            <a:avLst/>
          </a:prstGeom>
        </p:spPr>
        <p:txBody>
          <a:bodyPr wrap="square">
            <a:spAutoFit/>
          </a:bodyPr>
          <a:lstStyle/>
          <a:p>
            <a:r>
              <a:rPr lang="zh-CN" altLang="en-US" sz="2800" b="1" kern="1800" dirty="0" smtClean="0">
                <a:solidFill>
                  <a:schemeClr val="bg1"/>
                </a:solidFill>
                <a:cs typeface="+mn-ea"/>
                <a:sym typeface="+mn-lt"/>
              </a:rPr>
              <a:t>物联网操作系统</a:t>
            </a:r>
            <a:r>
              <a:rPr lang="zh-CN" altLang="zh-CN" sz="4000" b="1" dirty="0" smtClean="0">
                <a:ln w="12700">
                  <a:solidFill>
                    <a:schemeClr val="accent5"/>
                  </a:solidFill>
                  <a:prstDash val="solid"/>
                </a:ln>
                <a:pattFill prst="ltDnDiag">
                  <a:fgClr>
                    <a:schemeClr val="accent5">
                      <a:lumMod val="60000"/>
                      <a:lumOff val="40000"/>
                    </a:schemeClr>
                  </a:fgClr>
                  <a:bgClr>
                    <a:schemeClr val="bg1"/>
                  </a:bgClr>
                </a:pattFill>
                <a:cs typeface="+mn-ea"/>
                <a:sym typeface="+mn-lt"/>
              </a:rPr>
              <a:t>——</a:t>
            </a:r>
            <a:endParaRPr lang="zh-CN" altLang="en-US" sz="4000" b="1" dirty="0">
              <a:ln w="12700">
                <a:solidFill>
                  <a:schemeClr val="accent5"/>
                </a:solidFill>
                <a:prstDash val="solid"/>
              </a:ln>
              <a:pattFill prst="ltDnDiag">
                <a:fgClr>
                  <a:schemeClr val="accent5">
                    <a:lumMod val="60000"/>
                    <a:lumOff val="40000"/>
                  </a:schemeClr>
                </a:fgClr>
                <a:bgClr>
                  <a:schemeClr val="bg1"/>
                </a:bgClr>
              </a:pattFill>
              <a:cs typeface="+mn-ea"/>
              <a:sym typeface="+mn-lt"/>
            </a:endParaRPr>
          </a:p>
        </p:txBody>
      </p:sp>
      <p:sp>
        <p:nvSpPr>
          <p:cNvPr id="6" name="文本框 5"/>
          <p:cNvSpPr txBox="1"/>
          <p:nvPr/>
        </p:nvSpPr>
        <p:spPr>
          <a:xfrm>
            <a:off x="622577" y="3167390"/>
            <a:ext cx="6816910" cy="523220"/>
          </a:xfrm>
          <a:prstGeom prst="rect">
            <a:avLst/>
          </a:prstGeom>
          <a:noFill/>
        </p:spPr>
        <p:txBody>
          <a:bodyPr wrap="square" rtlCol="0">
            <a:spAutoFit/>
          </a:bodyPr>
          <a:lstStyle/>
          <a:p>
            <a:r>
              <a:rPr lang="en-US" altLang="zh-CN" sz="2800" b="1" dirty="0" err="1" smtClean="0">
                <a:solidFill>
                  <a:srgbClr val="42E6E0"/>
                </a:solidFill>
                <a:cs typeface="+mn-ea"/>
                <a:sym typeface="+mn-lt"/>
              </a:rPr>
              <a:t>LiteOS</a:t>
            </a:r>
            <a:r>
              <a:rPr lang="zh-CN" altLang="en-US" sz="2800" b="1" dirty="0" smtClean="0">
                <a:solidFill>
                  <a:srgbClr val="42E6E0"/>
                </a:solidFill>
                <a:cs typeface="+mn-ea"/>
                <a:sym typeface="+mn-lt"/>
              </a:rPr>
              <a:t>任务创建</a:t>
            </a:r>
            <a:endParaRPr lang="en-US" altLang="zh-CN" sz="2800" b="1" dirty="0">
              <a:solidFill>
                <a:srgbClr val="42E6E0"/>
              </a:solidFill>
              <a:cs typeface="+mn-ea"/>
              <a:sym typeface="+mn-lt"/>
            </a:endParaRPr>
          </a:p>
        </p:txBody>
      </p:sp>
    </p:spTree>
    <p:extLst>
      <p:ext uri="{BB962C8B-B14F-4D97-AF65-F5344CB8AC3E}">
        <p14:creationId xmlns:p14="http://schemas.microsoft.com/office/powerpoint/2010/main" val="2010881281"/>
      </p:ext>
    </p:extLst>
  </p:cSld>
  <p:clrMapOvr>
    <a:masterClrMapping/>
  </p:clrMapOvr>
  <mc:AlternateContent xmlns:mc="http://schemas.openxmlformats.org/markup-compatibility/2006" xmlns:p14="http://schemas.microsoft.com/office/powerpoint/2010/main">
    <mc:Choice Requires="p14">
      <p:transition p14:dur="250">
        <p:pull/>
      </p:transition>
    </mc:Choice>
    <mc:Fallback xmlns="">
      <p:transition>
        <p:pull/>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endParaRPr lang="zh-CN" altLang="en-US"/>
          </a:p>
        </p:txBody>
      </p:sp>
      <p:sp>
        <p:nvSpPr>
          <p:cNvPr id="3" name="内容占位符 2"/>
          <p:cNvSpPr>
            <a:spLocks noGrp="1"/>
          </p:cNvSpPr>
          <p:nvPr>
            <p:ph idx="1"/>
          </p:nvPr>
        </p:nvSpPr>
        <p:spPr/>
        <p:txBody>
          <a:bodyPr/>
          <a:lstStyle/>
          <a:p>
            <a:endParaRPr lang="zh-CN" altLang="en-US"/>
          </a:p>
        </p:txBody>
      </p:sp>
      <p:sp>
        <p:nvSpPr>
          <p:cNvPr id="4" name="Freeform 3"/>
          <p:cNvSpPr/>
          <p:nvPr/>
        </p:nvSpPr>
        <p:spPr>
          <a:xfrm>
            <a:off x="-72988" y="992"/>
            <a:ext cx="12337975" cy="6856017"/>
          </a:xfrm>
          <a:custGeom>
            <a:avLst/>
            <a:gdLst>
              <a:gd name="connsiteX0" fmla="*/ 0 w 9144000"/>
              <a:gd name="connsiteY0" fmla="*/ 5143500 h 5143500"/>
              <a:gd name="connsiteX1" fmla="*/ 9144000 w 9144000"/>
              <a:gd name="connsiteY1" fmla="*/ 5143500 h 5143500"/>
              <a:gd name="connsiteX2" fmla="*/ 9144000 w 9144000"/>
              <a:gd name="connsiteY2" fmla="*/ 0 h 5143500"/>
              <a:gd name="connsiteX3" fmla="*/ 0 w 9144000"/>
              <a:gd name="connsiteY3" fmla="*/ 0 h 5143500"/>
              <a:gd name="connsiteX4" fmla="*/ 0 w 9144000"/>
              <a:gd name="connsiteY4" fmla="*/ 5143500 h 51435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5143500">
                <a:moveTo>
                  <a:pt x="0" y="5143500"/>
                </a:moveTo>
                <a:lnTo>
                  <a:pt x="9144000" y="5143500"/>
                </a:lnTo>
                <a:lnTo>
                  <a:pt x="9144000" y="0"/>
                </a:lnTo>
                <a:lnTo>
                  <a:pt x="0" y="0"/>
                </a:lnTo>
                <a:lnTo>
                  <a:pt x="0" y="5143500"/>
                </a:lnTo>
              </a:path>
            </a:pathLst>
          </a:custGeom>
          <a:solidFill>
            <a:srgbClr val="ECECF2">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00" tIns="60949" rIns="121900" bIns="60949" rtlCol="0" anchor="ctr"/>
          <a:lstStyle/>
          <a:p>
            <a:pPr algn="ctr"/>
            <a:endParaRPr lang="zh-CN" altLang="en-US" sz="1799"/>
          </a:p>
        </p:txBody>
      </p:sp>
      <p:sp>
        <p:nvSpPr>
          <p:cNvPr id="301" name="Rectangle 3"/>
          <p:cNvSpPr txBox="1">
            <a:spLocks noRot="1" noChangeArrowheads="1"/>
          </p:cNvSpPr>
          <p:nvPr/>
        </p:nvSpPr>
        <p:spPr>
          <a:xfrm>
            <a:off x="-85681" y="1643051"/>
            <a:ext cx="5794531" cy="4268152"/>
          </a:xfrm>
          <a:prstGeom prst="rect">
            <a:avLst/>
          </a:prstGeom>
        </p:spPr>
        <p:txBody>
          <a:bodyPr vert="horz" lIns="121854" tIns="60926" rIns="121854" bIns="60926" rtlCol="0">
            <a:normAutofit/>
          </a:bodyPr>
          <a:lstStyle>
            <a:lvl1pPr marL="457360" indent="-457360" algn="l" defTabSz="1219627" rtl="0" eaLnBrk="1" latinLnBrk="0" hangingPunct="1">
              <a:spcBef>
                <a:spcPct val="20000"/>
              </a:spcBef>
              <a:buSzPct val="80000"/>
              <a:buFont typeface="Wingdings" pitchFamily="2" charset="2"/>
              <a:buChar char="l"/>
              <a:defRPr sz="2000" kern="1200">
                <a:solidFill>
                  <a:schemeClr val="tx1"/>
                </a:solidFill>
                <a:latin typeface="+mn-lt"/>
                <a:ea typeface="+mn-ea"/>
                <a:cs typeface="+mn-cs"/>
              </a:defRPr>
            </a:lvl1pPr>
            <a:lvl2pPr marL="990947" indent="-381133"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endParaRPr lang="zh-CN" altLang="en-US" sz="1999" dirty="0"/>
          </a:p>
        </p:txBody>
      </p:sp>
      <p:sp>
        <p:nvSpPr>
          <p:cNvPr id="302" name="Freeform 706"/>
          <p:cNvSpPr>
            <a:spLocks/>
          </p:cNvSpPr>
          <p:nvPr/>
        </p:nvSpPr>
        <p:spPr bwMode="auto">
          <a:xfrm>
            <a:off x="2925511" y="1125919"/>
            <a:ext cx="181877" cy="582310"/>
          </a:xfrm>
          <a:custGeom>
            <a:avLst/>
            <a:gdLst>
              <a:gd name="T0" fmla="*/ 187 w 187"/>
              <a:gd name="T1" fmla="*/ 61 h 103"/>
              <a:gd name="T2" fmla="*/ 145 w 187"/>
              <a:gd name="T3" fmla="*/ 103 h 103"/>
              <a:gd name="T4" fmla="*/ 43 w 187"/>
              <a:gd name="T5" fmla="*/ 103 h 103"/>
              <a:gd name="T6" fmla="*/ 0 w 187"/>
              <a:gd name="T7" fmla="*/ 61 h 103"/>
              <a:gd name="T8" fmla="*/ 0 w 187"/>
              <a:gd name="T9" fmla="*/ 43 h 103"/>
              <a:gd name="T10" fmla="*/ 43 w 187"/>
              <a:gd name="T11" fmla="*/ 0 h 103"/>
              <a:gd name="T12" fmla="*/ 145 w 187"/>
              <a:gd name="T13" fmla="*/ 0 h 103"/>
              <a:gd name="T14" fmla="*/ 187 w 187"/>
              <a:gd name="T15" fmla="*/ 43 h 103"/>
              <a:gd name="T16" fmla="*/ 187 w 187"/>
              <a:gd name="T17" fmla="*/ 61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7" h="103">
                <a:moveTo>
                  <a:pt x="187" y="61"/>
                </a:moveTo>
                <a:cubicBezTo>
                  <a:pt x="187" y="84"/>
                  <a:pt x="168" y="103"/>
                  <a:pt x="145" y="103"/>
                </a:cubicBezTo>
                <a:cubicBezTo>
                  <a:pt x="43" y="103"/>
                  <a:pt x="43" y="103"/>
                  <a:pt x="43" y="103"/>
                </a:cubicBezTo>
                <a:cubicBezTo>
                  <a:pt x="20" y="103"/>
                  <a:pt x="0" y="84"/>
                  <a:pt x="0" y="61"/>
                </a:cubicBezTo>
                <a:cubicBezTo>
                  <a:pt x="0" y="43"/>
                  <a:pt x="0" y="43"/>
                  <a:pt x="0" y="43"/>
                </a:cubicBezTo>
                <a:cubicBezTo>
                  <a:pt x="0" y="19"/>
                  <a:pt x="20" y="0"/>
                  <a:pt x="43" y="0"/>
                </a:cubicBezTo>
                <a:cubicBezTo>
                  <a:pt x="145" y="0"/>
                  <a:pt x="145" y="0"/>
                  <a:pt x="145" y="0"/>
                </a:cubicBezTo>
                <a:cubicBezTo>
                  <a:pt x="168" y="0"/>
                  <a:pt x="187" y="19"/>
                  <a:pt x="187" y="43"/>
                </a:cubicBezTo>
                <a:lnTo>
                  <a:pt x="187" y="61"/>
                </a:lnTo>
                <a:close/>
              </a:path>
            </a:pathLst>
          </a:custGeom>
          <a:solidFill>
            <a:srgbClr val="F83003"/>
          </a:solidFill>
          <a:ln>
            <a:noFill/>
          </a:ln>
        </p:spPr>
        <p:txBody>
          <a:bodyPr vert="horz" wrap="square" lIns="91392" tIns="45696" rIns="91392" bIns="45696" numCol="1" anchor="t" anchorCtr="0" compatLnSpc="1">
            <a:prstTxWarp prst="textNoShape">
              <a:avLst/>
            </a:prstTxWarp>
          </a:bodyPr>
          <a:lstStyle/>
          <a:p>
            <a:endParaRPr lang="zh-CN" altLang="en-US" sz="2000"/>
          </a:p>
        </p:txBody>
      </p:sp>
      <p:sp>
        <p:nvSpPr>
          <p:cNvPr id="303" name="Freeform 707"/>
          <p:cNvSpPr>
            <a:spLocks/>
          </p:cNvSpPr>
          <p:nvPr/>
        </p:nvSpPr>
        <p:spPr bwMode="auto">
          <a:xfrm>
            <a:off x="2925511" y="2110607"/>
            <a:ext cx="181877" cy="582310"/>
          </a:xfrm>
          <a:custGeom>
            <a:avLst/>
            <a:gdLst>
              <a:gd name="T0" fmla="*/ 187 w 187"/>
              <a:gd name="T1" fmla="*/ 61 h 103"/>
              <a:gd name="T2" fmla="*/ 145 w 187"/>
              <a:gd name="T3" fmla="*/ 103 h 103"/>
              <a:gd name="T4" fmla="*/ 43 w 187"/>
              <a:gd name="T5" fmla="*/ 103 h 103"/>
              <a:gd name="T6" fmla="*/ 0 w 187"/>
              <a:gd name="T7" fmla="*/ 61 h 103"/>
              <a:gd name="T8" fmla="*/ 0 w 187"/>
              <a:gd name="T9" fmla="*/ 43 h 103"/>
              <a:gd name="T10" fmla="*/ 43 w 187"/>
              <a:gd name="T11" fmla="*/ 0 h 103"/>
              <a:gd name="T12" fmla="*/ 145 w 187"/>
              <a:gd name="T13" fmla="*/ 0 h 103"/>
              <a:gd name="T14" fmla="*/ 187 w 187"/>
              <a:gd name="T15" fmla="*/ 43 h 103"/>
              <a:gd name="T16" fmla="*/ 187 w 187"/>
              <a:gd name="T17" fmla="*/ 61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7" h="103">
                <a:moveTo>
                  <a:pt x="187" y="61"/>
                </a:moveTo>
                <a:cubicBezTo>
                  <a:pt x="187" y="84"/>
                  <a:pt x="168" y="103"/>
                  <a:pt x="145" y="103"/>
                </a:cubicBezTo>
                <a:cubicBezTo>
                  <a:pt x="43" y="103"/>
                  <a:pt x="43" y="103"/>
                  <a:pt x="43" y="103"/>
                </a:cubicBezTo>
                <a:cubicBezTo>
                  <a:pt x="20" y="103"/>
                  <a:pt x="0" y="84"/>
                  <a:pt x="0" y="61"/>
                </a:cubicBezTo>
                <a:cubicBezTo>
                  <a:pt x="0" y="43"/>
                  <a:pt x="0" y="43"/>
                  <a:pt x="0" y="43"/>
                </a:cubicBezTo>
                <a:cubicBezTo>
                  <a:pt x="0" y="19"/>
                  <a:pt x="20" y="0"/>
                  <a:pt x="43" y="0"/>
                </a:cubicBezTo>
                <a:cubicBezTo>
                  <a:pt x="145" y="0"/>
                  <a:pt x="145" y="0"/>
                  <a:pt x="145" y="0"/>
                </a:cubicBezTo>
                <a:cubicBezTo>
                  <a:pt x="168" y="0"/>
                  <a:pt x="187" y="19"/>
                  <a:pt x="187" y="43"/>
                </a:cubicBezTo>
                <a:lnTo>
                  <a:pt x="187" y="61"/>
                </a:lnTo>
                <a:close/>
              </a:path>
            </a:pathLst>
          </a:custGeom>
          <a:solidFill>
            <a:srgbClr val="EBAC07"/>
          </a:solidFill>
          <a:ln>
            <a:noFill/>
          </a:ln>
        </p:spPr>
        <p:txBody>
          <a:bodyPr vert="horz" wrap="square" lIns="91392" tIns="45696" rIns="91392" bIns="45696" numCol="1" anchor="t" anchorCtr="0" compatLnSpc="1">
            <a:prstTxWarp prst="textNoShape">
              <a:avLst/>
            </a:prstTxWarp>
          </a:bodyPr>
          <a:lstStyle/>
          <a:p>
            <a:endParaRPr lang="zh-CN" altLang="en-US" sz="2000"/>
          </a:p>
        </p:txBody>
      </p:sp>
      <p:sp>
        <p:nvSpPr>
          <p:cNvPr id="304" name="Freeform 708"/>
          <p:cNvSpPr>
            <a:spLocks/>
          </p:cNvSpPr>
          <p:nvPr/>
        </p:nvSpPr>
        <p:spPr bwMode="auto">
          <a:xfrm>
            <a:off x="2925511" y="3071888"/>
            <a:ext cx="181877" cy="582310"/>
          </a:xfrm>
          <a:custGeom>
            <a:avLst/>
            <a:gdLst>
              <a:gd name="T0" fmla="*/ 187 w 187"/>
              <a:gd name="T1" fmla="*/ 60 h 103"/>
              <a:gd name="T2" fmla="*/ 145 w 187"/>
              <a:gd name="T3" fmla="*/ 103 h 103"/>
              <a:gd name="T4" fmla="*/ 43 w 187"/>
              <a:gd name="T5" fmla="*/ 103 h 103"/>
              <a:gd name="T6" fmla="*/ 0 w 187"/>
              <a:gd name="T7" fmla="*/ 60 h 103"/>
              <a:gd name="T8" fmla="*/ 0 w 187"/>
              <a:gd name="T9" fmla="*/ 42 h 103"/>
              <a:gd name="T10" fmla="*/ 43 w 187"/>
              <a:gd name="T11" fmla="*/ 0 h 103"/>
              <a:gd name="T12" fmla="*/ 145 w 187"/>
              <a:gd name="T13" fmla="*/ 0 h 103"/>
              <a:gd name="T14" fmla="*/ 187 w 187"/>
              <a:gd name="T15" fmla="*/ 42 h 103"/>
              <a:gd name="T16" fmla="*/ 187 w 187"/>
              <a:gd name="T17" fmla="*/ 60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7" h="103">
                <a:moveTo>
                  <a:pt x="187" y="60"/>
                </a:moveTo>
                <a:cubicBezTo>
                  <a:pt x="187" y="84"/>
                  <a:pt x="168" y="103"/>
                  <a:pt x="145" y="103"/>
                </a:cubicBezTo>
                <a:cubicBezTo>
                  <a:pt x="43" y="103"/>
                  <a:pt x="43" y="103"/>
                  <a:pt x="43" y="103"/>
                </a:cubicBezTo>
                <a:cubicBezTo>
                  <a:pt x="20" y="103"/>
                  <a:pt x="0" y="84"/>
                  <a:pt x="0" y="60"/>
                </a:cubicBezTo>
                <a:cubicBezTo>
                  <a:pt x="0" y="42"/>
                  <a:pt x="0" y="42"/>
                  <a:pt x="0" y="42"/>
                </a:cubicBezTo>
                <a:cubicBezTo>
                  <a:pt x="0" y="19"/>
                  <a:pt x="20" y="0"/>
                  <a:pt x="43" y="0"/>
                </a:cubicBezTo>
                <a:cubicBezTo>
                  <a:pt x="145" y="0"/>
                  <a:pt x="145" y="0"/>
                  <a:pt x="145" y="0"/>
                </a:cubicBezTo>
                <a:cubicBezTo>
                  <a:pt x="168" y="0"/>
                  <a:pt x="187" y="19"/>
                  <a:pt x="187" y="42"/>
                </a:cubicBezTo>
                <a:lnTo>
                  <a:pt x="187" y="60"/>
                </a:lnTo>
                <a:close/>
              </a:path>
            </a:pathLst>
          </a:custGeom>
          <a:solidFill>
            <a:srgbClr val="A2B932"/>
          </a:solidFill>
          <a:ln>
            <a:noFill/>
          </a:ln>
        </p:spPr>
        <p:txBody>
          <a:bodyPr vert="horz" wrap="square" lIns="91392" tIns="45696" rIns="91392" bIns="45696" numCol="1" anchor="t" anchorCtr="0" compatLnSpc="1">
            <a:prstTxWarp prst="textNoShape">
              <a:avLst/>
            </a:prstTxWarp>
          </a:bodyPr>
          <a:lstStyle/>
          <a:p>
            <a:endParaRPr lang="zh-CN" altLang="en-US" sz="2000"/>
          </a:p>
        </p:txBody>
      </p:sp>
      <p:sp>
        <p:nvSpPr>
          <p:cNvPr id="306" name="文本框 335"/>
          <p:cNvSpPr txBox="1"/>
          <p:nvPr/>
        </p:nvSpPr>
        <p:spPr>
          <a:xfrm>
            <a:off x="3555921" y="1112494"/>
            <a:ext cx="4645780" cy="461297"/>
          </a:xfrm>
          <a:prstGeom prst="rect">
            <a:avLst/>
          </a:prstGeom>
          <a:noFill/>
        </p:spPr>
        <p:txBody>
          <a:bodyPr wrap="square" rtlCol="0">
            <a:spAutoFit/>
          </a:bodyPr>
          <a:lstStyle/>
          <a:p>
            <a:pPr>
              <a:lnSpc>
                <a:spcPct val="120000"/>
              </a:lnSpc>
            </a:pPr>
            <a:r>
              <a:rPr lang="zh-CN" altLang="en-US" sz="2000" dirty="0">
                <a:solidFill>
                  <a:srgbClr val="4C6062"/>
                </a:solidFill>
                <a:ea typeface="微软雅黑" panose="020B0503020204020204" pitchFamily="34" charset="-122"/>
              </a:rPr>
              <a:t>了解 </a:t>
            </a:r>
            <a:r>
              <a:rPr lang="en-US" altLang="zh-CN" sz="2000" dirty="0">
                <a:solidFill>
                  <a:srgbClr val="4C6062"/>
                </a:solidFill>
                <a:ea typeface="微软雅黑" panose="020B0503020204020204" pitchFamily="34" charset="-122"/>
              </a:rPr>
              <a:t>LiteOS </a:t>
            </a:r>
            <a:r>
              <a:rPr lang="zh-CN" altLang="en-US" sz="2000" dirty="0">
                <a:solidFill>
                  <a:srgbClr val="4C6062"/>
                </a:solidFill>
                <a:ea typeface="微软雅黑" panose="020B0503020204020204" pitchFamily="34" charset="-122"/>
              </a:rPr>
              <a:t>的基本使用方式。</a:t>
            </a:r>
          </a:p>
        </p:txBody>
      </p:sp>
      <p:sp>
        <p:nvSpPr>
          <p:cNvPr id="310" name="文本框 335"/>
          <p:cNvSpPr txBox="1"/>
          <p:nvPr/>
        </p:nvSpPr>
        <p:spPr>
          <a:xfrm>
            <a:off x="3555921" y="1998522"/>
            <a:ext cx="4645780" cy="830308"/>
          </a:xfrm>
          <a:prstGeom prst="rect">
            <a:avLst/>
          </a:prstGeom>
          <a:noFill/>
        </p:spPr>
        <p:txBody>
          <a:bodyPr wrap="square" rtlCol="0">
            <a:spAutoFit/>
          </a:bodyPr>
          <a:lstStyle/>
          <a:p>
            <a:pPr>
              <a:lnSpc>
                <a:spcPct val="120000"/>
              </a:lnSpc>
            </a:pPr>
            <a:r>
              <a:rPr lang="zh-CN" altLang="en-US" sz="2000" dirty="0">
                <a:solidFill>
                  <a:srgbClr val="4C6062"/>
                </a:solidFill>
                <a:ea typeface="微软雅黑" panose="020B0503020204020204" pitchFamily="34" charset="-122"/>
              </a:rPr>
              <a:t>了解 </a:t>
            </a:r>
            <a:r>
              <a:rPr lang="en-US" altLang="zh-CN" sz="2000" dirty="0">
                <a:solidFill>
                  <a:srgbClr val="4C6062"/>
                </a:solidFill>
                <a:ea typeface="微软雅黑" panose="020B0503020204020204" pitchFamily="34" charset="-122"/>
              </a:rPr>
              <a:t>LiteOS </a:t>
            </a:r>
            <a:r>
              <a:rPr lang="zh-CN" altLang="en-US" sz="2000" dirty="0">
                <a:solidFill>
                  <a:srgbClr val="4C6062"/>
                </a:solidFill>
                <a:ea typeface="微软雅黑" panose="020B0503020204020204" pitchFamily="34" charset="-122"/>
              </a:rPr>
              <a:t>创建任务的基本参数及其作用，如任务栈、任务控制块等。</a:t>
            </a:r>
          </a:p>
        </p:txBody>
      </p:sp>
      <p:sp>
        <p:nvSpPr>
          <p:cNvPr id="311" name="文本框 335"/>
          <p:cNvSpPr txBox="1"/>
          <p:nvPr/>
        </p:nvSpPr>
        <p:spPr>
          <a:xfrm>
            <a:off x="3555921" y="3173405"/>
            <a:ext cx="4341139" cy="461297"/>
          </a:xfrm>
          <a:prstGeom prst="rect">
            <a:avLst/>
          </a:prstGeom>
          <a:noFill/>
        </p:spPr>
        <p:txBody>
          <a:bodyPr wrap="square" rtlCol="0">
            <a:spAutoFit/>
          </a:bodyPr>
          <a:lstStyle/>
          <a:p>
            <a:pPr>
              <a:lnSpc>
                <a:spcPct val="120000"/>
              </a:lnSpc>
            </a:pPr>
            <a:r>
              <a:rPr lang="zh-CN" altLang="en-US" sz="2000" dirty="0">
                <a:solidFill>
                  <a:srgbClr val="4C6062"/>
                </a:solidFill>
                <a:ea typeface="微软雅黑" panose="020B0503020204020204" pitchFamily="34" charset="-122"/>
              </a:rPr>
              <a:t>了解 </a:t>
            </a:r>
            <a:r>
              <a:rPr lang="en-US" altLang="zh-CN" sz="2000" dirty="0">
                <a:solidFill>
                  <a:srgbClr val="4C6062"/>
                </a:solidFill>
                <a:ea typeface="微软雅黑" panose="020B0503020204020204" pitchFamily="34" charset="-122"/>
              </a:rPr>
              <a:t>LiteOS </a:t>
            </a:r>
            <a:r>
              <a:rPr lang="zh-CN" altLang="en-US" sz="2000" dirty="0">
                <a:solidFill>
                  <a:srgbClr val="4C6062"/>
                </a:solidFill>
                <a:ea typeface="微软雅黑" panose="020B0503020204020204" pitchFamily="34" charset="-122"/>
              </a:rPr>
              <a:t>的启动流程。</a:t>
            </a:r>
          </a:p>
        </p:txBody>
      </p:sp>
      <p:sp>
        <p:nvSpPr>
          <p:cNvPr id="25" name="Freeform 706"/>
          <p:cNvSpPr>
            <a:spLocks/>
          </p:cNvSpPr>
          <p:nvPr/>
        </p:nvSpPr>
        <p:spPr bwMode="auto">
          <a:xfrm>
            <a:off x="2925511" y="4026967"/>
            <a:ext cx="181877" cy="582310"/>
          </a:xfrm>
          <a:custGeom>
            <a:avLst/>
            <a:gdLst>
              <a:gd name="T0" fmla="*/ 187 w 187"/>
              <a:gd name="T1" fmla="*/ 61 h 103"/>
              <a:gd name="T2" fmla="*/ 145 w 187"/>
              <a:gd name="T3" fmla="*/ 103 h 103"/>
              <a:gd name="T4" fmla="*/ 43 w 187"/>
              <a:gd name="T5" fmla="*/ 103 h 103"/>
              <a:gd name="T6" fmla="*/ 0 w 187"/>
              <a:gd name="T7" fmla="*/ 61 h 103"/>
              <a:gd name="T8" fmla="*/ 0 w 187"/>
              <a:gd name="T9" fmla="*/ 43 h 103"/>
              <a:gd name="T10" fmla="*/ 43 w 187"/>
              <a:gd name="T11" fmla="*/ 0 h 103"/>
              <a:gd name="T12" fmla="*/ 145 w 187"/>
              <a:gd name="T13" fmla="*/ 0 h 103"/>
              <a:gd name="T14" fmla="*/ 187 w 187"/>
              <a:gd name="T15" fmla="*/ 43 h 103"/>
              <a:gd name="T16" fmla="*/ 187 w 187"/>
              <a:gd name="T17" fmla="*/ 61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7" h="103">
                <a:moveTo>
                  <a:pt x="187" y="61"/>
                </a:moveTo>
                <a:cubicBezTo>
                  <a:pt x="187" y="84"/>
                  <a:pt x="168" y="103"/>
                  <a:pt x="145" y="103"/>
                </a:cubicBezTo>
                <a:cubicBezTo>
                  <a:pt x="43" y="103"/>
                  <a:pt x="43" y="103"/>
                  <a:pt x="43" y="103"/>
                </a:cubicBezTo>
                <a:cubicBezTo>
                  <a:pt x="20" y="103"/>
                  <a:pt x="0" y="84"/>
                  <a:pt x="0" y="61"/>
                </a:cubicBezTo>
                <a:cubicBezTo>
                  <a:pt x="0" y="43"/>
                  <a:pt x="0" y="43"/>
                  <a:pt x="0" y="43"/>
                </a:cubicBezTo>
                <a:cubicBezTo>
                  <a:pt x="0" y="19"/>
                  <a:pt x="20" y="0"/>
                  <a:pt x="43" y="0"/>
                </a:cubicBezTo>
                <a:cubicBezTo>
                  <a:pt x="145" y="0"/>
                  <a:pt x="145" y="0"/>
                  <a:pt x="145" y="0"/>
                </a:cubicBezTo>
                <a:cubicBezTo>
                  <a:pt x="168" y="0"/>
                  <a:pt x="187" y="19"/>
                  <a:pt x="187" y="43"/>
                </a:cubicBezTo>
                <a:lnTo>
                  <a:pt x="187" y="61"/>
                </a:lnTo>
                <a:close/>
              </a:path>
            </a:pathLst>
          </a:custGeom>
          <a:solidFill>
            <a:srgbClr val="F83003"/>
          </a:solidFill>
          <a:ln>
            <a:noFill/>
          </a:ln>
        </p:spPr>
        <p:txBody>
          <a:bodyPr vert="horz" wrap="square" lIns="91392" tIns="45696" rIns="91392" bIns="45696" numCol="1" anchor="t" anchorCtr="0" compatLnSpc="1">
            <a:prstTxWarp prst="textNoShape">
              <a:avLst/>
            </a:prstTxWarp>
          </a:bodyPr>
          <a:lstStyle/>
          <a:p>
            <a:endParaRPr lang="zh-CN" altLang="en-US" sz="2000"/>
          </a:p>
        </p:txBody>
      </p:sp>
      <p:sp>
        <p:nvSpPr>
          <p:cNvPr id="26" name="Freeform 707"/>
          <p:cNvSpPr>
            <a:spLocks/>
          </p:cNvSpPr>
          <p:nvPr/>
        </p:nvSpPr>
        <p:spPr bwMode="auto">
          <a:xfrm>
            <a:off x="2925511" y="4884748"/>
            <a:ext cx="181877" cy="582310"/>
          </a:xfrm>
          <a:custGeom>
            <a:avLst/>
            <a:gdLst>
              <a:gd name="T0" fmla="*/ 187 w 187"/>
              <a:gd name="T1" fmla="*/ 61 h 103"/>
              <a:gd name="T2" fmla="*/ 145 w 187"/>
              <a:gd name="T3" fmla="*/ 103 h 103"/>
              <a:gd name="T4" fmla="*/ 43 w 187"/>
              <a:gd name="T5" fmla="*/ 103 h 103"/>
              <a:gd name="T6" fmla="*/ 0 w 187"/>
              <a:gd name="T7" fmla="*/ 61 h 103"/>
              <a:gd name="T8" fmla="*/ 0 w 187"/>
              <a:gd name="T9" fmla="*/ 43 h 103"/>
              <a:gd name="T10" fmla="*/ 43 w 187"/>
              <a:gd name="T11" fmla="*/ 0 h 103"/>
              <a:gd name="T12" fmla="*/ 145 w 187"/>
              <a:gd name="T13" fmla="*/ 0 h 103"/>
              <a:gd name="T14" fmla="*/ 187 w 187"/>
              <a:gd name="T15" fmla="*/ 43 h 103"/>
              <a:gd name="T16" fmla="*/ 187 w 187"/>
              <a:gd name="T17" fmla="*/ 61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7" h="103">
                <a:moveTo>
                  <a:pt x="187" y="61"/>
                </a:moveTo>
                <a:cubicBezTo>
                  <a:pt x="187" y="84"/>
                  <a:pt x="168" y="103"/>
                  <a:pt x="145" y="103"/>
                </a:cubicBezTo>
                <a:cubicBezTo>
                  <a:pt x="43" y="103"/>
                  <a:pt x="43" y="103"/>
                  <a:pt x="43" y="103"/>
                </a:cubicBezTo>
                <a:cubicBezTo>
                  <a:pt x="20" y="103"/>
                  <a:pt x="0" y="84"/>
                  <a:pt x="0" y="61"/>
                </a:cubicBezTo>
                <a:cubicBezTo>
                  <a:pt x="0" y="43"/>
                  <a:pt x="0" y="43"/>
                  <a:pt x="0" y="43"/>
                </a:cubicBezTo>
                <a:cubicBezTo>
                  <a:pt x="0" y="19"/>
                  <a:pt x="20" y="0"/>
                  <a:pt x="43" y="0"/>
                </a:cubicBezTo>
                <a:cubicBezTo>
                  <a:pt x="145" y="0"/>
                  <a:pt x="145" y="0"/>
                  <a:pt x="145" y="0"/>
                </a:cubicBezTo>
                <a:cubicBezTo>
                  <a:pt x="168" y="0"/>
                  <a:pt x="187" y="19"/>
                  <a:pt x="187" y="43"/>
                </a:cubicBezTo>
                <a:lnTo>
                  <a:pt x="187" y="61"/>
                </a:lnTo>
                <a:close/>
              </a:path>
            </a:pathLst>
          </a:custGeom>
          <a:solidFill>
            <a:srgbClr val="EBAC07"/>
          </a:solidFill>
          <a:ln>
            <a:noFill/>
          </a:ln>
        </p:spPr>
        <p:txBody>
          <a:bodyPr vert="horz" wrap="square" lIns="91392" tIns="45696" rIns="91392" bIns="45696" numCol="1" anchor="t" anchorCtr="0" compatLnSpc="1">
            <a:prstTxWarp prst="textNoShape">
              <a:avLst/>
            </a:prstTxWarp>
          </a:bodyPr>
          <a:lstStyle/>
          <a:p>
            <a:endParaRPr lang="zh-CN" altLang="en-US" sz="2000"/>
          </a:p>
        </p:txBody>
      </p:sp>
      <p:sp>
        <p:nvSpPr>
          <p:cNvPr id="27" name="文本框 335"/>
          <p:cNvSpPr txBox="1"/>
          <p:nvPr/>
        </p:nvSpPr>
        <p:spPr>
          <a:xfrm>
            <a:off x="3555921" y="4096172"/>
            <a:ext cx="4645780" cy="461297"/>
          </a:xfrm>
          <a:prstGeom prst="rect">
            <a:avLst/>
          </a:prstGeom>
          <a:noFill/>
        </p:spPr>
        <p:txBody>
          <a:bodyPr wrap="square" rtlCol="0">
            <a:spAutoFit/>
          </a:bodyPr>
          <a:lstStyle/>
          <a:p>
            <a:pPr>
              <a:lnSpc>
                <a:spcPct val="120000"/>
              </a:lnSpc>
            </a:pPr>
            <a:r>
              <a:rPr lang="zh-CN" altLang="en-US" sz="2000" dirty="0">
                <a:solidFill>
                  <a:srgbClr val="4C6062"/>
                </a:solidFill>
                <a:ea typeface="微软雅黑" panose="020B0503020204020204" pitchFamily="34" charset="-122"/>
              </a:rPr>
              <a:t>掌握 </a:t>
            </a:r>
            <a:r>
              <a:rPr lang="en-US" altLang="zh-CN" sz="2000" dirty="0">
                <a:solidFill>
                  <a:srgbClr val="4C6062"/>
                </a:solidFill>
                <a:ea typeface="微软雅黑" panose="020B0503020204020204" pitchFamily="34" charset="-122"/>
              </a:rPr>
              <a:t>LiteOS </a:t>
            </a:r>
            <a:r>
              <a:rPr lang="zh-CN" altLang="en-US" sz="2000" dirty="0">
                <a:solidFill>
                  <a:srgbClr val="4C6062"/>
                </a:solidFill>
                <a:ea typeface="微软雅黑" panose="020B0503020204020204" pitchFamily="34" charset="-122"/>
              </a:rPr>
              <a:t>创建任务的过程。</a:t>
            </a:r>
          </a:p>
        </p:txBody>
      </p:sp>
      <p:sp>
        <p:nvSpPr>
          <p:cNvPr id="28" name="文本框 335"/>
          <p:cNvSpPr txBox="1"/>
          <p:nvPr/>
        </p:nvSpPr>
        <p:spPr>
          <a:xfrm>
            <a:off x="3555921" y="4960747"/>
            <a:ext cx="4645780" cy="461297"/>
          </a:xfrm>
          <a:prstGeom prst="rect">
            <a:avLst/>
          </a:prstGeom>
          <a:noFill/>
        </p:spPr>
        <p:txBody>
          <a:bodyPr wrap="square" rtlCol="0">
            <a:spAutoFit/>
          </a:bodyPr>
          <a:lstStyle/>
          <a:p>
            <a:pPr>
              <a:lnSpc>
                <a:spcPct val="120000"/>
              </a:lnSpc>
            </a:pPr>
            <a:r>
              <a:rPr lang="zh-CN" altLang="en-US" sz="2000" dirty="0">
                <a:solidFill>
                  <a:srgbClr val="4C6062"/>
                </a:solidFill>
                <a:ea typeface="微软雅黑" panose="020B0503020204020204" pitchFamily="34" charset="-122"/>
              </a:rPr>
              <a:t>学会使用 </a:t>
            </a:r>
            <a:r>
              <a:rPr lang="en-US" altLang="zh-CN" sz="2000" dirty="0">
                <a:solidFill>
                  <a:srgbClr val="4C6062"/>
                </a:solidFill>
                <a:ea typeface="微软雅黑" panose="020B0503020204020204" pitchFamily="34" charset="-122"/>
              </a:rPr>
              <a:t>LiteOS </a:t>
            </a:r>
            <a:r>
              <a:rPr lang="zh-CN" altLang="en-US" sz="2000" dirty="0">
                <a:solidFill>
                  <a:srgbClr val="4C6062"/>
                </a:solidFill>
                <a:ea typeface="微软雅黑" panose="020B0503020204020204" pitchFamily="34" charset="-122"/>
              </a:rPr>
              <a:t>创建任务函数。</a:t>
            </a:r>
          </a:p>
        </p:txBody>
      </p:sp>
      <p:sp>
        <p:nvSpPr>
          <p:cNvPr id="29" name="矩形 28">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zh-CN" altLang="en-US" sz="2800" b="1" dirty="0" smtClean="0">
                <a:cs typeface="+mn-ea"/>
                <a:sym typeface="+mn-lt"/>
              </a:rPr>
              <a:t>学习目标</a:t>
            </a:r>
            <a:endParaRPr lang="zh-CN" altLang="en-US" sz="2800" b="1" dirty="0">
              <a:solidFill>
                <a:schemeClr val="bg1"/>
              </a:solidFill>
              <a:cs typeface="+mn-ea"/>
              <a:sym typeface="+mn-lt"/>
            </a:endParaRPr>
          </a:p>
        </p:txBody>
      </p:sp>
      <p:sp>
        <p:nvSpPr>
          <p:cNvPr id="30"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Tree>
    <p:extLst>
      <p:ext uri="{BB962C8B-B14F-4D97-AF65-F5344CB8AC3E}">
        <p14:creationId xmlns:p14="http://schemas.microsoft.com/office/powerpoint/2010/main" val="71253421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矩形 28"/>
          <p:cNvSpPr/>
          <p:nvPr/>
        </p:nvSpPr>
        <p:spPr>
          <a:xfrm>
            <a:off x="4953596" y="2032404"/>
            <a:ext cx="2612500" cy="369161"/>
          </a:xfrm>
          <a:prstGeom prst="rect">
            <a:avLst/>
          </a:prstGeom>
          <a:solidFill>
            <a:srgbClr val="92D05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7" name="TextBox 1"/>
          <p:cNvSpPr txBox="1"/>
          <p:nvPr/>
        </p:nvSpPr>
        <p:spPr>
          <a:xfrm>
            <a:off x="5130800" y="2777255"/>
            <a:ext cx="1634212" cy="369161"/>
          </a:xfrm>
          <a:prstGeom prst="rect">
            <a:avLst/>
          </a:prstGeom>
          <a:noFill/>
        </p:spPr>
        <p:txBody>
          <a:bodyPr wrap="none" lIns="0" tIns="0" rIns="0" bIns="60949" rtlCol="0">
            <a:spAutoFit/>
          </a:bodyPr>
          <a:lstStyle/>
          <a:p>
            <a:pPr>
              <a:lnSpc>
                <a:spcPts val="2400"/>
              </a:lnSpc>
            </a:pPr>
            <a:r>
              <a:rPr lang="en-US" altLang="zh-CN" sz="1899" dirty="0">
                <a:solidFill>
                  <a:srgbClr val="656D8D"/>
                </a:solidFill>
                <a:latin typeface="Microsoft YaHei UI" pitchFamily="18" charset="0"/>
                <a:cs typeface="Microsoft YaHei UI" pitchFamily="18" charset="0"/>
              </a:rPr>
              <a:t>3.2 </a:t>
            </a:r>
            <a:r>
              <a:rPr lang="zh-CN" altLang="en-US" sz="1899" dirty="0">
                <a:solidFill>
                  <a:srgbClr val="656D8D"/>
                </a:solidFill>
                <a:latin typeface="Microsoft YaHei UI" pitchFamily="18" charset="0"/>
                <a:cs typeface="Microsoft YaHei UI" pitchFamily="18" charset="0"/>
              </a:rPr>
              <a:t>创建单任务</a:t>
            </a:r>
          </a:p>
        </p:txBody>
      </p:sp>
      <p:sp>
        <p:nvSpPr>
          <p:cNvPr id="18" name="TextBox 1"/>
          <p:cNvSpPr txBox="1"/>
          <p:nvPr/>
        </p:nvSpPr>
        <p:spPr>
          <a:xfrm>
            <a:off x="5130800" y="2069755"/>
            <a:ext cx="1634212" cy="369161"/>
          </a:xfrm>
          <a:prstGeom prst="rect">
            <a:avLst/>
          </a:prstGeom>
          <a:noFill/>
        </p:spPr>
        <p:txBody>
          <a:bodyPr wrap="none" lIns="0" tIns="0" rIns="0" bIns="60949" rtlCol="0">
            <a:spAutoFit/>
          </a:bodyPr>
          <a:lstStyle/>
          <a:p>
            <a:pPr>
              <a:lnSpc>
                <a:spcPts val="2400"/>
              </a:lnSpc>
            </a:pPr>
            <a:r>
              <a:rPr lang="en-US" altLang="zh-CN" sz="1899" dirty="0">
                <a:solidFill>
                  <a:schemeClr val="bg1"/>
                </a:solidFill>
                <a:latin typeface="Microsoft YaHei UI" pitchFamily="18" charset="0"/>
                <a:cs typeface="Microsoft YaHei UI" pitchFamily="18" charset="0"/>
              </a:rPr>
              <a:t>3.1 </a:t>
            </a:r>
            <a:r>
              <a:rPr lang="zh-CN" altLang="en-US" sz="1899" dirty="0">
                <a:solidFill>
                  <a:schemeClr val="bg1"/>
                </a:solidFill>
                <a:latin typeface="Microsoft YaHei UI" pitchFamily="18" charset="0"/>
                <a:cs typeface="Microsoft YaHei UI" pitchFamily="18" charset="0"/>
              </a:rPr>
              <a:t>硬件初始化</a:t>
            </a:r>
          </a:p>
        </p:txBody>
      </p:sp>
      <p:sp>
        <p:nvSpPr>
          <p:cNvPr id="47" name="TextBox 1"/>
          <p:cNvSpPr txBox="1"/>
          <p:nvPr/>
        </p:nvSpPr>
        <p:spPr>
          <a:xfrm>
            <a:off x="5130800" y="3534098"/>
            <a:ext cx="2707665" cy="369161"/>
          </a:xfrm>
          <a:prstGeom prst="rect">
            <a:avLst/>
          </a:prstGeom>
          <a:noFill/>
        </p:spPr>
        <p:txBody>
          <a:bodyPr wrap="none" lIns="0" tIns="0" rIns="0" bIns="60949" rtlCol="0">
            <a:spAutoFit/>
          </a:bodyPr>
          <a:lstStyle/>
          <a:p>
            <a:pPr>
              <a:lnSpc>
                <a:spcPts val="2400"/>
              </a:lnSpc>
            </a:pPr>
            <a:r>
              <a:rPr lang="en-US" altLang="zh-CN" sz="1899" dirty="0">
                <a:solidFill>
                  <a:srgbClr val="656D8D"/>
                </a:solidFill>
                <a:latin typeface="Microsoft YaHei UI" pitchFamily="18" charset="0"/>
                <a:cs typeface="Microsoft YaHei UI" pitchFamily="18" charset="0"/>
              </a:rPr>
              <a:t>3.3 </a:t>
            </a:r>
            <a:r>
              <a:rPr lang="en-US" altLang="zh-CN" sz="1899" dirty="0" err="1">
                <a:solidFill>
                  <a:srgbClr val="656D8D"/>
                </a:solidFill>
                <a:latin typeface="Microsoft YaHei UI" pitchFamily="18" charset="0"/>
                <a:cs typeface="Microsoft YaHei UI" pitchFamily="18" charset="0"/>
              </a:rPr>
              <a:t>main.c</a:t>
            </a:r>
            <a:r>
              <a:rPr lang="en-US" altLang="zh-CN" sz="1899" dirty="0">
                <a:solidFill>
                  <a:srgbClr val="656D8D"/>
                </a:solidFill>
                <a:latin typeface="Microsoft YaHei UI" pitchFamily="18" charset="0"/>
                <a:cs typeface="Microsoft YaHei UI" pitchFamily="18" charset="0"/>
              </a:rPr>
              <a:t> </a:t>
            </a:r>
            <a:r>
              <a:rPr lang="zh-CN" altLang="en-US" sz="1899" dirty="0">
                <a:solidFill>
                  <a:srgbClr val="656D8D"/>
                </a:solidFill>
                <a:latin typeface="Microsoft YaHei UI" pitchFamily="18" charset="0"/>
                <a:cs typeface="Microsoft YaHei UI" pitchFamily="18" charset="0"/>
              </a:rPr>
              <a:t>文件内容全貌</a:t>
            </a:r>
          </a:p>
        </p:txBody>
      </p:sp>
      <p:sp>
        <p:nvSpPr>
          <p:cNvPr id="48" name="TextBox 1"/>
          <p:cNvSpPr txBox="1"/>
          <p:nvPr/>
        </p:nvSpPr>
        <p:spPr>
          <a:xfrm>
            <a:off x="5130800" y="4265041"/>
            <a:ext cx="1634212" cy="369161"/>
          </a:xfrm>
          <a:prstGeom prst="rect">
            <a:avLst/>
          </a:prstGeom>
          <a:noFill/>
        </p:spPr>
        <p:txBody>
          <a:bodyPr wrap="none" lIns="0" tIns="0" rIns="0" bIns="60949" rtlCol="0">
            <a:spAutoFit/>
          </a:bodyPr>
          <a:lstStyle/>
          <a:p>
            <a:pPr>
              <a:lnSpc>
                <a:spcPts val="2400"/>
              </a:lnSpc>
            </a:pPr>
            <a:r>
              <a:rPr lang="en-US" altLang="zh-CN" sz="1899" dirty="0">
                <a:solidFill>
                  <a:srgbClr val="656D8D"/>
                </a:solidFill>
                <a:latin typeface="Microsoft YaHei UI" pitchFamily="18" charset="0"/>
                <a:cs typeface="Microsoft YaHei UI" pitchFamily="18" charset="0"/>
              </a:rPr>
              <a:t>3.4 </a:t>
            </a:r>
            <a:r>
              <a:rPr lang="zh-CN" altLang="en-US" sz="1899" dirty="0">
                <a:solidFill>
                  <a:srgbClr val="656D8D"/>
                </a:solidFill>
                <a:latin typeface="Microsoft YaHei UI" pitchFamily="18" charset="0"/>
                <a:cs typeface="Microsoft YaHei UI" pitchFamily="18" charset="0"/>
              </a:rPr>
              <a:t>创建多任务</a:t>
            </a:r>
          </a:p>
        </p:txBody>
      </p:sp>
      <p:sp>
        <p:nvSpPr>
          <p:cNvPr id="51" name="Freeform 3"/>
          <p:cNvSpPr/>
          <p:nvPr/>
        </p:nvSpPr>
        <p:spPr>
          <a:xfrm>
            <a:off x="4697645" y="1643049"/>
            <a:ext cx="79587" cy="3603417"/>
          </a:xfrm>
          <a:custGeom>
            <a:avLst/>
            <a:gdLst>
              <a:gd name="connsiteX0" fmla="*/ 6350 w 21844"/>
              <a:gd name="connsiteY0" fmla="*/ 6350 h 879855"/>
              <a:gd name="connsiteX1" fmla="*/ 6350 w 21844"/>
              <a:gd name="connsiteY1" fmla="*/ 873506 h 879855"/>
            </a:gdLst>
            <a:ahLst/>
            <a:cxnLst>
              <a:cxn ang="0">
                <a:pos x="connsiteX0" y="connsiteY0"/>
              </a:cxn>
              <a:cxn ang="1">
                <a:pos x="connsiteX1" y="connsiteY1"/>
              </a:cxn>
            </a:cxnLst>
            <a:rect l="l" t="t" r="r" b="b"/>
            <a:pathLst>
              <a:path w="21844" h="879855">
                <a:moveTo>
                  <a:pt x="6350" y="6350"/>
                </a:moveTo>
                <a:lnTo>
                  <a:pt x="6350" y="873506"/>
                </a:lnTo>
              </a:path>
            </a:pathLst>
          </a:custGeom>
          <a:ln w="12700">
            <a:solidFill>
              <a:srgbClr val="A4B3D8"/>
            </a:solidFill>
            <a:prstDash val="solid"/>
          </a:ln>
        </p:spPr>
        <p:style>
          <a:lnRef idx="1">
            <a:schemeClr val="accent1"/>
          </a:lnRef>
          <a:fillRef idx="0">
            <a:schemeClr val="accent1"/>
          </a:fillRef>
          <a:effectRef idx="0">
            <a:schemeClr val="accent1"/>
          </a:effectRef>
          <a:fontRef idx="minor">
            <a:schemeClr val="tx1"/>
          </a:fontRef>
        </p:style>
        <p:txBody>
          <a:bodyPr lIns="121900" tIns="60949" rIns="121900" bIns="60949" rtlCol="0" anchor="ctr"/>
          <a:lstStyle/>
          <a:p>
            <a:pPr algn="ctr"/>
            <a:endParaRPr lang="zh-CN" altLang="en-US" sz="1799"/>
          </a:p>
        </p:txBody>
      </p:sp>
      <p:sp>
        <p:nvSpPr>
          <p:cNvPr id="52" name="Freeform 3"/>
          <p:cNvSpPr/>
          <p:nvPr/>
        </p:nvSpPr>
        <p:spPr>
          <a:xfrm>
            <a:off x="4634992" y="2158352"/>
            <a:ext cx="142240" cy="142198"/>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00" tIns="60949" rIns="121900" bIns="60949" rtlCol="0" anchor="ctr"/>
          <a:lstStyle/>
          <a:p>
            <a:pPr algn="ctr"/>
            <a:endParaRPr lang="zh-CN" altLang="en-US" sz="1799"/>
          </a:p>
        </p:txBody>
      </p:sp>
      <p:sp>
        <p:nvSpPr>
          <p:cNvPr id="7" name="Freeform 3"/>
          <p:cNvSpPr/>
          <p:nvPr/>
        </p:nvSpPr>
        <p:spPr>
          <a:xfrm>
            <a:off x="4634992" y="2886542"/>
            <a:ext cx="142240" cy="142198"/>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00" tIns="60949" rIns="121900" bIns="60949" rtlCol="0" anchor="ctr"/>
          <a:lstStyle/>
          <a:p>
            <a:pPr algn="ctr"/>
            <a:endParaRPr lang="zh-CN" altLang="en-US" sz="1799"/>
          </a:p>
        </p:txBody>
      </p:sp>
      <p:sp>
        <p:nvSpPr>
          <p:cNvPr id="53" name="Freeform 3"/>
          <p:cNvSpPr/>
          <p:nvPr/>
        </p:nvSpPr>
        <p:spPr>
          <a:xfrm>
            <a:off x="4634992" y="3614733"/>
            <a:ext cx="142240" cy="142198"/>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00" tIns="60949" rIns="121900" bIns="60949" rtlCol="0" anchor="ctr"/>
          <a:lstStyle/>
          <a:p>
            <a:pPr algn="ctr"/>
            <a:endParaRPr lang="zh-CN" altLang="en-US" sz="1799"/>
          </a:p>
        </p:txBody>
      </p:sp>
      <p:sp>
        <p:nvSpPr>
          <p:cNvPr id="54" name="Freeform 3"/>
          <p:cNvSpPr/>
          <p:nvPr/>
        </p:nvSpPr>
        <p:spPr>
          <a:xfrm>
            <a:off x="4634992" y="4342924"/>
            <a:ext cx="142240" cy="142198"/>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00" tIns="60949" rIns="121900" bIns="60949" rtlCol="0" anchor="ctr"/>
          <a:lstStyle/>
          <a:p>
            <a:pPr algn="ctr"/>
            <a:endParaRPr lang="zh-CN" altLang="en-US" sz="1799"/>
          </a:p>
        </p:txBody>
      </p:sp>
      <p:sp>
        <p:nvSpPr>
          <p:cNvPr id="12" name="TextBox 1"/>
          <p:cNvSpPr txBox="1"/>
          <p:nvPr/>
        </p:nvSpPr>
        <p:spPr>
          <a:xfrm>
            <a:off x="5130800" y="4895763"/>
            <a:ext cx="2462085" cy="369161"/>
          </a:xfrm>
          <a:prstGeom prst="rect">
            <a:avLst/>
          </a:prstGeom>
          <a:noFill/>
        </p:spPr>
        <p:txBody>
          <a:bodyPr wrap="none" lIns="0" tIns="0" rIns="0" bIns="60949" rtlCol="0">
            <a:spAutoFit/>
          </a:bodyPr>
          <a:lstStyle/>
          <a:p>
            <a:pPr>
              <a:lnSpc>
                <a:spcPts val="2400"/>
              </a:lnSpc>
            </a:pPr>
            <a:r>
              <a:rPr lang="en-US" altLang="zh-CN" sz="1899" dirty="0">
                <a:solidFill>
                  <a:srgbClr val="656D8D"/>
                </a:solidFill>
                <a:latin typeface="Microsoft YaHei UI" pitchFamily="18" charset="0"/>
                <a:cs typeface="Microsoft YaHei UI" pitchFamily="18" charset="0"/>
              </a:rPr>
              <a:t>3.5 LiteOS </a:t>
            </a:r>
            <a:r>
              <a:rPr lang="zh-CN" altLang="en-US" sz="1899" dirty="0">
                <a:solidFill>
                  <a:srgbClr val="656D8D"/>
                </a:solidFill>
                <a:latin typeface="Microsoft YaHei UI" pitchFamily="18" charset="0"/>
                <a:cs typeface="Microsoft YaHei UI" pitchFamily="18" charset="0"/>
              </a:rPr>
              <a:t>的启动流程</a:t>
            </a:r>
          </a:p>
        </p:txBody>
      </p:sp>
      <p:sp>
        <p:nvSpPr>
          <p:cNvPr id="13" name="Freeform 3"/>
          <p:cNvSpPr/>
          <p:nvPr/>
        </p:nvSpPr>
        <p:spPr>
          <a:xfrm>
            <a:off x="4634992" y="4973646"/>
            <a:ext cx="142240" cy="142198"/>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00" tIns="60949" rIns="121900" bIns="60949" rtlCol="0" anchor="ctr"/>
          <a:lstStyle/>
          <a:p>
            <a:pPr algn="ctr"/>
            <a:endParaRPr lang="zh-CN" altLang="en-US" sz="1799"/>
          </a:p>
        </p:txBody>
      </p:sp>
      <p:sp>
        <p:nvSpPr>
          <p:cNvPr id="14" name="矩形 13">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zh-CN" altLang="en-US" sz="2800" b="1" dirty="0" smtClean="0">
                <a:cs typeface="+mn-ea"/>
                <a:sym typeface="+mn-lt"/>
              </a:rPr>
              <a:t>学习内容</a:t>
            </a:r>
            <a:endParaRPr lang="zh-CN" altLang="en-US" sz="2800" b="1" dirty="0">
              <a:solidFill>
                <a:schemeClr val="bg1"/>
              </a:solidFill>
              <a:cs typeface="+mn-ea"/>
              <a:sym typeface="+mn-lt"/>
            </a:endParaRPr>
          </a:p>
        </p:txBody>
      </p:sp>
      <p:sp>
        <p:nvSpPr>
          <p:cNvPr id="15"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Tree>
    <p:extLst>
      <p:ext uri="{BB962C8B-B14F-4D97-AF65-F5344CB8AC3E}">
        <p14:creationId xmlns:p14="http://schemas.microsoft.com/office/powerpoint/2010/main" val="214749595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31654" y="1979359"/>
            <a:ext cx="11652531" cy="42107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3" name="矩形 2"/>
          <p:cNvSpPr/>
          <p:nvPr/>
        </p:nvSpPr>
        <p:spPr>
          <a:xfrm>
            <a:off x="231654" y="1709221"/>
            <a:ext cx="11652531" cy="21050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8" name="矩形 17"/>
          <p:cNvSpPr/>
          <p:nvPr/>
        </p:nvSpPr>
        <p:spPr>
          <a:xfrm>
            <a:off x="231654" y="6616787"/>
            <a:ext cx="11652531" cy="11658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9" name="内容占位符 2"/>
          <p:cNvSpPr>
            <a:spLocks noGrp="1"/>
          </p:cNvSpPr>
          <p:nvPr>
            <p:ph idx="1"/>
          </p:nvPr>
        </p:nvSpPr>
        <p:spPr>
          <a:xfrm>
            <a:off x="383975" y="869951"/>
            <a:ext cx="11500210" cy="990084"/>
          </a:xfrm>
        </p:spPr>
        <p:txBody>
          <a:bodyPr>
            <a:normAutofit/>
          </a:bodyPr>
          <a:lstStyle/>
          <a:p>
            <a:pPr marL="0" indent="456971">
              <a:lnSpc>
                <a:spcPct val="135000"/>
              </a:lnSpc>
              <a:buClr>
                <a:schemeClr val="tx2">
                  <a:lumMod val="75000"/>
                </a:schemeClr>
              </a:buClr>
              <a:buNone/>
            </a:pPr>
            <a:r>
              <a:rPr lang="zh-CN" altLang="en-US" dirty="0" smtClean="0"/>
              <a:t>创建</a:t>
            </a:r>
            <a:r>
              <a:rPr lang="zh-CN" altLang="en-US" dirty="0"/>
              <a:t>的任务</a:t>
            </a:r>
            <a:r>
              <a:rPr lang="zh-CN" altLang="en-US" dirty="0" smtClean="0"/>
              <a:t>需要</a:t>
            </a:r>
            <a:r>
              <a:rPr lang="zh-CN" altLang="en-US" dirty="0"/>
              <a:t>用到</a:t>
            </a:r>
            <a:r>
              <a:rPr lang="zh-CN" altLang="en-US" dirty="0">
                <a:solidFill>
                  <a:srgbClr val="C00000"/>
                </a:solidFill>
              </a:rPr>
              <a:t>开发板搭载</a:t>
            </a:r>
            <a:r>
              <a:rPr lang="zh-CN" altLang="en-US" dirty="0" smtClean="0">
                <a:solidFill>
                  <a:srgbClr val="C00000"/>
                </a:solidFill>
              </a:rPr>
              <a:t>的硬件</a:t>
            </a:r>
            <a:r>
              <a:rPr lang="zh-CN" altLang="en-US" dirty="0" smtClean="0"/>
              <a:t>，</a:t>
            </a:r>
            <a:r>
              <a:rPr lang="zh-CN" altLang="en-US" dirty="0"/>
              <a:t>因此需要</a:t>
            </a:r>
            <a:r>
              <a:rPr lang="zh-CN" altLang="en-US" dirty="0" smtClean="0"/>
              <a:t>对硬件</a:t>
            </a:r>
            <a:r>
              <a:rPr lang="zh-CN" altLang="en-US" dirty="0"/>
              <a:t>部分进行初始化，具体</a:t>
            </a:r>
            <a:r>
              <a:rPr lang="zh-CN" altLang="en-US" dirty="0" smtClean="0"/>
              <a:t>处理</a:t>
            </a:r>
            <a:r>
              <a:rPr lang="zh-CN" altLang="en-US" dirty="0"/>
              <a:t>是在 </a:t>
            </a:r>
            <a:r>
              <a:rPr lang="en-US" altLang="zh-CN" dirty="0" err="1"/>
              <a:t>main.c</a:t>
            </a:r>
            <a:r>
              <a:rPr lang="en-US" altLang="zh-CN" dirty="0"/>
              <a:t> </a:t>
            </a:r>
            <a:r>
              <a:rPr lang="zh-CN" altLang="en-US" dirty="0"/>
              <a:t>文件的 </a:t>
            </a:r>
            <a:r>
              <a:rPr lang="en-US" altLang="zh-CN" dirty="0" err="1">
                <a:solidFill>
                  <a:srgbClr val="C00000"/>
                </a:solidFill>
              </a:rPr>
              <a:t>BSP_Init</a:t>
            </a:r>
            <a:r>
              <a:rPr lang="en-US" altLang="zh-CN" dirty="0">
                <a:solidFill>
                  <a:srgbClr val="C00000"/>
                </a:solidFill>
              </a:rPr>
              <a:t> </a:t>
            </a:r>
            <a:r>
              <a:rPr lang="zh-CN" altLang="en-US" dirty="0">
                <a:solidFill>
                  <a:srgbClr val="C00000"/>
                </a:solidFill>
              </a:rPr>
              <a:t>函数</a:t>
            </a:r>
            <a:r>
              <a:rPr lang="zh-CN" altLang="en-US" dirty="0"/>
              <a:t>中</a:t>
            </a:r>
            <a:r>
              <a:rPr lang="zh-CN" altLang="en-US" dirty="0" smtClean="0"/>
              <a:t>对硬件进行</a:t>
            </a:r>
            <a:r>
              <a:rPr lang="zh-CN" altLang="en-US" dirty="0"/>
              <a:t>初始化，如代码</a:t>
            </a:r>
            <a:r>
              <a:rPr lang="zh-CN" altLang="en-US" dirty="0" smtClean="0"/>
              <a:t>清单所</a:t>
            </a:r>
            <a:r>
              <a:rPr lang="zh-CN" altLang="en-US" dirty="0"/>
              <a:t>示。</a:t>
            </a:r>
          </a:p>
        </p:txBody>
      </p:sp>
      <p:sp>
        <p:nvSpPr>
          <p:cNvPr id="20" name="内容占位符 2"/>
          <p:cNvSpPr>
            <a:spLocks noGrp="1"/>
          </p:cNvSpPr>
          <p:nvPr>
            <p:ph idx="1"/>
          </p:nvPr>
        </p:nvSpPr>
        <p:spPr>
          <a:xfrm>
            <a:off x="309401" y="1979359"/>
            <a:ext cx="6016667" cy="4694767"/>
          </a:xfrm>
        </p:spPr>
        <p:txBody>
          <a:bodyPr>
            <a:noAutofit/>
          </a:bodyPr>
          <a:lstStyle/>
          <a:p>
            <a:pPr marL="0" indent="456971">
              <a:lnSpc>
                <a:spcPct val="110000"/>
              </a:lnSpc>
              <a:spcBef>
                <a:spcPts val="0"/>
              </a:spcBef>
              <a:buClr>
                <a:schemeClr val="tx2">
                  <a:lumMod val="75000"/>
                </a:schemeClr>
              </a:buClr>
              <a:buNone/>
            </a:pPr>
            <a:r>
              <a:rPr lang="en-US" altLang="zh-CN" sz="1400" b="1" dirty="0"/>
              <a:t>1 /************************************************************ </a:t>
            </a:r>
          </a:p>
          <a:p>
            <a:pPr marL="0" indent="456971">
              <a:lnSpc>
                <a:spcPct val="110000"/>
              </a:lnSpc>
              <a:spcBef>
                <a:spcPts val="0"/>
              </a:spcBef>
              <a:buClr>
                <a:schemeClr val="tx2">
                  <a:lumMod val="75000"/>
                </a:schemeClr>
              </a:buClr>
              <a:buNone/>
            </a:pPr>
            <a:r>
              <a:rPr lang="en-US" altLang="zh-CN" sz="1400" b="1" dirty="0"/>
              <a:t> 2   * @ </a:t>
            </a:r>
            <a:r>
              <a:rPr lang="zh-CN" altLang="en-US" sz="1400" b="1" dirty="0"/>
              <a:t>函数名  ： </a:t>
            </a:r>
            <a:r>
              <a:rPr lang="en-US" altLang="zh-CN" sz="1400" b="1" dirty="0" err="1"/>
              <a:t>BSP_Init</a:t>
            </a:r>
            <a:endParaRPr lang="en-US" altLang="zh-CN" sz="1400" b="1" dirty="0"/>
          </a:p>
          <a:p>
            <a:pPr marL="0" indent="456971">
              <a:lnSpc>
                <a:spcPct val="110000"/>
              </a:lnSpc>
              <a:spcBef>
                <a:spcPts val="0"/>
              </a:spcBef>
              <a:buClr>
                <a:schemeClr val="tx2">
                  <a:lumMod val="75000"/>
                </a:schemeClr>
              </a:buClr>
              <a:buNone/>
            </a:pPr>
            <a:r>
              <a:rPr lang="en-US" altLang="zh-CN" sz="1400" b="1" dirty="0"/>
              <a:t> 3   * @ </a:t>
            </a:r>
            <a:r>
              <a:rPr lang="zh-CN" altLang="en-US" sz="1400" b="1" dirty="0"/>
              <a:t>功能说明 ： 板级外设初始化，所有开发板上的初始化均可放在这个函数中</a:t>
            </a:r>
          </a:p>
          <a:p>
            <a:pPr marL="0" indent="456971">
              <a:lnSpc>
                <a:spcPct val="110000"/>
              </a:lnSpc>
              <a:spcBef>
                <a:spcPts val="0"/>
              </a:spcBef>
              <a:buClr>
                <a:schemeClr val="tx2">
                  <a:lumMod val="75000"/>
                </a:schemeClr>
              </a:buClr>
              <a:buNone/>
            </a:pPr>
            <a:r>
              <a:rPr lang="zh-CN" altLang="en-US" sz="1400" b="1" dirty="0"/>
              <a:t> </a:t>
            </a:r>
            <a:r>
              <a:rPr lang="en-US" altLang="zh-CN" sz="1400" b="1" dirty="0"/>
              <a:t>4   * @ </a:t>
            </a:r>
            <a:r>
              <a:rPr lang="zh-CN" altLang="en-US" sz="1400" b="1" dirty="0"/>
              <a:t>参数    ：</a:t>
            </a:r>
          </a:p>
          <a:p>
            <a:pPr marL="0" indent="456971">
              <a:lnSpc>
                <a:spcPct val="110000"/>
              </a:lnSpc>
              <a:spcBef>
                <a:spcPts val="0"/>
              </a:spcBef>
              <a:buClr>
                <a:schemeClr val="tx2">
                  <a:lumMod val="75000"/>
                </a:schemeClr>
              </a:buClr>
              <a:buNone/>
            </a:pPr>
            <a:r>
              <a:rPr lang="zh-CN" altLang="en-US" sz="1400" b="1" dirty="0"/>
              <a:t> </a:t>
            </a:r>
            <a:r>
              <a:rPr lang="en-US" altLang="zh-CN" sz="1400" b="1" dirty="0"/>
              <a:t>5   * @ </a:t>
            </a:r>
            <a:r>
              <a:rPr lang="zh-CN" altLang="en-US" sz="1400" b="1" dirty="0"/>
              <a:t>返回值  ： 无</a:t>
            </a:r>
          </a:p>
          <a:p>
            <a:pPr marL="0" indent="456971">
              <a:lnSpc>
                <a:spcPct val="110000"/>
              </a:lnSpc>
              <a:spcBef>
                <a:spcPts val="0"/>
              </a:spcBef>
              <a:buClr>
                <a:schemeClr val="tx2">
                  <a:lumMod val="75000"/>
                </a:schemeClr>
              </a:buClr>
              <a:buNone/>
            </a:pPr>
            <a:r>
              <a:rPr lang="zh-CN" altLang="en-US" sz="1400" b="1" dirty="0"/>
              <a:t> </a:t>
            </a:r>
            <a:r>
              <a:rPr lang="en-US" altLang="zh-CN" sz="1400" b="1" dirty="0"/>
              <a:t>6   ******************************************************** /</a:t>
            </a:r>
          </a:p>
          <a:p>
            <a:pPr marL="0" indent="456971">
              <a:lnSpc>
                <a:spcPct val="110000"/>
              </a:lnSpc>
              <a:spcBef>
                <a:spcPts val="0"/>
              </a:spcBef>
              <a:buClr>
                <a:schemeClr val="tx2">
                  <a:lumMod val="75000"/>
                </a:schemeClr>
              </a:buClr>
              <a:buNone/>
            </a:pPr>
            <a:r>
              <a:rPr lang="en-US" altLang="zh-CN" sz="1400" b="1" dirty="0"/>
              <a:t> 7 static void </a:t>
            </a:r>
            <a:r>
              <a:rPr lang="en-US" altLang="zh-CN" sz="1400" b="1" dirty="0" err="1"/>
              <a:t>BSP_Init</a:t>
            </a:r>
            <a:r>
              <a:rPr lang="en-US" altLang="zh-CN" sz="1400" b="1" dirty="0"/>
              <a:t>(void)</a:t>
            </a:r>
          </a:p>
          <a:p>
            <a:pPr marL="0" indent="456971">
              <a:lnSpc>
                <a:spcPct val="110000"/>
              </a:lnSpc>
              <a:spcBef>
                <a:spcPts val="0"/>
              </a:spcBef>
              <a:buClr>
                <a:schemeClr val="tx2">
                  <a:lumMod val="75000"/>
                </a:schemeClr>
              </a:buClr>
              <a:buNone/>
            </a:pPr>
            <a:r>
              <a:rPr lang="en-US" altLang="zh-CN" sz="1400" b="1" dirty="0"/>
              <a:t> 8 {</a:t>
            </a:r>
          </a:p>
          <a:p>
            <a:pPr marL="0" indent="456971">
              <a:lnSpc>
                <a:spcPct val="110000"/>
              </a:lnSpc>
              <a:spcBef>
                <a:spcPts val="0"/>
              </a:spcBef>
              <a:buClr>
                <a:schemeClr val="tx2">
                  <a:lumMod val="75000"/>
                </a:schemeClr>
              </a:buClr>
              <a:buNone/>
            </a:pPr>
            <a:r>
              <a:rPr lang="en-US" altLang="zh-CN" sz="1400" b="1" dirty="0"/>
              <a:t> 9     /*</a:t>
            </a:r>
          </a:p>
          <a:p>
            <a:pPr marL="0" indent="456971">
              <a:lnSpc>
                <a:spcPct val="110000"/>
              </a:lnSpc>
              <a:spcBef>
                <a:spcPts val="0"/>
              </a:spcBef>
              <a:buClr>
                <a:schemeClr val="tx2">
                  <a:lumMod val="75000"/>
                </a:schemeClr>
              </a:buClr>
              <a:buNone/>
            </a:pPr>
            <a:r>
              <a:rPr lang="en-US" altLang="zh-CN" sz="1400" b="1" dirty="0"/>
              <a:t>10      * STM32</a:t>
            </a:r>
            <a:r>
              <a:rPr lang="zh-CN" altLang="en-US" sz="1400" b="1" dirty="0"/>
              <a:t>中断优先级分组为</a:t>
            </a:r>
            <a:r>
              <a:rPr lang="en-US" altLang="zh-CN" sz="1400" b="1" dirty="0"/>
              <a:t>4</a:t>
            </a:r>
            <a:r>
              <a:rPr lang="zh-CN" altLang="en-US" sz="1400" b="1" dirty="0"/>
              <a:t>，即</a:t>
            </a:r>
            <a:r>
              <a:rPr lang="en-US" altLang="zh-CN" sz="1400" b="1" dirty="0"/>
              <a:t>4bit</a:t>
            </a:r>
            <a:r>
              <a:rPr lang="zh-CN" altLang="en-US" sz="1400" b="1" dirty="0"/>
              <a:t>都用来表示抢占优先级，范围为</a:t>
            </a:r>
            <a:r>
              <a:rPr lang="en-US" altLang="zh-CN" sz="1400" b="1" dirty="0"/>
              <a:t>0</a:t>
            </a:r>
            <a:r>
              <a:rPr lang="zh-CN" altLang="en-US" sz="1400" b="1" dirty="0"/>
              <a:t>～</a:t>
            </a:r>
            <a:r>
              <a:rPr lang="en-US" altLang="zh-CN" sz="1400" b="1" dirty="0"/>
              <a:t>15</a:t>
            </a:r>
          </a:p>
          <a:p>
            <a:pPr marL="0" indent="456971">
              <a:lnSpc>
                <a:spcPct val="110000"/>
              </a:lnSpc>
              <a:spcBef>
                <a:spcPts val="0"/>
              </a:spcBef>
              <a:buClr>
                <a:schemeClr val="tx2">
                  <a:lumMod val="75000"/>
                </a:schemeClr>
              </a:buClr>
              <a:buNone/>
            </a:pPr>
            <a:r>
              <a:rPr lang="en-US" altLang="zh-CN" sz="1400" b="1" dirty="0"/>
              <a:t>11      * </a:t>
            </a:r>
            <a:r>
              <a:rPr lang="zh-CN" altLang="en-US" sz="1400" b="1" dirty="0"/>
              <a:t>优先级分组只需要分组一次，以后如果有其他任务需要用到中断，</a:t>
            </a:r>
          </a:p>
          <a:p>
            <a:pPr marL="0" indent="456971">
              <a:lnSpc>
                <a:spcPct val="110000"/>
              </a:lnSpc>
              <a:spcBef>
                <a:spcPts val="0"/>
              </a:spcBef>
              <a:buClr>
                <a:schemeClr val="tx2">
                  <a:lumMod val="75000"/>
                </a:schemeClr>
              </a:buClr>
              <a:buNone/>
            </a:pPr>
            <a:r>
              <a:rPr lang="en-US" altLang="zh-CN" sz="1400" b="1" dirty="0"/>
              <a:t>12      * </a:t>
            </a:r>
            <a:r>
              <a:rPr lang="zh-CN" altLang="en-US" sz="1400" b="1" dirty="0"/>
              <a:t>则统一使用这个优先级分组，不要再分组，切记</a:t>
            </a:r>
          </a:p>
          <a:p>
            <a:pPr marL="0" indent="456971">
              <a:lnSpc>
                <a:spcPct val="110000"/>
              </a:lnSpc>
              <a:spcBef>
                <a:spcPts val="0"/>
              </a:spcBef>
              <a:buClr>
                <a:schemeClr val="tx2">
                  <a:lumMod val="75000"/>
                </a:schemeClr>
              </a:buClr>
              <a:buNone/>
            </a:pPr>
            <a:r>
              <a:rPr lang="en-US" altLang="zh-CN" sz="1400" b="1" dirty="0"/>
              <a:t>13      */</a:t>
            </a:r>
          </a:p>
        </p:txBody>
      </p:sp>
      <p:sp>
        <p:nvSpPr>
          <p:cNvPr id="22" name="内容占位符 2"/>
          <p:cNvSpPr>
            <a:spLocks noGrp="1"/>
          </p:cNvSpPr>
          <p:nvPr>
            <p:ph idx="1"/>
          </p:nvPr>
        </p:nvSpPr>
        <p:spPr>
          <a:xfrm>
            <a:off x="6326068" y="2060564"/>
            <a:ext cx="5480371" cy="3246286"/>
          </a:xfrm>
        </p:spPr>
        <p:txBody>
          <a:bodyPr vert="horz" lIns="91440" tIns="45720" rIns="91440" bIns="45720" rtlCol="0">
            <a:noAutofit/>
          </a:bodyPr>
          <a:lstStyle/>
          <a:p>
            <a:pPr marL="0" indent="456971">
              <a:lnSpc>
                <a:spcPct val="110000"/>
              </a:lnSpc>
              <a:spcBef>
                <a:spcPts val="0"/>
              </a:spcBef>
              <a:buClr>
                <a:schemeClr val="tx2">
                  <a:lumMod val="75000"/>
                </a:schemeClr>
              </a:buClr>
              <a:buNone/>
            </a:pPr>
            <a:r>
              <a:rPr lang="en-US" altLang="zh-CN" sz="1400" b="1" dirty="0"/>
              <a:t>14     </a:t>
            </a:r>
            <a:r>
              <a:rPr lang="en-US" altLang="zh-CN" sz="1400" b="1" dirty="0" err="1"/>
              <a:t>NVIC_PriorityGroupConfig</a:t>
            </a:r>
            <a:r>
              <a:rPr lang="en-US" altLang="zh-CN" sz="1400" b="1" dirty="0"/>
              <a:t>( NVIC_PriorityGroup_4 );</a:t>
            </a:r>
          </a:p>
          <a:p>
            <a:pPr marL="0" indent="456971">
              <a:lnSpc>
                <a:spcPct val="110000"/>
              </a:lnSpc>
              <a:spcBef>
                <a:spcPts val="0"/>
              </a:spcBef>
              <a:buClr>
                <a:schemeClr val="tx2">
                  <a:lumMod val="75000"/>
                </a:schemeClr>
              </a:buClr>
              <a:buNone/>
            </a:pPr>
            <a:r>
              <a:rPr lang="en-US" altLang="zh-CN" sz="1400" b="1" dirty="0"/>
              <a:t>15 </a:t>
            </a:r>
          </a:p>
          <a:p>
            <a:pPr marL="0" indent="456971">
              <a:lnSpc>
                <a:spcPct val="110000"/>
              </a:lnSpc>
              <a:spcBef>
                <a:spcPts val="0"/>
              </a:spcBef>
              <a:buClr>
                <a:schemeClr val="tx2">
                  <a:lumMod val="75000"/>
                </a:schemeClr>
              </a:buClr>
              <a:buNone/>
            </a:pPr>
            <a:r>
              <a:rPr lang="en-US" altLang="zh-CN" sz="1400" b="1" dirty="0"/>
              <a:t>16     /* LED </a:t>
            </a:r>
            <a:r>
              <a:rPr lang="zh-CN" altLang="en-US" sz="1400" b="1" dirty="0"/>
              <a:t>初始化 *</a:t>
            </a:r>
            <a:r>
              <a:rPr lang="en-US" altLang="zh-CN" sz="1400" b="1" dirty="0"/>
              <a:t>/</a:t>
            </a:r>
          </a:p>
          <a:p>
            <a:pPr marL="0" indent="456971">
              <a:lnSpc>
                <a:spcPct val="110000"/>
              </a:lnSpc>
              <a:spcBef>
                <a:spcPts val="0"/>
              </a:spcBef>
              <a:buClr>
                <a:schemeClr val="tx2">
                  <a:lumMod val="75000"/>
                </a:schemeClr>
              </a:buClr>
              <a:buNone/>
            </a:pPr>
            <a:r>
              <a:rPr lang="en-US" altLang="zh-CN" sz="1400" b="1" dirty="0"/>
              <a:t>17     </a:t>
            </a:r>
            <a:r>
              <a:rPr lang="en-US" altLang="zh-CN" sz="1400" b="1" dirty="0" err="1"/>
              <a:t>LED_GPIO_Config</a:t>
            </a:r>
            <a:r>
              <a:rPr lang="en-US" altLang="zh-CN" sz="1400" b="1" dirty="0"/>
              <a:t>();</a:t>
            </a:r>
          </a:p>
          <a:p>
            <a:pPr marL="0" indent="456971">
              <a:lnSpc>
                <a:spcPct val="110000"/>
              </a:lnSpc>
              <a:spcBef>
                <a:spcPts val="0"/>
              </a:spcBef>
              <a:buClr>
                <a:schemeClr val="tx2">
                  <a:lumMod val="75000"/>
                </a:schemeClr>
              </a:buClr>
              <a:buNone/>
            </a:pPr>
            <a:r>
              <a:rPr lang="en-US" altLang="zh-CN" sz="1400" b="1" dirty="0"/>
              <a:t>18 } </a:t>
            </a:r>
          </a:p>
        </p:txBody>
      </p:sp>
      <p:sp>
        <p:nvSpPr>
          <p:cNvPr id="113" name="内容占位符 2"/>
          <p:cNvSpPr>
            <a:spLocks noGrp="1"/>
          </p:cNvSpPr>
          <p:nvPr>
            <p:ph idx="1"/>
          </p:nvPr>
        </p:nvSpPr>
        <p:spPr>
          <a:xfrm>
            <a:off x="7009924" y="3825827"/>
            <a:ext cx="4569620" cy="2023920"/>
          </a:xfrm>
          <a:solidFill>
            <a:srgbClr val="3A4187"/>
          </a:solidFill>
        </p:spPr>
        <p:txBody>
          <a:bodyPr>
            <a:normAutofit fontScale="92500" lnSpcReduction="20000"/>
          </a:bodyPr>
          <a:lstStyle/>
          <a:p>
            <a:pPr marL="0" indent="456971">
              <a:lnSpc>
                <a:spcPct val="135000"/>
              </a:lnSpc>
              <a:buClr>
                <a:schemeClr val="tx2">
                  <a:lumMod val="75000"/>
                </a:schemeClr>
              </a:buClr>
              <a:buNone/>
            </a:pPr>
            <a:r>
              <a:rPr lang="en-US" altLang="zh-CN" b="1" dirty="0">
                <a:solidFill>
                  <a:schemeClr val="bg1"/>
                </a:solidFill>
              </a:rPr>
              <a:t>main</a:t>
            </a:r>
            <a:r>
              <a:rPr lang="zh-CN" altLang="en-US" b="1" dirty="0">
                <a:solidFill>
                  <a:schemeClr val="bg1"/>
                </a:solidFill>
              </a:rPr>
              <a:t>函数中调用了</a:t>
            </a:r>
            <a:r>
              <a:rPr lang="en-US" altLang="zh-CN" b="1" dirty="0" err="1">
                <a:solidFill>
                  <a:schemeClr val="bg1"/>
                </a:solidFill>
              </a:rPr>
              <a:t>BSP_Init</a:t>
            </a:r>
            <a:r>
              <a:rPr lang="zh-CN" altLang="en-US" b="1" dirty="0">
                <a:solidFill>
                  <a:schemeClr val="bg1"/>
                </a:solidFill>
              </a:rPr>
              <a:t>，当代码执行到</a:t>
            </a:r>
            <a:r>
              <a:rPr lang="en-US" altLang="zh-CN" b="1" dirty="0" err="1">
                <a:solidFill>
                  <a:schemeClr val="bg1"/>
                </a:solidFill>
              </a:rPr>
              <a:t>BSP_Init</a:t>
            </a:r>
            <a:r>
              <a:rPr lang="zh-CN" altLang="en-US" b="1" dirty="0">
                <a:solidFill>
                  <a:schemeClr val="bg1"/>
                </a:solidFill>
              </a:rPr>
              <a:t>函数时，操作系统的内容完全未涉及，即</a:t>
            </a:r>
            <a:r>
              <a:rPr lang="en-US" altLang="zh-CN" b="1" dirty="0" err="1">
                <a:solidFill>
                  <a:schemeClr val="bg1"/>
                </a:solidFill>
              </a:rPr>
              <a:t>BSP_Init</a:t>
            </a:r>
            <a:r>
              <a:rPr lang="zh-CN" altLang="en-US" b="1" dirty="0">
                <a:solidFill>
                  <a:schemeClr val="bg1"/>
                </a:solidFill>
              </a:rPr>
              <a:t>函数所做的处理与裸机工程中的硬件初始化是一样的。当执行完</a:t>
            </a:r>
            <a:r>
              <a:rPr lang="en-US" altLang="zh-CN" b="1" dirty="0" err="1">
                <a:solidFill>
                  <a:schemeClr val="bg1"/>
                </a:solidFill>
              </a:rPr>
              <a:t>BSP_Init</a:t>
            </a:r>
            <a:r>
              <a:rPr lang="zh-CN" altLang="en-US" b="1" dirty="0">
                <a:solidFill>
                  <a:schemeClr val="bg1"/>
                </a:solidFill>
              </a:rPr>
              <a:t>函数后，</a:t>
            </a:r>
            <a:r>
              <a:rPr lang="en-US" altLang="zh-CN" b="1" dirty="0">
                <a:solidFill>
                  <a:schemeClr val="bg1"/>
                </a:solidFill>
              </a:rPr>
              <a:t>CPU</a:t>
            </a:r>
            <a:r>
              <a:rPr lang="zh-CN" altLang="en-US" b="1" dirty="0">
                <a:solidFill>
                  <a:schemeClr val="bg1"/>
                </a:solidFill>
              </a:rPr>
              <a:t>才会启动操作系统去运行用户创建的任务。</a:t>
            </a:r>
          </a:p>
        </p:txBody>
      </p:sp>
      <p:sp>
        <p:nvSpPr>
          <p:cNvPr id="10" name="矩形 9">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smtClean="0">
                <a:cs typeface="+mn-ea"/>
                <a:sym typeface="+mn-lt"/>
              </a:rPr>
              <a:t>3.1</a:t>
            </a:r>
            <a:r>
              <a:rPr lang="zh-CN" altLang="en-US" sz="2800" b="1" dirty="0" smtClean="0">
                <a:cs typeface="+mn-ea"/>
                <a:sym typeface="+mn-lt"/>
              </a:rPr>
              <a:t>硬件初始化</a:t>
            </a:r>
            <a:endParaRPr lang="zh-CN" altLang="en-US" sz="2800" b="1" dirty="0">
              <a:solidFill>
                <a:schemeClr val="bg1"/>
              </a:solidFill>
              <a:cs typeface="+mn-ea"/>
              <a:sym typeface="+mn-lt"/>
            </a:endParaRPr>
          </a:p>
        </p:txBody>
      </p:sp>
      <p:sp>
        <p:nvSpPr>
          <p:cNvPr id="11"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Tree>
    <p:extLst>
      <p:ext uri="{BB962C8B-B14F-4D97-AF65-F5344CB8AC3E}">
        <p14:creationId xmlns:p14="http://schemas.microsoft.com/office/powerpoint/2010/main" val="65503418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31654" y="2287287"/>
            <a:ext cx="11652531" cy="418812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3" name="矩形 2"/>
          <p:cNvSpPr/>
          <p:nvPr/>
        </p:nvSpPr>
        <p:spPr>
          <a:xfrm>
            <a:off x="231654" y="1915716"/>
            <a:ext cx="11652531" cy="21050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8" name="矩形 17"/>
          <p:cNvSpPr/>
          <p:nvPr/>
        </p:nvSpPr>
        <p:spPr>
          <a:xfrm>
            <a:off x="231654" y="6475414"/>
            <a:ext cx="11652531" cy="11658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9" name="内容占位符 2"/>
          <p:cNvSpPr>
            <a:spLocks noGrp="1"/>
          </p:cNvSpPr>
          <p:nvPr>
            <p:ph idx="1"/>
          </p:nvPr>
        </p:nvSpPr>
        <p:spPr>
          <a:xfrm>
            <a:off x="383975" y="737870"/>
            <a:ext cx="11500210" cy="1016783"/>
          </a:xfrm>
        </p:spPr>
        <p:txBody>
          <a:bodyPr>
            <a:normAutofit/>
          </a:bodyPr>
          <a:lstStyle/>
          <a:p>
            <a:pPr marL="0" indent="456971">
              <a:lnSpc>
                <a:spcPct val="135000"/>
              </a:lnSpc>
              <a:buClr>
                <a:schemeClr val="tx2">
                  <a:lumMod val="75000"/>
                </a:schemeClr>
              </a:buClr>
              <a:buNone/>
            </a:pPr>
            <a:r>
              <a:rPr lang="zh-CN" altLang="en-US" dirty="0"/>
              <a:t>在硬件初始化完成后，立即测试硬件是否能正常工作，保证在尚未涉及操作系统的情况下，硬件是正常工作的，具体实现如代码</a:t>
            </a:r>
            <a:r>
              <a:rPr lang="zh-CN" altLang="en-US" dirty="0" smtClean="0"/>
              <a:t>清单所</a:t>
            </a:r>
            <a:r>
              <a:rPr lang="zh-CN" altLang="en-US" dirty="0"/>
              <a:t>示。</a:t>
            </a:r>
          </a:p>
        </p:txBody>
      </p:sp>
      <p:sp>
        <p:nvSpPr>
          <p:cNvPr id="20" name="内容占位符 2"/>
          <p:cNvSpPr>
            <a:spLocks noGrp="1"/>
          </p:cNvSpPr>
          <p:nvPr>
            <p:ph idx="1"/>
          </p:nvPr>
        </p:nvSpPr>
        <p:spPr>
          <a:xfrm>
            <a:off x="383975" y="2127658"/>
            <a:ext cx="6702109" cy="4218705"/>
          </a:xfrm>
        </p:spPr>
        <p:txBody>
          <a:bodyPr>
            <a:noAutofit/>
          </a:bodyPr>
          <a:lstStyle/>
          <a:p>
            <a:pPr marL="0" indent="456971">
              <a:lnSpc>
                <a:spcPct val="125000"/>
              </a:lnSpc>
              <a:spcBef>
                <a:spcPts val="0"/>
              </a:spcBef>
              <a:buClr>
                <a:schemeClr val="tx2">
                  <a:lumMod val="75000"/>
                </a:schemeClr>
              </a:buClr>
              <a:buNone/>
            </a:pPr>
            <a:r>
              <a:rPr lang="en-US" altLang="zh-CN" sz="1400" b="1" dirty="0"/>
              <a:t>/********************************************************************</a:t>
            </a:r>
          </a:p>
          <a:p>
            <a:pPr marL="0" indent="456971">
              <a:lnSpc>
                <a:spcPct val="125000"/>
              </a:lnSpc>
              <a:spcBef>
                <a:spcPts val="0"/>
              </a:spcBef>
              <a:buClr>
                <a:schemeClr val="tx2">
                  <a:lumMod val="75000"/>
                </a:schemeClr>
              </a:buClr>
              <a:buNone/>
            </a:pPr>
            <a:r>
              <a:rPr lang="en-US" altLang="zh-CN" sz="1400" b="1" dirty="0"/>
              <a:t> 2   * @brief  </a:t>
            </a:r>
            <a:r>
              <a:rPr lang="zh-CN" altLang="en-US" sz="1400" b="1" dirty="0"/>
              <a:t>主函数</a:t>
            </a:r>
          </a:p>
          <a:p>
            <a:pPr marL="0" indent="456971">
              <a:lnSpc>
                <a:spcPct val="125000"/>
              </a:lnSpc>
              <a:spcBef>
                <a:spcPts val="0"/>
              </a:spcBef>
              <a:buClr>
                <a:schemeClr val="tx2">
                  <a:lumMod val="75000"/>
                </a:schemeClr>
              </a:buClr>
              <a:buNone/>
            </a:pPr>
            <a:r>
              <a:rPr lang="zh-CN" altLang="en-US" sz="1400" b="1" dirty="0"/>
              <a:t> </a:t>
            </a:r>
            <a:r>
              <a:rPr lang="en-US" altLang="zh-CN" sz="1400" b="1" dirty="0"/>
              <a:t>3   * @</a:t>
            </a:r>
            <a:r>
              <a:rPr lang="en-US" altLang="zh-CN" sz="1400" b="1" dirty="0" err="1"/>
              <a:t>param</a:t>
            </a:r>
            <a:r>
              <a:rPr lang="en-US" altLang="zh-CN" sz="1400" b="1" dirty="0"/>
              <a:t>  </a:t>
            </a:r>
            <a:r>
              <a:rPr lang="zh-CN" altLang="en-US" sz="1400" b="1" dirty="0"/>
              <a:t>无</a:t>
            </a:r>
          </a:p>
          <a:p>
            <a:pPr marL="0" indent="456971">
              <a:lnSpc>
                <a:spcPct val="125000"/>
              </a:lnSpc>
              <a:spcBef>
                <a:spcPts val="0"/>
              </a:spcBef>
              <a:buClr>
                <a:schemeClr val="tx2">
                  <a:lumMod val="75000"/>
                </a:schemeClr>
              </a:buClr>
              <a:buNone/>
            </a:pPr>
            <a:r>
              <a:rPr lang="zh-CN" altLang="en-US" sz="1400" b="1" dirty="0"/>
              <a:t> </a:t>
            </a:r>
            <a:r>
              <a:rPr lang="en-US" altLang="zh-CN" sz="1400" b="1" dirty="0"/>
              <a:t>4   * @</a:t>
            </a:r>
            <a:r>
              <a:rPr lang="en-US" altLang="zh-CN" sz="1400" b="1" dirty="0" err="1"/>
              <a:t>retval</a:t>
            </a:r>
            <a:r>
              <a:rPr lang="en-US" altLang="zh-CN" sz="1400" b="1" dirty="0"/>
              <a:t> </a:t>
            </a:r>
            <a:r>
              <a:rPr lang="zh-CN" altLang="en-US" sz="1400" b="1" dirty="0"/>
              <a:t>无</a:t>
            </a:r>
          </a:p>
          <a:p>
            <a:pPr marL="0" indent="456971">
              <a:lnSpc>
                <a:spcPct val="125000"/>
              </a:lnSpc>
              <a:spcBef>
                <a:spcPts val="0"/>
              </a:spcBef>
              <a:buClr>
                <a:schemeClr val="tx2">
                  <a:lumMod val="75000"/>
                </a:schemeClr>
              </a:buClr>
              <a:buNone/>
            </a:pPr>
            <a:r>
              <a:rPr lang="zh-CN" altLang="en-US" sz="1400" b="1" dirty="0"/>
              <a:t> </a:t>
            </a:r>
            <a:r>
              <a:rPr lang="en-US" altLang="zh-CN" sz="1400" b="1" dirty="0"/>
              <a:t>5   * @note   </a:t>
            </a:r>
            <a:r>
              <a:rPr lang="zh-CN" altLang="en-US" sz="1400" b="1" dirty="0"/>
              <a:t>第一步：开发板硬件初始化</a:t>
            </a:r>
          </a:p>
          <a:p>
            <a:pPr marL="0" indent="456971">
              <a:lnSpc>
                <a:spcPct val="125000"/>
              </a:lnSpc>
              <a:spcBef>
                <a:spcPts val="0"/>
              </a:spcBef>
              <a:buClr>
                <a:schemeClr val="tx2">
                  <a:lumMod val="75000"/>
                </a:schemeClr>
              </a:buClr>
              <a:buNone/>
            </a:pPr>
            <a:r>
              <a:rPr lang="zh-CN" altLang="en-US" sz="1400" b="1" dirty="0"/>
              <a:t> </a:t>
            </a:r>
            <a:r>
              <a:rPr lang="en-US" altLang="zh-CN" sz="1400" b="1" dirty="0"/>
              <a:t>6 	  </a:t>
            </a:r>
            <a:r>
              <a:rPr lang="zh-CN" altLang="en-US" sz="1400" b="1" dirty="0"/>
              <a:t>第二步：创建</a:t>
            </a:r>
            <a:r>
              <a:rPr lang="en-US" altLang="zh-CN" sz="1400" b="1" dirty="0"/>
              <a:t>App</a:t>
            </a:r>
            <a:r>
              <a:rPr lang="zh-CN" altLang="en-US" sz="1400" b="1" dirty="0"/>
              <a:t>应用任务</a:t>
            </a:r>
          </a:p>
          <a:p>
            <a:pPr marL="0" indent="456971">
              <a:lnSpc>
                <a:spcPct val="125000"/>
              </a:lnSpc>
              <a:spcBef>
                <a:spcPts val="0"/>
              </a:spcBef>
              <a:buClr>
                <a:schemeClr val="tx2">
                  <a:lumMod val="75000"/>
                </a:schemeClr>
              </a:buClr>
              <a:buNone/>
            </a:pPr>
            <a:r>
              <a:rPr lang="zh-CN" altLang="en-US" sz="1400" b="1" dirty="0"/>
              <a:t> </a:t>
            </a:r>
            <a:r>
              <a:rPr lang="en-US" altLang="zh-CN" sz="1400" b="1" dirty="0"/>
              <a:t>7 	  </a:t>
            </a:r>
            <a:r>
              <a:rPr lang="zh-CN" altLang="en-US" sz="1400" b="1" dirty="0"/>
              <a:t>第三步：启动</a:t>
            </a:r>
            <a:r>
              <a:rPr lang="en-US" altLang="zh-CN" sz="1400" b="1" dirty="0"/>
              <a:t>LiteOS</a:t>
            </a:r>
            <a:r>
              <a:rPr lang="zh-CN" altLang="en-US" sz="1400" b="1" dirty="0"/>
              <a:t>，开始多任务调度，启动失败时输出错误信息</a:t>
            </a:r>
          </a:p>
          <a:p>
            <a:pPr marL="0" indent="456971">
              <a:lnSpc>
                <a:spcPct val="125000"/>
              </a:lnSpc>
              <a:spcBef>
                <a:spcPts val="0"/>
              </a:spcBef>
              <a:buClr>
                <a:schemeClr val="tx2">
                  <a:lumMod val="75000"/>
                </a:schemeClr>
              </a:buClr>
              <a:buNone/>
            </a:pPr>
            <a:r>
              <a:rPr lang="zh-CN" altLang="en-US" sz="1400" b="1" dirty="0"/>
              <a:t> </a:t>
            </a:r>
            <a:r>
              <a:rPr lang="en-US" altLang="zh-CN" sz="1400" b="1" dirty="0"/>
              <a:t>8   *******************************************************************/</a:t>
            </a:r>
          </a:p>
          <a:p>
            <a:pPr marL="0" indent="456971">
              <a:lnSpc>
                <a:spcPct val="125000"/>
              </a:lnSpc>
              <a:spcBef>
                <a:spcPts val="0"/>
              </a:spcBef>
              <a:buClr>
                <a:schemeClr val="tx2">
                  <a:lumMod val="75000"/>
                </a:schemeClr>
              </a:buClr>
              <a:buNone/>
            </a:pPr>
            <a:r>
              <a:rPr lang="en-US" altLang="zh-CN" sz="1400" b="1" dirty="0"/>
              <a:t> 9 int main(void)</a:t>
            </a:r>
          </a:p>
          <a:p>
            <a:pPr marL="0" indent="456971">
              <a:lnSpc>
                <a:spcPct val="125000"/>
              </a:lnSpc>
              <a:spcBef>
                <a:spcPts val="0"/>
              </a:spcBef>
              <a:buClr>
                <a:schemeClr val="tx2">
                  <a:lumMod val="75000"/>
                </a:schemeClr>
              </a:buClr>
              <a:buNone/>
            </a:pPr>
            <a:r>
              <a:rPr lang="en-US" altLang="zh-CN" sz="1400" b="1" dirty="0"/>
              <a:t>10 {</a:t>
            </a:r>
          </a:p>
          <a:p>
            <a:pPr marL="0" indent="456971">
              <a:lnSpc>
                <a:spcPct val="125000"/>
              </a:lnSpc>
              <a:spcBef>
                <a:spcPts val="0"/>
              </a:spcBef>
              <a:buClr>
                <a:schemeClr val="tx2">
                  <a:lumMod val="75000"/>
                </a:schemeClr>
              </a:buClr>
              <a:buNone/>
            </a:pPr>
            <a:r>
              <a:rPr lang="en-US" altLang="zh-CN" sz="1400" b="1" dirty="0"/>
              <a:t>11     /* </a:t>
            </a:r>
            <a:r>
              <a:rPr lang="zh-CN" altLang="en-US" sz="1400" b="1" dirty="0"/>
              <a:t>板级硬件初始化 *</a:t>
            </a:r>
            <a:r>
              <a:rPr lang="en-US" altLang="zh-CN" sz="1400" b="1" dirty="0"/>
              <a:t>/</a:t>
            </a:r>
          </a:p>
          <a:p>
            <a:pPr marL="0" indent="456971">
              <a:lnSpc>
                <a:spcPct val="125000"/>
              </a:lnSpc>
              <a:spcBef>
                <a:spcPts val="0"/>
              </a:spcBef>
              <a:buClr>
                <a:schemeClr val="tx2">
                  <a:lumMod val="75000"/>
                </a:schemeClr>
              </a:buClr>
              <a:buNone/>
            </a:pPr>
            <a:r>
              <a:rPr lang="en-US" altLang="zh-CN" sz="1400" b="1" dirty="0"/>
              <a:t>12     </a:t>
            </a:r>
            <a:r>
              <a:rPr lang="en-US" altLang="zh-CN" sz="1400" b="1" dirty="0" err="1"/>
              <a:t>BSP_Init</a:t>
            </a:r>
            <a:r>
              <a:rPr lang="en-US" altLang="zh-CN" sz="1400" b="1" dirty="0" smtClean="0"/>
              <a:t>();	(</a:t>
            </a:r>
            <a:r>
              <a:rPr lang="en-US" altLang="zh-CN" sz="1400" b="1" dirty="0"/>
              <a:t>1)</a:t>
            </a:r>
          </a:p>
          <a:p>
            <a:pPr marL="0" indent="456971">
              <a:lnSpc>
                <a:spcPct val="125000"/>
              </a:lnSpc>
              <a:spcBef>
                <a:spcPts val="0"/>
              </a:spcBef>
              <a:buClr>
                <a:schemeClr val="tx2">
                  <a:lumMod val="75000"/>
                </a:schemeClr>
              </a:buClr>
              <a:buNone/>
            </a:pPr>
            <a:r>
              <a:rPr lang="en-US" altLang="zh-CN" sz="1400" b="1" dirty="0"/>
              <a:t>13     LED1_ON;	 </a:t>
            </a:r>
            <a:r>
              <a:rPr lang="en-US" altLang="zh-CN" sz="1400" b="1" dirty="0" smtClean="0"/>
              <a:t>	(</a:t>
            </a:r>
            <a:r>
              <a:rPr lang="en-US" altLang="zh-CN" sz="1400" b="1" dirty="0"/>
              <a:t>2)</a:t>
            </a:r>
          </a:p>
          <a:p>
            <a:pPr marL="0" indent="456971">
              <a:lnSpc>
                <a:spcPct val="125000"/>
              </a:lnSpc>
              <a:spcBef>
                <a:spcPts val="0"/>
              </a:spcBef>
              <a:buClr>
                <a:schemeClr val="tx2">
                  <a:lumMod val="75000"/>
                </a:schemeClr>
              </a:buClr>
              <a:buNone/>
            </a:pPr>
            <a:r>
              <a:rPr lang="en-US" altLang="zh-CN" sz="1400" b="1" dirty="0"/>
              <a:t>14     while (1);	 </a:t>
            </a:r>
            <a:r>
              <a:rPr lang="en-US" altLang="zh-CN" sz="1400" b="1" dirty="0" smtClean="0"/>
              <a:t>	(</a:t>
            </a:r>
            <a:r>
              <a:rPr lang="en-US" altLang="zh-CN" sz="1400" b="1" dirty="0"/>
              <a:t>3)</a:t>
            </a:r>
          </a:p>
          <a:p>
            <a:pPr marL="0" indent="456971">
              <a:lnSpc>
                <a:spcPct val="125000"/>
              </a:lnSpc>
              <a:spcBef>
                <a:spcPts val="0"/>
              </a:spcBef>
              <a:buClr>
                <a:schemeClr val="tx2">
                  <a:lumMod val="75000"/>
                </a:schemeClr>
              </a:buClr>
              <a:buNone/>
            </a:pPr>
            <a:r>
              <a:rPr lang="en-US" altLang="zh-CN" sz="1400" b="1" dirty="0"/>
              <a:t>15 }</a:t>
            </a:r>
          </a:p>
        </p:txBody>
      </p:sp>
      <p:sp>
        <p:nvSpPr>
          <p:cNvPr id="85" name="内容占位符 2"/>
          <p:cNvSpPr>
            <a:spLocks noGrp="1"/>
          </p:cNvSpPr>
          <p:nvPr>
            <p:ph idx="1"/>
          </p:nvPr>
        </p:nvSpPr>
        <p:spPr>
          <a:xfrm>
            <a:off x="3936357" y="1533091"/>
            <a:ext cx="4847288" cy="443123"/>
          </a:xfrm>
        </p:spPr>
        <p:txBody>
          <a:bodyPr>
            <a:normAutofit fontScale="92500"/>
          </a:bodyPr>
          <a:lstStyle/>
          <a:p>
            <a:pPr marL="0" indent="456971">
              <a:lnSpc>
                <a:spcPct val="135000"/>
              </a:lnSpc>
              <a:buClr>
                <a:schemeClr val="tx2">
                  <a:lumMod val="75000"/>
                </a:schemeClr>
              </a:buClr>
              <a:buNone/>
            </a:pPr>
            <a:r>
              <a:rPr lang="zh-CN" altLang="en-US" b="1" dirty="0" smtClean="0"/>
              <a:t>代码清单：在</a:t>
            </a:r>
            <a:r>
              <a:rPr lang="en-US" altLang="zh-CN" b="1" dirty="0" err="1"/>
              <a:t>BSP_Init</a:t>
            </a:r>
            <a:r>
              <a:rPr lang="zh-CN" altLang="en-US" b="1" dirty="0"/>
              <a:t>中添加硬件测试函数</a:t>
            </a:r>
          </a:p>
        </p:txBody>
      </p:sp>
      <p:sp>
        <p:nvSpPr>
          <p:cNvPr id="15" name="内容占位符 2"/>
          <p:cNvSpPr>
            <a:spLocks noGrp="1"/>
          </p:cNvSpPr>
          <p:nvPr>
            <p:ph idx="1"/>
          </p:nvPr>
        </p:nvSpPr>
        <p:spPr>
          <a:xfrm>
            <a:off x="7086084" y="2692260"/>
            <a:ext cx="4569620" cy="3629320"/>
          </a:xfrm>
          <a:solidFill>
            <a:srgbClr val="3A4187"/>
          </a:solidFill>
        </p:spPr>
        <p:txBody>
          <a:bodyPr>
            <a:noAutofit/>
          </a:bodyPr>
          <a:lstStyle/>
          <a:p>
            <a:pPr marL="0" indent="456971">
              <a:lnSpc>
                <a:spcPct val="125000"/>
              </a:lnSpc>
              <a:spcBef>
                <a:spcPts val="0"/>
              </a:spcBef>
              <a:buClr>
                <a:schemeClr val="tx2">
                  <a:lumMod val="75000"/>
                </a:schemeClr>
              </a:buClr>
              <a:buNone/>
            </a:pPr>
            <a:r>
              <a:rPr lang="zh-CN" altLang="en-US" b="1" dirty="0">
                <a:solidFill>
                  <a:schemeClr val="bg1"/>
                </a:solidFill>
              </a:rPr>
              <a:t>代码清单</a:t>
            </a:r>
            <a:r>
              <a:rPr lang="en-US" altLang="zh-CN" b="1" dirty="0" smtClean="0">
                <a:solidFill>
                  <a:schemeClr val="bg1"/>
                </a:solidFill>
              </a:rPr>
              <a:t>3~2</a:t>
            </a:r>
            <a:r>
              <a:rPr lang="zh-CN" altLang="en-US" b="1" dirty="0">
                <a:solidFill>
                  <a:schemeClr val="bg1"/>
                </a:solidFill>
              </a:rPr>
              <a:t>（</a:t>
            </a:r>
            <a:r>
              <a:rPr lang="en-US" altLang="zh-CN" b="1" dirty="0">
                <a:solidFill>
                  <a:schemeClr val="bg1"/>
                </a:solidFill>
              </a:rPr>
              <a:t>1</a:t>
            </a:r>
            <a:r>
              <a:rPr lang="zh-CN" altLang="en-US" b="1" dirty="0">
                <a:solidFill>
                  <a:schemeClr val="bg1"/>
                </a:solidFill>
              </a:rPr>
              <a:t>）：硬件初始化。</a:t>
            </a:r>
          </a:p>
          <a:p>
            <a:pPr marL="0" indent="456971">
              <a:lnSpc>
                <a:spcPct val="125000"/>
              </a:lnSpc>
              <a:spcBef>
                <a:spcPts val="0"/>
              </a:spcBef>
              <a:buClr>
                <a:schemeClr val="tx2">
                  <a:lumMod val="75000"/>
                </a:schemeClr>
              </a:buClr>
              <a:buNone/>
            </a:pPr>
            <a:r>
              <a:rPr lang="zh-CN" altLang="en-US" b="1" dirty="0">
                <a:solidFill>
                  <a:schemeClr val="bg1"/>
                </a:solidFill>
              </a:rPr>
              <a:t>代码清单</a:t>
            </a:r>
            <a:r>
              <a:rPr lang="en-US" altLang="zh-CN" b="1" dirty="0" smtClean="0">
                <a:solidFill>
                  <a:schemeClr val="bg1"/>
                </a:solidFill>
              </a:rPr>
              <a:t>3~2</a:t>
            </a:r>
            <a:r>
              <a:rPr lang="zh-CN" altLang="en-US" b="1" dirty="0">
                <a:solidFill>
                  <a:schemeClr val="bg1"/>
                </a:solidFill>
              </a:rPr>
              <a:t>（</a:t>
            </a:r>
            <a:r>
              <a:rPr lang="en-US" altLang="zh-CN" b="1" dirty="0">
                <a:solidFill>
                  <a:schemeClr val="bg1"/>
                </a:solidFill>
              </a:rPr>
              <a:t>2</a:t>
            </a:r>
            <a:r>
              <a:rPr lang="zh-CN" altLang="en-US" b="1" dirty="0">
                <a:solidFill>
                  <a:schemeClr val="bg1"/>
                </a:solidFill>
              </a:rPr>
              <a:t>）：测试点亮</a:t>
            </a:r>
            <a:r>
              <a:rPr lang="en-US" altLang="zh-CN" b="1" dirty="0">
                <a:solidFill>
                  <a:schemeClr val="bg1"/>
                </a:solidFill>
              </a:rPr>
              <a:t>LED</a:t>
            </a:r>
            <a:r>
              <a:rPr lang="zh-CN" altLang="en-US" b="1" dirty="0">
                <a:solidFill>
                  <a:schemeClr val="bg1"/>
                </a:solidFill>
              </a:rPr>
              <a:t>灯，可以继续添加其他硬件初始化和测试代码。在确认硬件能正常工作之后，这部分硬件测试的代码可删可不删，因为</a:t>
            </a:r>
            <a:r>
              <a:rPr lang="en-US" altLang="zh-CN" b="1" dirty="0" err="1">
                <a:solidFill>
                  <a:schemeClr val="bg1"/>
                </a:solidFill>
              </a:rPr>
              <a:t>BSP_Init</a:t>
            </a:r>
            <a:r>
              <a:rPr lang="zh-CN" altLang="en-US" b="1" dirty="0">
                <a:solidFill>
                  <a:schemeClr val="bg1"/>
                </a:solidFill>
              </a:rPr>
              <a:t>函数只执行一次。</a:t>
            </a:r>
          </a:p>
          <a:p>
            <a:pPr marL="0" indent="456971">
              <a:lnSpc>
                <a:spcPct val="125000"/>
              </a:lnSpc>
              <a:spcBef>
                <a:spcPts val="0"/>
              </a:spcBef>
              <a:buClr>
                <a:schemeClr val="tx2">
                  <a:lumMod val="75000"/>
                </a:schemeClr>
              </a:buClr>
              <a:buNone/>
            </a:pPr>
            <a:r>
              <a:rPr lang="zh-CN" altLang="en-US" b="1" dirty="0">
                <a:solidFill>
                  <a:schemeClr val="bg1"/>
                </a:solidFill>
              </a:rPr>
              <a:t>代码清单</a:t>
            </a:r>
            <a:r>
              <a:rPr lang="en-US" altLang="zh-CN" b="1" dirty="0" smtClean="0">
                <a:solidFill>
                  <a:schemeClr val="bg1"/>
                </a:solidFill>
              </a:rPr>
              <a:t>3~2</a:t>
            </a:r>
            <a:r>
              <a:rPr lang="zh-CN" altLang="en-US" b="1" dirty="0">
                <a:solidFill>
                  <a:schemeClr val="bg1"/>
                </a:solidFill>
              </a:rPr>
              <a:t>（</a:t>
            </a:r>
            <a:r>
              <a:rPr lang="en-US" altLang="zh-CN" b="1" dirty="0">
                <a:solidFill>
                  <a:schemeClr val="bg1"/>
                </a:solidFill>
              </a:rPr>
              <a:t>3</a:t>
            </a:r>
            <a:r>
              <a:rPr lang="zh-CN" altLang="en-US" b="1" dirty="0">
                <a:solidFill>
                  <a:schemeClr val="bg1"/>
                </a:solidFill>
              </a:rPr>
              <a:t>）：为了测试硬件是否正常工作，添加一个死循环，使程序停在这里，不再继续向下执行，当测试完毕后，语句“</a:t>
            </a:r>
            <a:r>
              <a:rPr lang="en-US" altLang="zh-CN" b="1" dirty="0">
                <a:solidFill>
                  <a:schemeClr val="bg1"/>
                </a:solidFill>
              </a:rPr>
              <a:t>while(1);”</a:t>
            </a:r>
            <a:r>
              <a:rPr lang="zh-CN" altLang="en-US" b="1" dirty="0">
                <a:solidFill>
                  <a:schemeClr val="bg1"/>
                </a:solidFill>
              </a:rPr>
              <a:t>必须删除。</a:t>
            </a:r>
          </a:p>
        </p:txBody>
      </p:sp>
      <p:sp>
        <p:nvSpPr>
          <p:cNvPr id="11" name="矩形 10">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smtClean="0">
                <a:cs typeface="+mn-ea"/>
                <a:sym typeface="+mn-lt"/>
              </a:rPr>
              <a:t>3.1</a:t>
            </a:r>
            <a:r>
              <a:rPr lang="zh-CN" altLang="en-US" sz="2800" b="1" dirty="0" smtClean="0">
                <a:cs typeface="+mn-ea"/>
                <a:sym typeface="+mn-lt"/>
              </a:rPr>
              <a:t>硬件初始化</a:t>
            </a:r>
            <a:endParaRPr lang="zh-CN" altLang="en-US" sz="2800" b="1" dirty="0">
              <a:solidFill>
                <a:schemeClr val="bg1"/>
              </a:solidFill>
              <a:cs typeface="+mn-ea"/>
              <a:sym typeface="+mn-lt"/>
            </a:endParaRPr>
          </a:p>
        </p:txBody>
      </p:sp>
      <p:sp>
        <p:nvSpPr>
          <p:cNvPr id="12"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Tree>
    <p:extLst>
      <p:ext uri="{BB962C8B-B14F-4D97-AF65-F5344CB8AC3E}">
        <p14:creationId xmlns:p14="http://schemas.microsoft.com/office/powerpoint/2010/main" val="38328000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矩形 28"/>
          <p:cNvSpPr/>
          <p:nvPr/>
        </p:nvSpPr>
        <p:spPr>
          <a:xfrm>
            <a:off x="4953596" y="2755198"/>
            <a:ext cx="2612500" cy="369161"/>
          </a:xfrm>
          <a:prstGeom prst="rect">
            <a:avLst/>
          </a:prstGeom>
          <a:solidFill>
            <a:srgbClr val="92D05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7" name="TextBox 1"/>
          <p:cNvSpPr txBox="1"/>
          <p:nvPr/>
        </p:nvSpPr>
        <p:spPr>
          <a:xfrm>
            <a:off x="5130800" y="2777255"/>
            <a:ext cx="1634212" cy="369161"/>
          </a:xfrm>
          <a:prstGeom prst="rect">
            <a:avLst/>
          </a:prstGeom>
          <a:noFill/>
        </p:spPr>
        <p:txBody>
          <a:bodyPr wrap="none" lIns="0" tIns="0" rIns="0" bIns="60949" rtlCol="0">
            <a:spAutoFit/>
          </a:bodyPr>
          <a:lstStyle/>
          <a:p>
            <a:pPr>
              <a:lnSpc>
                <a:spcPts val="2400"/>
              </a:lnSpc>
            </a:pPr>
            <a:r>
              <a:rPr lang="en-US" altLang="zh-CN" sz="1899" dirty="0">
                <a:solidFill>
                  <a:schemeClr val="bg1"/>
                </a:solidFill>
                <a:latin typeface="Microsoft YaHei UI" pitchFamily="18" charset="0"/>
                <a:cs typeface="Microsoft YaHei UI" pitchFamily="18" charset="0"/>
              </a:rPr>
              <a:t>3.2 </a:t>
            </a:r>
            <a:r>
              <a:rPr lang="zh-CN" altLang="en-US" sz="1899" dirty="0">
                <a:solidFill>
                  <a:schemeClr val="bg1"/>
                </a:solidFill>
                <a:latin typeface="Microsoft YaHei UI" pitchFamily="18" charset="0"/>
                <a:cs typeface="Microsoft YaHei UI" pitchFamily="18" charset="0"/>
              </a:rPr>
              <a:t>创建单任务</a:t>
            </a:r>
          </a:p>
        </p:txBody>
      </p:sp>
      <p:sp>
        <p:nvSpPr>
          <p:cNvPr id="18" name="TextBox 1"/>
          <p:cNvSpPr txBox="1"/>
          <p:nvPr/>
        </p:nvSpPr>
        <p:spPr>
          <a:xfrm>
            <a:off x="5130800" y="2069755"/>
            <a:ext cx="1634212" cy="369161"/>
          </a:xfrm>
          <a:prstGeom prst="rect">
            <a:avLst/>
          </a:prstGeom>
          <a:noFill/>
        </p:spPr>
        <p:txBody>
          <a:bodyPr wrap="none" lIns="0" tIns="0" rIns="0" bIns="60949" rtlCol="0">
            <a:spAutoFit/>
          </a:bodyPr>
          <a:lstStyle/>
          <a:p>
            <a:pPr>
              <a:lnSpc>
                <a:spcPts val="2400"/>
              </a:lnSpc>
            </a:pPr>
            <a:r>
              <a:rPr lang="en-US" altLang="zh-CN" sz="1899" dirty="0">
                <a:solidFill>
                  <a:srgbClr val="656D8D"/>
                </a:solidFill>
                <a:latin typeface="Microsoft YaHei UI" pitchFamily="18" charset="0"/>
                <a:cs typeface="Microsoft YaHei UI" pitchFamily="18" charset="0"/>
              </a:rPr>
              <a:t>3.1 </a:t>
            </a:r>
            <a:r>
              <a:rPr lang="zh-CN" altLang="en-US" sz="1899" dirty="0">
                <a:solidFill>
                  <a:srgbClr val="656D8D"/>
                </a:solidFill>
                <a:latin typeface="Microsoft YaHei UI" pitchFamily="18" charset="0"/>
                <a:cs typeface="Microsoft YaHei UI" pitchFamily="18" charset="0"/>
              </a:rPr>
              <a:t>硬件初始化</a:t>
            </a:r>
          </a:p>
        </p:txBody>
      </p:sp>
      <p:sp>
        <p:nvSpPr>
          <p:cNvPr id="47" name="TextBox 1"/>
          <p:cNvSpPr txBox="1"/>
          <p:nvPr/>
        </p:nvSpPr>
        <p:spPr>
          <a:xfrm>
            <a:off x="5130800" y="3534098"/>
            <a:ext cx="2707665" cy="369161"/>
          </a:xfrm>
          <a:prstGeom prst="rect">
            <a:avLst/>
          </a:prstGeom>
          <a:noFill/>
        </p:spPr>
        <p:txBody>
          <a:bodyPr wrap="none" lIns="0" tIns="0" rIns="0" bIns="60949" rtlCol="0">
            <a:spAutoFit/>
          </a:bodyPr>
          <a:lstStyle/>
          <a:p>
            <a:pPr>
              <a:lnSpc>
                <a:spcPts val="2400"/>
              </a:lnSpc>
            </a:pPr>
            <a:r>
              <a:rPr lang="en-US" altLang="zh-CN" sz="1899" dirty="0">
                <a:solidFill>
                  <a:srgbClr val="656D8D"/>
                </a:solidFill>
                <a:latin typeface="Microsoft YaHei UI" pitchFamily="18" charset="0"/>
                <a:cs typeface="Microsoft YaHei UI" pitchFamily="18" charset="0"/>
              </a:rPr>
              <a:t>3.3 </a:t>
            </a:r>
            <a:r>
              <a:rPr lang="en-US" altLang="zh-CN" sz="1899" dirty="0" err="1">
                <a:solidFill>
                  <a:srgbClr val="656D8D"/>
                </a:solidFill>
                <a:latin typeface="Microsoft YaHei UI" pitchFamily="18" charset="0"/>
                <a:cs typeface="Microsoft YaHei UI" pitchFamily="18" charset="0"/>
              </a:rPr>
              <a:t>main.c</a:t>
            </a:r>
            <a:r>
              <a:rPr lang="en-US" altLang="zh-CN" sz="1899" dirty="0">
                <a:solidFill>
                  <a:srgbClr val="656D8D"/>
                </a:solidFill>
                <a:latin typeface="Microsoft YaHei UI" pitchFamily="18" charset="0"/>
                <a:cs typeface="Microsoft YaHei UI" pitchFamily="18" charset="0"/>
              </a:rPr>
              <a:t> </a:t>
            </a:r>
            <a:r>
              <a:rPr lang="zh-CN" altLang="en-US" sz="1899" dirty="0">
                <a:solidFill>
                  <a:srgbClr val="656D8D"/>
                </a:solidFill>
                <a:latin typeface="Microsoft YaHei UI" pitchFamily="18" charset="0"/>
                <a:cs typeface="Microsoft YaHei UI" pitchFamily="18" charset="0"/>
              </a:rPr>
              <a:t>文件内容全貌</a:t>
            </a:r>
          </a:p>
        </p:txBody>
      </p:sp>
      <p:sp>
        <p:nvSpPr>
          <p:cNvPr id="48" name="TextBox 1"/>
          <p:cNvSpPr txBox="1"/>
          <p:nvPr/>
        </p:nvSpPr>
        <p:spPr>
          <a:xfrm>
            <a:off x="5130800" y="4265041"/>
            <a:ext cx="1634212" cy="369161"/>
          </a:xfrm>
          <a:prstGeom prst="rect">
            <a:avLst/>
          </a:prstGeom>
          <a:noFill/>
        </p:spPr>
        <p:txBody>
          <a:bodyPr wrap="none" lIns="0" tIns="0" rIns="0" bIns="60949" rtlCol="0">
            <a:spAutoFit/>
          </a:bodyPr>
          <a:lstStyle/>
          <a:p>
            <a:pPr>
              <a:lnSpc>
                <a:spcPts val="2400"/>
              </a:lnSpc>
            </a:pPr>
            <a:r>
              <a:rPr lang="en-US" altLang="zh-CN" sz="1899" dirty="0">
                <a:solidFill>
                  <a:srgbClr val="656D8D"/>
                </a:solidFill>
                <a:latin typeface="Microsoft YaHei UI" pitchFamily="18" charset="0"/>
                <a:cs typeface="Microsoft YaHei UI" pitchFamily="18" charset="0"/>
              </a:rPr>
              <a:t>3.4 </a:t>
            </a:r>
            <a:r>
              <a:rPr lang="zh-CN" altLang="en-US" sz="1899" dirty="0">
                <a:solidFill>
                  <a:srgbClr val="656D8D"/>
                </a:solidFill>
                <a:latin typeface="Microsoft YaHei UI" pitchFamily="18" charset="0"/>
                <a:cs typeface="Microsoft YaHei UI" pitchFamily="18" charset="0"/>
              </a:rPr>
              <a:t>创建多任务</a:t>
            </a:r>
          </a:p>
        </p:txBody>
      </p:sp>
      <p:sp>
        <p:nvSpPr>
          <p:cNvPr id="51" name="Freeform 3"/>
          <p:cNvSpPr/>
          <p:nvPr/>
        </p:nvSpPr>
        <p:spPr>
          <a:xfrm>
            <a:off x="4697645" y="1643049"/>
            <a:ext cx="79587" cy="3603417"/>
          </a:xfrm>
          <a:custGeom>
            <a:avLst/>
            <a:gdLst>
              <a:gd name="connsiteX0" fmla="*/ 6350 w 21844"/>
              <a:gd name="connsiteY0" fmla="*/ 6350 h 879855"/>
              <a:gd name="connsiteX1" fmla="*/ 6350 w 21844"/>
              <a:gd name="connsiteY1" fmla="*/ 873506 h 879855"/>
            </a:gdLst>
            <a:ahLst/>
            <a:cxnLst>
              <a:cxn ang="0">
                <a:pos x="connsiteX0" y="connsiteY0"/>
              </a:cxn>
              <a:cxn ang="1">
                <a:pos x="connsiteX1" y="connsiteY1"/>
              </a:cxn>
            </a:cxnLst>
            <a:rect l="l" t="t" r="r" b="b"/>
            <a:pathLst>
              <a:path w="21844" h="879855">
                <a:moveTo>
                  <a:pt x="6350" y="6350"/>
                </a:moveTo>
                <a:lnTo>
                  <a:pt x="6350" y="873506"/>
                </a:lnTo>
              </a:path>
            </a:pathLst>
          </a:custGeom>
          <a:ln w="12700">
            <a:solidFill>
              <a:srgbClr val="A4B3D8"/>
            </a:solidFill>
            <a:prstDash val="solid"/>
          </a:ln>
        </p:spPr>
        <p:style>
          <a:lnRef idx="1">
            <a:schemeClr val="accent1"/>
          </a:lnRef>
          <a:fillRef idx="0">
            <a:schemeClr val="accent1"/>
          </a:fillRef>
          <a:effectRef idx="0">
            <a:schemeClr val="accent1"/>
          </a:effectRef>
          <a:fontRef idx="minor">
            <a:schemeClr val="tx1"/>
          </a:fontRef>
        </p:style>
        <p:txBody>
          <a:bodyPr lIns="121900" tIns="60949" rIns="121900" bIns="60949" rtlCol="0" anchor="ctr"/>
          <a:lstStyle/>
          <a:p>
            <a:pPr algn="ctr"/>
            <a:endParaRPr lang="zh-CN" altLang="en-US" sz="1799"/>
          </a:p>
        </p:txBody>
      </p:sp>
      <p:sp>
        <p:nvSpPr>
          <p:cNvPr id="52" name="Freeform 3"/>
          <p:cNvSpPr/>
          <p:nvPr/>
        </p:nvSpPr>
        <p:spPr>
          <a:xfrm>
            <a:off x="4634992" y="2158352"/>
            <a:ext cx="142240" cy="142198"/>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00" tIns="60949" rIns="121900" bIns="60949" rtlCol="0" anchor="ctr"/>
          <a:lstStyle/>
          <a:p>
            <a:pPr algn="ctr"/>
            <a:endParaRPr lang="zh-CN" altLang="en-US" sz="1799"/>
          </a:p>
        </p:txBody>
      </p:sp>
      <p:sp>
        <p:nvSpPr>
          <p:cNvPr id="7" name="Freeform 3"/>
          <p:cNvSpPr/>
          <p:nvPr/>
        </p:nvSpPr>
        <p:spPr>
          <a:xfrm>
            <a:off x="4634992" y="2886542"/>
            <a:ext cx="142240" cy="142198"/>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00" tIns="60949" rIns="121900" bIns="60949" rtlCol="0" anchor="ctr"/>
          <a:lstStyle/>
          <a:p>
            <a:pPr algn="ctr"/>
            <a:endParaRPr lang="zh-CN" altLang="en-US" sz="1799"/>
          </a:p>
        </p:txBody>
      </p:sp>
      <p:sp>
        <p:nvSpPr>
          <p:cNvPr id="53" name="Freeform 3"/>
          <p:cNvSpPr/>
          <p:nvPr/>
        </p:nvSpPr>
        <p:spPr>
          <a:xfrm>
            <a:off x="4634992" y="3614733"/>
            <a:ext cx="142240" cy="142198"/>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00" tIns="60949" rIns="121900" bIns="60949" rtlCol="0" anchor="ctr"/>
          <a:lstStyle/>
          <a:p>
            <a:pPr algn="ctr"/>
            <a:endParaRPr lang="zh-CN" altLang="en-US" sz="1799"/>
          </a:p>
        </p:txBody>
      </p:sp>
      <p:sp>
        <p:nvSpPr>
          <p:cNvPr id="54" name="Freeform 3"/>
          <p:cNvSpPr/>
          <p:nvPr/>
        </p:nvSpPr>
        <p:spPr>
          <a:xfrm>
            <a:off x="4634992" y="4342924"/>
            <a:ext cx="142240" cy="142198"/>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00" tIns="60949" rIns="121900" bIns="60949" rtlCol="0" anchor="ctr"/>
          <a:lstStyle/>
          <a:p>
            <a:pPr algn="ctr"/>
            <a:endParaRPr lang="zh-CN" altLang="en-US" sz="1799"/>
          </a:p>
        </p:txBody>
      </p:sp>
      <p:sp>
        <p:nvSpPr>
          <p:cNvPr id="12" name="TextBox 1"/>
          <p:cNvSpPr txBox="1"/>
          <p:nvPr/>
        </p:nvSpPr>
        <p:spPr>
          <a:xfrm>
            <a:off x="5130800" y="4895763"/>
            <a:ext cx="2462085" cy="369161"/>
          </a:xfrm>
          <a:prstGeom prst="rect">
            <a:avLst/>
          </a:prstGeom>
          <a:noFill/>
        </p:spPr>
        <p:txBody>
          <a:bodyPr wrap="none" lIns="0" tIns="0" rIns="0" bIns="60949" rtlCol="0">
            <a:spAutoFit/>
          </a:bodyPr>
          <a:lstStyle/>
          <a:p>
            <a:pPr>
              <a:lnSpc>
                <a:spcPts val="2400"/>
              </a:lnSpc>
            </a:pPr>
            <a:r>
              <a:rPr lang="en-US" altLang="zh-CN" sz="1899" dirty="0">
                <a:solidFill>
                  <a:srgbClr val="656D8D"/>
                </a:solidFill>
                <a:latin typeface="Microsoft YaHei UI" pitchFamily="18" charset="0"/>
                <a:cs typeface="Microsoft YaHei UI" pitchFamily="18" charset="0"/>
              </a:rPr>
              <a:t>3.5 LiteOS </a:t>
            </a:r>
            <a:r>
              <a:rPr lang="zh-CN" altLang="en-US" sz="1899" dirty="0">
                <a:solidFill>
                  <a:srgbClr val="656D8D"/>
                </a:solidFill>
                <a:latin typeface="Microsoft YaHei UI" pitchFamily="18" charset="0"/>
                <a:cs typeface="Microsoft YaHei UI" pitchFamily="18" charset="0"/>
              </a:rPr>
              <a:t>的启动流程</a:t>
            </a:r>
          </a:p>
        </p:txBody>
      </p:sp>
      <p:sp>
        <p:nvSpPr>
          <p:cNvPr id="13" name="Freeform 3"/>
          <p:cNvSpPr/>
          <p:nvPr/>
        </p:nvSpPr>
        <p:spPr>
          <a:xfrm>
            <a:off x="4634992" y="4973646"/>
            <a:ext cx="142240" cy="142198"/>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00" tIns="60949" rIns="121900" bIns="60949" rtlCol="0" anchor="ctr"/>
          <a:lstStyle/>
          <a:p>
            <a:pPr algn="ctr"/>
            <a:endParaRPr lang="zh-CN" altLang="en-US" sz="1799"/>
          </a:p>
        </p:txBody>
      </p:sp>
      <p:sp>
        <p:nvSpPr>
          <p:cNvPr id="14" name="矩形 13">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zh-CN" altLang="en-US" sz="2800" b="1" dirty="0" smtClean="0">
                <a:cs typeface="+mn-ea"/>
                <a:sym typeface="+mn-lt"/>
              </a:rPr>
              <a:t>学习内容</a:t>
            </a:r>
            <a:endParaRPr lang="zh-CN" altLang="en-US" sz="2800" b="1" dirty="0">
              <a:solidFill>
                <a:schemeClr val="bg1"/>
              </a:solidFill>
              <a:cs typeface="+mn-ea"/>
              <a:sym typeface="+mn-lt"/>
            </a:endParaRPr>
          </a:p>
        </p:txBody>
      </p:sp>
      <p:sp>
        <p:nvSpPr>
          <p:cNvPr id="15"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Tree>
    <p:extLst>
      <p:ext uri="{BB962C8B-B14F-4D97-AF65-F5344CB8AC3E}">
        <p14:creationId xmlns:p14="http://schemas.microsoft.com/office/powerpoint/2010/main" val="84249169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31654" y="1073928"/>
            <a:ext cx="11652531" cy="21050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8" name="矩形 17"/>
          <p:cNvSpPr/>
          <p:nvPr/>
        </p:nvSpPr>
        <p:spPr>
          <a:xfrm>
            <a:off x="231654" y="6583385"/>
            <a:ext cx="11652531" cy="11658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9" name="内容占位符 2"/>
          <p:cNvSpPr>
            <a:spLocks noGrp="1"/>
          </p:cNvSpPr>
          <p:nvPr>
            <p:ph idx="1"/>
          </p:nvPr>
        </p:nvSpPr>
        <p:spPr>
          <a:xfrm>
            <a:off x="231654" y="655957"/>
            <a:ext cx="11500210" cy="533122"/>
          </a:xfrm>
        </p:spPr>
        <p:txBody>
          <a:bodyPr>
            <a:normAutofit/>
          </a:bodyPr>
          <a:lstStyle/>
          <a:p>
            <a:pPr marL="0" indent="456971">
              <a:lnSpc>
                <a:spcPct val="135000"/>
              </a:lnSpc>
              <a:buClr>
                <a:schemeClr val="tx2">
                  <a:lumMod val="75000"/>
                </a:schemeClr>
              </a:buClr>
              <a:buNone/>
            </a:pPr>
            <a:r>
              <a:rPr lang="zh-CN" altLang="en-US" b="1" dirty="0"/>
              <a:t>动态内存空间的堆</a:t>
            </a:r>
          </a:p>
        </p:txBody>
      </p:sp>
      <p:sp>
        <p:nvSpPr>
          <p:cNvPr id="20" name="内容占位符 2"/>
          <p:cNvSpPr>
            <a:spLocks noGrp="1"/>
          </p:cNvSpPr>
          <p:nvPr>
            <p:ph idx="1"/>
          </p:nvPr>
        </p:nvSpPr>
        <p:spPr>
          <a:xfrm>
            <a:off x="245918" y="2345470"/>
            <a:ext cx="5638055" cy="4195941"/>
          </a:xfrm>
        </p:spPr>
        <p:txBody>
          <a:bodyPr>
            <a:noAutofit/>
          </a:bodyPr>
          <a:lstStyle/>
          <a:p>
            <a:pPr marL="0" indent="0">
              <a:lnSpc>
                <a:spcPct val="110000"/>
              </a:lnSpc>
              <a:spcBef>
                <a:spcPts val="0"/>
              </a:spcBef>
              <a:buClr>
                <a:schemeClr val="tx2">
                  <a:lumMod val="75000"/>
                </a:schemeClr>
              </a:buClr>
              <a:buNone/>
            </a:pPr>
            <a:r>
              <a:rPr lang="en-US" altLang="zh-CN" sz="1400" b="1" dirty="0"/>
              <a:t>LITE_OS_SEC_TEXT VOID *</a:t>
            </a:r>
            <a:r>
              <a:rPr lang="en-US" altLang="zh-CN" sz="1400" b="1" dirty="0" err="1"/>
              <a:t>LOS_MemAllocAlign</a:t>
            </a:r>
            <a:r>
              <a:rPr lang="en-US" altLang="zh-CN" sz="1400" b="1" dirty="0"/>
              <a:t>(VOID *pPool, </a:t>
            </a:r>
          </a:p>
          <a:p>
            <a:pPr marL="0" indent="456971">
              <a:lnSpc>
                <a:spcPct val="110000"/>
              </a:lnSpc>
              <a:spcBef>
                <a:spcPts val="0"/>
              </a:spcBef>
              <a:buClr>
                <a:schemeClr val="tx2">
                  <a:lumMod val="75000"/>
                </a:schemeClr>
              </a:buClr>
              <a:buNone/>
            </a:pPr>
            <a:r>
              <a:rPr lang="en-US" altLang="zh-CN" sz="1400" b="1" dirty="0"/>
              <a:t> 			 UINT32 </a:t>
            </a:r>
            <a:r>
              <a:rPr lang="en-US" altLang="zh-CN" sz="1400" b="1" dirty="0" err="1"/>
              <a:t>uwSize</a:t>
            </a:r>
            <a:r>
              <a:rPr lang="en-US" altLang="zh-CN" sz="1400" b="1" dirty="0"/>
              <a:t>, </a:t>
            </a:r>
          </a:p>
          <a:p>
            <a:pPr marL="0" indent="456971">
              <a:lnSpc>
                <a:spcPct val="110000"/>
              </a:lnSpc>
              <a:spcBef>
                <a:spcPts val="0"/>
              </a:spcBef>
              <a:buClr>
                <a:schemeClr val="tx2">
                  <a:lumMod val="75000"/>
                </a:schemeClr>
              </a:buClr>
              <a:buNone/>
            </a:pPr>
            <a:r>
              <a:rPr lang="en-US" altLang="zh-CN" sz="1400" b="1" dirty="0"/>
              <a:t>     			UINT32 </a:t>
            </a:r>
            <a:r>
              <a:rPr lang="en-US" altLang="zh-CN" sz="1400" b="1" dirty="0" err="1"/>
              <a:t>uwBoundary</a:t>
            </a:r>
            <a:r>
              <a:rPr lang="en-US" altLang="zh-CN" sz="1400" b="1" dirty="0"/>
              <a:t>){</a:t>
            </a:r>
          </a:p>
          <a:p>
            <a:pPr marL="0" indent="456971">
              <a:lnSpc>
                <a:spcPct val="110000"/>
              </a:lnSpc>
              <a:spcBef>
                <a:spcPts val="0"/>
              </a:spcBef>
              <a:buClr>
                <a:schemeClr val="tx2">
                  <a:lumMod val="75000"/>
                </a:schemeClr>
              </a:buClr>
              <a:buNone/>
            </a:pPr>
            <a:r>
              <a:rPr lang="en-US" altLang="zh-CN" sz="1400" b="1" dirty="0" smtClean="0"/>
              <a:t>VOID </a:t>
            </a:r>
            <a:r>
              <a:rPr lang="en-US" altLang="zh-CN" sz="1400" b="1" dirty="0"/>
              <a:t>*</a:t>
            </a:r>
            <a:r>
              <a:rPr lang="en-US" altLang="zh-CN" sz="1400" b="1" dirty="0" err="1"/>
              <a:t>pRet</a:t>
            </a:r>
            <a:r>
              <a:rPr lang="en-US" altLang="zh-CN" sz="1400" b="1" dirty="0"/>
              <a:t> = NULL;</a:t>
            </a:r>
          </a:p>
          <a:p>
            <a:pPr marL="0" indent="456971">
              <a:lnSpc>
                <a:spcPct val="110000"/>
              </a:lnSpc>
              <a:spcBef>
                <a:spcPts val="0"/>
              </a:spcBef>
              <a:buClr>
                <a:schemeClr val="tx2">
                  <a:lumMod val="75000"/>
                </a:schemeClr>
              </a:buClr>
              <a:buNone/>
            </a:pPr>
            <a:r>
              <a:rPr lang="en-US" altLang="zh-CN" sz="1400" b="1" dirty="0" smtClean="0"/>
              <a:t>UINT32 </a:t>
            </a:r>
            <a:r>
              <a:rPr lang="en-US" altLang="zh-CN" sz="1400" b="1" dirty="0" err="1"/>
              <a:t>uwUseSize</a:t>
            </a:r>
            <a:r>
              <a:rPr lang="en-US" altLang="zh-CN" sz="1400" b="1" dirty="0"/>
              <a:t>;</a:t>
            </a:r>
          </a:p>
          <a:p>
            <a:pPr marL="0" indent="456971">
              <a:lnSpc>
                <a:spcPct val="110000"/>
              </a:lnSpc>
              <a:spcBef>
                <a:spcPts val="0"/>
              </a:spcBef>
              <a:buClr>
                <a:schemeClr val="tx2">
                  <a:lumMod val="75000"/>
                </a:schemeClr>
              </a:buClr>
              <a:buNone/>
            </a:pPr>
            <a:r>
              <a:rPr lang="en-US" altLang="zh-CN" sz="1400" b="1" dirty="0" smtClean="0"/>
              <a:t>UINT32 </a:t>
            </a:r>
            <a:r>
              <a:rPr lang="en-US" altLang="zh-CN" sz="1400" b="1" dirty="0" err="1"/>
              <a:t>uwGapSize</a:t>
            </a:r>
            <a:r>
              <a:rPr lang="en-US" altLang="zh-CN" sz="1400" b="1" dirty="0"/>
              <a:t>;</a:t>
            </a:r>
          </a:p>
          <a:p>
            <a:pPr marL="0" indent="456971">
              <a:lnSpc>
                <a:spcPct val="110000"/>
              </a:lnSpc>
              <a:spcBef>
                <a:spcPts val="0"/>
              </a:spcBef>
              <a:buClr>
                <a:schemeClr val="tx2">
                  <a:lumMod val="75000"/>
                </a:schemeClr>
              </a:buClr>
              <a:buNone/>
            </a:pPr>
            <a:r>
              <a:rPr lang="en-US" altLang="zh-CN" sz="1400" b="1" dirty="0" smtClean="0"/>
              <a:t>VOID </a:t>
            </a:r>
            <a:r>
              <a:rPr lang="en-US" altLang="zh-CN" sz="1400" b="1" dirty="0"/>
              <a:t>*</a:t>
            </a:r>
            <a:r>
              <a:rPr lang="en-US" altLang="zh-CN" sz="1400" b="1" dirty="0" err="1"/>
              <a:t>pAlignedPtr</a:t>
            </a:r>
            <a:r>
              <a:rPr lang="en-US" altLang="zh-CN" sz="1400" b="1" dirty="0"/>
              <a:t>;</a:t>
            </a:r>
          </a:p>
          <a:p>
            <a:pPr marL="0" indent="456971">
              <a:lnSpc>
                <a:spcPct val="110000"/>
              </a:lnSpc>
              <a:spcBef>
                <a:spcPts val="0"/>
              </a:spcBef>
              <a:buClr>
                <a:schemeClr val="tx2">
                  <a:lumMod val="75000"/>
                </a:schemeClr>
              </a:buClr>
              <a:buNone/>
            </a:pPr>
            <a:r>
              <a:rPr lang="en-US" altLang="zh-CN" sz="1400" b="1" dirty="0" smtClean="0">
                <a:solidFill>
                  <a:schemeClr val="accent2">
                    <a:lumMod val="75000"/>
                  </a:schemeClr>
                </a:solidFill>
              </a:rPr>
              <a:t>do </a:t>
            </a:r>
            <a:r>
              <a:rPr lang="en-US" altLang="zh-CN" sz="1400" b="1" dirty="0">
                <a:solidFill>
                  <a:schemeClr val="accent2">
                    <a:lumMod val="75000"/>
                  </a:schemeClr>
                </a:solidFill>
              </a:rPr>
              <a:t>{</a:t>
            </a:r>
          </a:p>
          <a:p>
            <a:pPr marL="0" indent="456971">
              <a:lnSpc>
                <a:spcPct val="110000"/>
              </a:lnSpc>
              <a:spcBef>
                <a:spcPts val="0"/>
              </a:spcBef>
              <a:buClr>
                <a:schemeClr val="tx2">
                  <a:lumMod val="75000"/>
                </a:schemeClr>
              </a:buClr>
              <a:buNone/>
            </a:pPr>
            <a:r>
              <a:rPr lang="en-US" altLang="zh-CN" sz="1400" b="1" dirty="0" smtClean="0"/>
              <a:t>    </a:t>
            </a:r>
            <a:r>
              <a:rPr lang="en-US" altLang="zh-CN" sz="1400" b="1" dirty="0"/>
              <a:t>if ((NULL == pPool) || (0 == </a:t>
            </a:r>
            <a:r>
              <a:rPr lang="en-US" altLang="zh-CN" sz="1400" b="1" dirty="0" err="1"/>
              <a:t>uwSize</a:t>
            </a:r>
            <a:r>
              <a:rPr lang="en-US" altLang="zh-CN" sz="1400" b="1" dirty="0"/>
              <a:t>) || (0 == </a:t>
            </a:r>
            <a:r>
              <a:rPr lang="en-US" altLang="zh-CN" sz="1400" b="1" dirty="0" err="1"/>
              <a:t>uwBoundary</a:t>
            </a:r>
            <a:r>
              <a:rPr lang="en-US" altLang="zh-CN" sz="1400" b="1" dirty="0" smtClean="0"/>
              <a:t>) </a:t>
            </a:r>
            <a:r>
              <a:rPr lang="en-US" altLang="zh-CN" sz="1400" b="1" dirty="0"/>
              <a:t>|| !IS_ALIGNED(</a:t>
            </a:r>
            <a:r>
              <a:rPr lang="en-US" altLang="zh-CN" sz="1400" b="1" dirty="0" err="1"/>
              <a:t>uwBoundary</a:t>
            </a:r>
            <a:r>
              <a:rPr lang="en-US" altLang="zh-CN" sz="1400" b="1" dirty="0"/>
              <a:t>, </a:t>
            </a:r>
            <a:r>
              <a:rPr lang="en-US" altLang="zh-CN" sz="1400" b="1" dirty="0" err="1"/>
              <a:t>sizeof</a:t>
            </a:r>
            <a:r>
              <a:rPr lang="en-US" altLang="zh-CN" sz="1400" b="1" dirty="0"/>
              <a:t>(VOID *))) {</a:t>
            </a:r>
          </a:p>
          <a:p>
            <a:pPr marL="0" indent="456971">
              <a:lnSpc>
                <a:spcPct val="110000"/>
              </a:lnSpc>
              <a:spcBef>
                <a:spcPts val="0"/>
              </a:spcBef>
              <a:buClr>
                <a:schemeClr val="tx2">
                  <a:lumMod val="75000"/>
                </a:schemeClr>
              </a:buClr>
              <a:buNone/>
            </a:pPr>
            <a:r>
              <a:rPr lang="en-US" altLang="zh-CN" sz="1400" b="1" dirty="0"/>
              <a:t>               break;		</a:t>
            </a:r>
            <a:r>
              <a:rPr lang="en-US" altLang="zh-CN" sz="1400" b="1" dirty="0" smtClean="0"/>
              <a:t>		 </a:t>
            </a:r>
            <a:r>
              <a:rPr lang="en-US" altLang="zh-CN" sz="1400" b="1" dirty="0"/>
              <a:t>(1)</a:t>
            </a:r>
          </a:p>
          <a:p>
            <a:pPr marL="0" indent="456971">
              <a:lnSpc>
                <a:spcPct val="110000"/>
              </a:lnSpc>
              <a:spcBef>
                <a:spcPts val="0"/>
              </a:spcBef>
              <a:buClr>
                <a:schemeClr val="tx2">
                  <a:lumMod val="75000"/>
                </a:schemeClr>
              </a:buClr>
              <a:buNone/>
            </a:pPr>
            <a:r>
              <a:rPr lang="en-US" altLang="zh-CN" sz="1400" b="1" dirty="0"/>
              <a:t>           }</a:t>
            </a:r>
          </a:p>
          <a:p>
            <a:pPr marL="0" indent="456971">
              <a:lnSpc>
                <a:spcPct val="110000"/>
              </a:lnSpc>
              <a:spcBef>
                <a:spcPts val="0"/>
              </a:spcBef>
              <a:buClr>
                <a:schemeClr val="tx2">
                  <a:lumMod val="75000"/>
                </a:schemeClr>
              </a:buClr>
              <a:buNone/>
            </a:pPr>
            <a:r>
              <a:rPr lang="en-US" altLang="zh-CN" sz="1400" b="1" dirty="0"/>
              <a:t>    </a:t>
            </a:r>
            <a:r>
              <a:rPr lang="en-US" altLang="zh-CN" sz="1400" b="1" dirty="0" err="1" smtClean="0"/>
              <a:t>uwUseSize</a:t>
            </a:r>
            <a:r>
              <a:rPr lang="en-US" altLang="zh-CN" sz="1400" b="1" dirty="0" smtClean="0"/>
              <a:t> </a:t>
            </a:r>
            <a:r>
              <a:rPr lang="en-US" altLang="zh-CN" sz="1400" b="1" dirty="0"/>
              <a:t>= </a:t>
            </a:r>
            <a:r>
              <a:rPr lang="en-US" altLang="zh-CN" sz="1400" b="1" dirty="0" err="1"/>
              <a:t>uwSize</a:t>
            </a:r>
            <a:r>
              <a:rPr lang="en-US" altLang="zh-CN" sz="1400" b="1" dirty="0"/>
              <a:t> + </a:t>
            </a:r>
            <a:r>
              <a:rPr lang="en-US" altLang="zh-CN" sz="1400" b="1" dirty="0" err="1"/>
              <a:t>uwBoundary</a:t>
            </a:r>
            <a:r>
              <a:rPr lang="en-US" altLang="zh-CN" sz="1400" b="1" dirty="0"/>
              <a:t> + 4;</a:t>
            </a:r>
          </a:p>
          <a:p>
            <a:pPr marL="0" indent="456971">
              <a:lnSpc>
                <a:spcPct val="110000"/>
              </a:lnSpc>
              <a:spcBef>
                <a:spcPts val="0"/>
              </a:spcBef>
              <a:buClr>
                <a:schemeClr val="tx2">
                  <a:lumMod val="75000"/>
                </a:schemeClr>
              </a:buClr>
              <a:buNone/>
            </a:pPr>
            <a:r>
              <a:rPr lang="en-US" altLang="zh-CN" sz="1400" b="1" dirty="0"/>
              <a:t>    </a:t>
            </a:r>
            <a:r>
              <a:rPr lang="en-US" altLang="zh-CN" sz="1400" b="1" dirty="0" err="1" smtClean="0"/>
              <a:t>pRet</a:t>
            </a:r>
            <a:r>
              <a:rPr lang="en-US" altLang="zh-CN" sz="1400" b="1" dirty="0" smtClean="0"/>
              <a:t> </a:t>
            </a:r>
            <a:r>
              <a:rPr lang="en-US" altLang="zh-CN" sz="1400" b="1" dirty="0"/>
              <a:t>= </a:t>
            </a:r>
            <a:r>
              <a:rPr lang="en-US" altLang="zh-CN" sz="1400" b="1" dirty="0" err="1"/>
              <a:t>osHeapAlloc</a:t>
            </a:r>
            <a:r>
              <a:rPr lang="en-US" altLang="zh-CN" sz="1400" b="1" dirty="0"/>
              <a:t>(pPool, </a:t>
            </a:r>
            <a:r>
              <a:rPr lang="en-US" altLang="zh-CN" sz="1400" b="1" dirty="0" err="1"/>
              <a:t>uwUseSize</a:t>
            </a:r>
            <a:r>
              <a:rPr lang="en-US" altLang="zh-CN" sz="1400" b="1" dirty="0"/>
              <a:t>);	 (2)</a:t>
            </a:r>
          </a:p>
        </p:txBody>
      </p:sp>
      <p:sp>
        <p:nvSpPr>
          <p:cNvPr id="102" name="内容占位符 2"/>
          <p:cNvSpPr>
            <a:spLocks noGrp="1"/>
          </p:cNvSpPr>
          <p:nvPr>
            <p:ph idx="1"/>
          </p:nvPr>
        </p:nvSpPr>
        <p:spPr>
          <a:xfrm>
            <a:off x="231655" y="1206919"/>
            <a:ext cx="11500210" cy="1008950"/>
          </a:xfrm>
        </p:spPr>
        <p:txBody>
          <a:bodyPr>
            <a:noAutofit/>
          </a:bodyPr>
          <a:lstStyle/>
          <a:p>
            <a:pPr marL="0" indent="456971">
              <a:lnSpc>
                <a:spcPct val="135000"/>
              </a:lnSpc>
              <a:buClr>
                <a:schemeClr val="tx2">
                  <a:lumMod val="75000"/>
                </a:schemeClr>
              </a:buClr>
              <a:buNone/>
            </a:pPr>
            <a:r>
              <a:rPr lang="zh-CN" altLang="en-US" sz="1600" b="1" dirty="0">
                <a:solidFill>
                  <a:srgbClr val="C00000"/>
                </a:solidFill>
              </a:rPr>
              <a:t>任务控制块</a:t>
            </a:r>
            <a:r>
              <a:rPr lang="zh-CN" altLang="en-US" sz="1600" b="1" dirty="0"/>
              <a:t>和</a:t>
            </a:r>
            <a:r>
              <a:rPr lang="zh-CN" altLang="en-US" sz="1600" b="1" dirty="0">
                <a:solidFill>
                  <a:srgbClr val="C00000"/>
                </a:solidFill>
              </a:rPr>
              <a:t>任务栈</a:t>
            </a:r>
            <a:r>
              <a:rPr lang="zh-CN" altLang="en-US" sz="1600" b="1" dirty="0"/>
              <a:t>的内存空间都是从</a:t>
            </a:r>
            <a:r>
              <a:rPr lang="en-US" altLang="zh-CN" sz="1600" b="1" dirty="0"/>
              <a:t>SRAM</a:t>
            </a:r>
            <a:r>
              <a:rPr lang="zh-CN" altLang="en-US" sz="1600" b="1" dirty="0"/>
              <a:t>分配的，具体分配到哪个地址由编译器决定。</a:t>
            </a:r>
            <a:r>
              <a:rPr lang="en-US" altLang="zh-CN" sz="1600" b="1" dirty="0"/>
              <a:t>LiteOS</a:t>
            </a:r>
            <a:r>
              <a:rPr lang="zh-CN" altLang="en-US" sz="1600" b="1" dirty="0"/>
              <a:t>支持动态内存分配</a:t>
            </a:r>
            <a:r>
              <a:rPr lang="zh-CN" altLang="en-US" sz="1600" b="1" dirty="0" smtClean="0"/>
              <a:t>，</a:t>
            </a:r>
            <a:r>
              <a:rPr lang="en-US" altLang="zh-CN" sz="1600" b="1" dirty="0" err="1" smtClean="0"/>
              <a:t>LiteOS</a:t>
            </a:r>
            <a:r>
              <a:rPr lang="zh-CN" altLang="en-US" sz="1600" b="1" dirty="0"/>
              <a:t>中定义了一个</a:t>
            </a:r>
            <a:r>
              <a:rPr lang="en-US" altLang="zh-CN" sz="1600" b="1" dirty="0">
                <a:solidFill>
                  <a:srgbClr val="C00000"/>
                </a:solidFill>
              </a:rPr>
              <a:t>OS_SYS_MEM_SIZE</a:t>
            </a:r>
            <a:r>
              <a:rPr lang="zh-CN" altLang="en-US" sz="1600" b="1" dirty="0">
                <a:solidFill>
                  <a:srgbClr val="C00000"/>
                </a:solidFill>
              </a:rPr>
              <a:t>宏指定系统可以管理的内存大小</a:t>
            </a:r>
            <a:r>
              <a:rPr lang="zh-CN" altLang="en-US" sz="1600" b="1" dirty="0"/>
              <a:t>，这个宏定义在</a:t>
            </a:r>
            <a:r>
              <a:rPr lang="en-US" altLang="zh-CN" sz="1600" b="1" dirty="0" err="1"/>
              <a:t>target_config.h</a:t>
            </a:r>
            <a:r>
              <a:rPr lang="zh-CN" altLang="en-US" sz="1600" b="1" dirty="0"/>
              <a:t>中由用户配置。在创建任务的时候，系统使用</a:t>
            </a:r>
            <a:r>
              <a:rPr lang="en-US" altLang="zh-CN" sz="1600" b="1" dirty="0" err="1">
                <a:solidFill>
                  <a:srgbClr val="C00000"/>
                </a:solidFill>
              </a:rPr>
              <a:t>LOS_MemAllocAlign</a:t>
            </a:r>
            <a:r>
              <a:rPr lang="zh-CN" altLang="en-US" sz="1600" b="1" dirty="0">
                <a:solidFill>
                  <a:srgbClr val="C00000"/>
                </a:solidFill>
              </a:rPr>
              <a:t>函数从内存池中分配需要的内存</a:t>
            </a:r>
            <a:r>
              <a:rPr lang="zh-CN" altLang="en-US" sz="1600" b="1" dirty="0"/>
              <a:t>，如代码</a:t>
            </a:r>
            <a:r>
              <a:rPr lang="zh-CN" altLang="en-US" sz="1600" b="1" dirty="0" smtClean="0"/>
              <a:t>清单所</a:t>
            </a:r>
            <a:r>
              <a:rPr lang="zh-CN" altLang="en-US" sz="1600" b="1" dirty="0"/>
              <a:t>示。</a:t>
            </a:r>
          </a:p>
        </p:txBody>
      </p:sp>
      <p:sp>
        <p:nvSpPr>
          <p:cNvPr id="103" name="内容占位符 2"/>
          <p:cNvSpPr>
            <a:spLocks noGrp="1"/>
          </p:cNvSpPr>
          <p:nvPr>
            <p:ph idx="1"/>
          </p:nvPr>
        </p:nvSpPr>
        <p:spPr>
          <a:xfrm>
            <a:off x="6096000" y="2416224"/>
            <a:ext cx="6016666" cy="3612036"/>
          </a:xfrm>
        </p:spPr>
        <p:txBody>
          <a:bodyPr>
            <a:noAutofit/>
          </a:bodyPr>
          <a:lstStyle/>
          <a:p>
            <a:pPr marL="0" indent="456971">
              <a:lnSpc>
                <a:spcPct val="110000"/>
              </a:lnSpc>
              <a:spcBef>
                <a:spcPts val="0"/>
              </a:spcBef>
              <a:buClr>
                <a:schemeClr val="tx2">
                  <a:lumMod val="75000"/>
                </a:schemeClr>
              </a:buClr>
              <a:buNone/>
            </a:pPr>
            <a:r>
              <a:rPr lang="en-US" altLang="zh-CN" sz="1400" b="1" dirty="0"/>
              <a:t>           if (</a:t>
            </a:r>
            <a:r>
              <a:rPr lang="en-US" altLang="zh-CN" sz="1400" b="1" dirty="0" err="1"/>
              <a:t>pRet</a:t>
            </a:r>
            <a:r>
              <a:rPr lang="en-US" altLang="zh-CN" sz="1400" b="1" dirty="0"/>
              <a:t>) {</a:t>
            </a:r>
          </a:p>
          <a:p>
            <a:pPr marL="0" indent="456971">
              <a:lnSpc>
                <a:spcPct val="110000"/>
              </a:lnSpc>
              <a:spcBef>
                <a:spcPts val="0"/>
              </a:spcBef>
              <a:buClr>
                <a:schemeClr val="tx2">
                  <a:lumMod val="75000"/>
                </a:schemeClr>
              </a:buClr>
              <a:buNone/>
            </a:pPr>
            <a:r>
              <a:rPr lang="en-US" altLang="zh-CN" sz="1400" b="1" dirty="0"/>
              <a:t>                </a:t>
            </a:r>
            <a:r>
              <a:rPr lang="en-US" altLang="zh-CN" sz="1400" b="1" dirty="0" err="1"/>
              <a:t>pAlignedPtr</a:t>
            </a:r>
            <a:r>
              <a:rPr lang="en-US" altLang="zh-CN" sz="1400" b="1" dirty="0"/>
              <a:t> = (VOID *)OS_MEM_ALIGN(</a:t>
            </a:r>
            <a:r>
              <a:rPr lang="en-US" altLang="zh-CN" sz="1400" b="1" dirty="0" err="1"/>
              <a:t>pRet</a:t>
            </a:r>
            <a:r>
              <a:rPr lang="en-US" altLang="zh-CN" sz="1400" b="1" dirty="0"/>
              <a:t>, </a:t>
            </a:r>
            <a:r>
              <a:rPr lang="en-US" altLang="zh-CN" sz="1400" b="1" dirty="0" err="1"/>
              <a:t>uwBoundary</a:t>
            </a:r>
            <a:r>
              <a:rPr lang="en-US" altLang="zh-CN" sz="1400" b="1" dirty="0"/>
              <a:t>);      </a:t>
            </a:r>
            <a:r>
              <a:rPr lang="en-US" altLang="zh-CN" sz="1400" b="1" dirty="0" smtClean="0"/>
              <a:t>		 </a:t>
            </a:r>
            <a:r>
              <a:rPr lang="en-US" altLang="zh-CN" sz="1400" b="1" dirty="0"/>
              <a:t>(3)</a:t>
            </a:r>
          </a:p>
          <a:p>
            <a:pPr marL="0" indent="456971">
              <a:lnSpc>
                <a:spcPct val="110000"/>
              </a:lnSpc>
              <a:spcBef>
                <a:spcPts val="0"/>
              </a:spcBef>
              <a:buClr>
                <a:schemeClr val="tx2">
                  <a:lumMod val="75000"/>
                </a:schemeClr>
              </a:buClr>
              <a:buNone/>
            </a:pPr>
            <a:r>
              <a:rPr lang="en-US" altLang="zh-CN" sz="1400" b="1" dirty="0"/>
              <a:t>                if (</a:t>
            </a:r>
            <a:r>
              <a:rPr lang="en-US" altLang="zh-CN" sz="1400" b="1" dirty="0" err="1"/>
              <a:t>pRet</a:t>
            </a:r>
            <a:r>
              <a:rPr lang="en-US" altLang="zh-CN" sz="1400" b="1" dirty="0"/>
              <a:t> == </a:t>
            </a:r>
            <a:r>
              <a:rPr lang="en-US" altLang="zh-CN" sz="1400" b="1" dirty="0" err="1"/>
              <a:t>pAlignedPtr</a:t>
            </a:r>
            <a:r>
              <a:rPr lang="en-US" altLang="zh-CN" sz="1400" b="1" dirty="0"/>
              <a:t>) {</a:t>
            </a:r>
          </a:p>
          <a:p>
            <a:pPr marL="0" indent="456971">
              <a:lnSpc>
                <a:spcPct val="110000"/>
              </a:lnSpc>
              <a:spcBef>
                <a:spcPts val="0"/>
              </a:spcBef>
              <a:buClr>
                <a:schemeClr val="tx2">
                  <a:lumMod val="75000"/>
                </a:schemeClr>
              </a:buClr>
              <a:buNone/>
            </a:pPr>
            <a:r>
              <a:rPr lang="en-US" altLang="zh-CN" sz="1400" b="1" dirty="0"/>
              <a:t>                     break;</a:t>
            </a:r>
          </a:p>
          <a:p>
            <a:pPr marL="0" indent="456971">
              <a:lnSpc>
                <a:spcPct val="110000"/>
              </a:lnSpc>
              <a:spcBef>
                <a:spcPts val="0"/>
              </a:spcBef>
              <a:buClr>
                <a:schemeClr val="tx2">
                  <a:lumMod val="75000"/>
                </a:schemeClr>
              </a:buClr>
              <a:buNone/>
            </a:pPr>
            <a:r>
              <a:rPr lang="en-US" altLang="zh-CN" sz="1400" b="1" dirty="0"/>
              <a:t>                }</a:t>
            </a:r>
          </a:p>
          <a:p>
            <a:pPr marL="0" indent="456971">
              <a:lnSpc>
                <a:spcPct val="110000"/>
              </a:lnSpc>
              <a:spcBef>
                <a:spcPts val="0"/>
              </a:spcBef>
              <a:buClr>
                <a:schemeClr val="tx2">
                  <a:lumMod val="75000"/>
                </a:schemeClr>
              </a:buClr>
              <a:buNone/>
            </a:pPr>
            <a:r>
              <a:rPr lang="en-US" altLang="zh-CN" sz="1400" b="1" dirty="0"/>
              <a:t>                </a:t>
            </a:r>
            <a:r>
              <a:rPr lang="en-US" altLang="zh-CN" sz="1400" b="1" dirty="0" err="1"/>
              <a:t>uwGapSize</a:t>
            </a:r>
            <a:r>
              <a:rPr lang="en-US" altLang="zh-CN" sz="1400" b="1" dirty="0"/>
              <a:t> = (UINT32)</a:t>
            </a:r>
            <a:r>
              <a:rPr lang="en-US" altLang="zh-CN" sz="1400" b="1" dirty="0" err="1"/>
              <a:t>pAlignedPtr</a:t>
            </a:r>
            <a:r>
              <a:rPr lang="en-US" altLang="zh-CN" sz="1400" b="1" dirty="0"/>
              <a:t> - (UINT32)</a:t>
            </a:r>
            <a:r>
              <a:rPr lang="en-US" altLang="zh-CN" sz="1400" b="1" dirty="0" err="1"/>
              <a:t>pRet</a:t>
            </a:r>
            <a:r>
              <a:rPr lang="en-US" altLang="zh-CN" sz="1400" b="1" dirty="0"/>
              <a:t>;</a:t>
            </a:r>
          </a:p>
          <a:p>
            <a:pPr marL="0" indent="456971">
              <a:lnSpc>
                <a:spcPct val="110000"/>
              </a:lnSpc>
              <a:spcBef>
                <a:spcPts val="0"/>
              </a:spcBef>
              <a:buClr>
                <a:schemeClr val="tx2">
                  <a:lumMod val="75000"/>
                </a:schemeClr>
              </a:buClr>
              <a:buNone/>
            </a:pPr>
            <a:r>
              <a:rPr lang="en-US" altLang="zh-CN" sz="1400" b="1" dirty="0"/>
              <a:t>                OS_MEM_SET_ALIGN_FLAG(</a:t>
            </a:r>
            <a:r>
              <a:rPr lang="en-US" altLang="zh-CN" sz="1400" b="1" dirty="0" err="1"/>
              <a:t>uwGapSize</a:t>
            </a:r>
            <a:r>
              <a:rPr lang="en-US" altLang="zh-CN" sz="1400" b="1" dirty="0"/>
              <a:t>);</a:t>
            </a:r>
          </a:p>
          <a:p>
            <a:pPr marL="0" indent="456971">
              <a:lnSpc>
                <a:spcPct val="110000"/>
              </a:lnSpc>
              <a:spcBef>
                <a:spcPts val="0"/>
              </a:spcBef>
              <a:buClr>
                <a:schemeClr val="tx2">
                  <a:lumMod val="75000"/>
                </a:schemeClr>
              </a:buClr>
              <a:buNone/>
            </a:pPr>
            <a:r>
              <a:rPr lang="en-US" altLang="zh-CN" sz="1400" b="1" dirty="0"/>
              <a:t>                *((UINT32 *)((UINT32)</a:t>
            </a:r>
            <a:r>
              <a:rPr lang="en-US" altLang="zh-CN" sz="1400" b="1" dirty="0" err="1"/>
              <a:t>pAlignedPtr</a:t>
            </a:r>
            <a:r>
              <a:rPr lang="en-US" altLang="zh-CN" sz="1400" b="1" dirty="0"/>
              <a:t> - 4)) = </a:t>
            </a:r>
            <a:r>
              <a:rPr lang="en-US" altLang="zh-CN" sz="1400" b="1" dirty="0" err="1"/>
              <a:t>uwGapSize</a:t>
            </a:r>
            <a:r>
              <a:rPr lang="en-US" altLang="zh-CN" sz="1400" b="1" dirty="0"/>
              <a:t>;</a:t>
            </a:r>
          </a:p>
          <a:p>
            <a:pPr marL="0" indent="456971">
              <a:lnSpc>
                <a:spcPct val="110000"/>
              </a:lnSpc>
              <a:spcBef>
                <a:spcPts val="0"/>
              </a:spcBef>
              <a:buClr>
                <a:schemeClr val="tx2">
                  <a:lumMod val="75000"/>
                </a:schemeClr>
              </a:buClr>
              <a:buNone/>
            </a:pPr>
            <a:r>
              <a:rPr lang="en-US" altLang="zh-CN" sz="1400" b="1" dirty="0"/>
              <a:t>                </a:t>
            </a:r>
            <a:r>
              <a:rPr lang="en-US" altLang="zh-CN" sz="1400" b="1" dirty="0" err="1"/>
              <a:t>pRet</a:t>
            </a:r>
            <a:r>
              <a:rPr lang="en-US" altLang="zh-CN" sz="1400" b="1" dirty="0"/>
              <a:t> = </a:t>
            </a:r>
            <a:r>
              <a:rPr lang="en-US" altLang="zh-CN" sz="1400" b="1" dirty="0" err="1"/>
              <a:t>pAlignedPtr</a:t>
            </a:r>
            <a:r>
              <a:rPr lang="en-US" altLang="zh-CN" sz="1400" b="1" dirty="0"/>
              <a:t>;</a:t>
            </a:r>
          </a:p>
          <a:p>
            <a:pPr marL="0" indent="456971">
              <a:lnSpc>
                <a:spcPct val="110000"/>
              </a:lnSpc>
              <a:spcBef>
                <a:spcPts val="0"/>
              </a:spcBef>
              <a:buClr>
                <a:schemeClr val="tx2">
                  <a:lumMod val="75000"/>
                </a:schemeClr>
              </a:buClr>
              <a:buNone/>
            </a:pPr>
            <a:r>
              <a:rPr lang="en-US" altLang="zh-CN" sz="1400" b="1" dirty="0"/>
              <a:t>           }</a:t>
            </a:r>
          </a:p>
          <a:p>
            <a:pPr marL="0" indent="456971">
              <a:lnSpc>
                <a:spcPct val="110000"/>
              </a:lnSpc>
              <a:spcBef>
                <a:spcPts val="0"/>
              </a:spcBef>
              <a:buClr>
                <a:schemeClr val="tx2">
                  <a:lumMod val="75000"/>
                </a:schemeClr>
              </a:buClr>
              <a:buNone/>
            </a:pPr>
            <a:r>
              <a:rPr lang="en-US" altLang="zh-CN" sz="1400" b="1" dirty="0"/>
              <a:t>      </a:t>
            </a:r>
            <a:r>
              <a:rPr lang="en-US" altLang="zh-CN" sz="1400" b="1" dirty="0">
                <a:solidFill>
                  <a:schemeClr val="accent2">
                    <a:lumMod val="75000"/>
                  </a:schemeClr>
                </a:solidFill>
              </a:rPr>
              <a:t>} while (0);</a:t>
            </a:r>
          </a:p>
          <a:p>
            <a:pPr marL="0" indent="456971">
              <a:lnSpc>
                <a:spcPct val="110000"/>
              </a:lnSpc>
              <a:spcBef>
                <a:spcPts val="0"/>
              </a:spcBef>
              <a:buClr>
                <a:schemeClr val="tx2">
                  <a:lumMod val="75000"/>
                </a:schemeClr>
              </a:buClr>
              <a:buNone/>
            </a:pPr>
            <a:r>
              <a:rPr lang="en-US" altLang="zh-CN" sz="1400" b="1" dirty="0"/>
              <a:t>      return </a:t>
            </a:r>
            <a:r>
              <a:rPr lang="en-US" altLang="zh-CN" sz="1400" b="1" dirty="0" err="1"/>
              <a:t>pRet</a:t>
            </a:r>
            <a:r>
              <a:rPr lang="en-US" altLang="zh-CN" sz="1400" b="1" dirty="0"/>
              <a:t>;</a:t>
            </a:r>
          </a:p>
          <a:p>
            <a:pPr marL="0" indent="456971">
              <a:lnSpc>
                <a:spcPct val="110000"/>
              </a:lnSpc>
              <a:spcBef>
                <a:spcPts val="0"/>
              </a:spcBef>
              <a:buClr>
                <a:schemeClr val="tx2">
                  <a:lumMod val="75000"/>
                </a:schemeClr>
              </a:buClr>
              <a:buNone/>
            </a:pPr>
            <a:r>
              <a:rPr lang="en-US" altLang="zh-CN" sz="1400" b="1" dirty="0"/>
              <a:t> }</a:t>
            </a:r>
          </a:p>
        </p:txBody>
      </p:sp>
      <p:cxnSp>
        <p:nvCxnSpPr>
          <p:cNvPr id="9" name="直接连接符 8"/>
          <p:cNvCxnSpPr>
            <a:stCxn id="5" idx="0"/>
          </p:cNvCxnSpPr>
          <p:nvPr/>
        </p:nvCxnSpPr>
        <p:spPr>
          <a:xfrm>
            <a:off x="6057920" y="2667397"/>
            <a:ext cx="38080" cy="3763667"/>
          </a:xfrm>
          <a:prstGeom prst="line">
            <a:avLst/>
          </a:prstGeom>
        </p:spPr>
        <p:style>
          <a:lnRef idx="1">
            <a:schemeClr val="accent1"/>
          </a:lnRef>
          <a:fillRef idx="0">
            <a:schemeClr val="accent1"/>
          </a:fillRef>
          <a:effectRef idx="0">
            <a:schemeClr val="accent1"/>
          </a:effectRef>
          <a:fontRef idx="minor">
            <a:schemeClr val="tx1"/>
          </a:fontRef>
        </p:style>
      </p:cxnSp>
      <p:sp>
        <p:nvSpPr>
          <p:cNvPr id="10" name="下弧形箭头 9"/>
          <p:cNvSpPr/>
          <p:nvPr/>
        </p:nvSpPr>
        <p:spPr>
          <a:xfrm>
            <a:off x="5677118" y="6301463"/>
            <a:ext cx="837764" cy="152321"/>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solidFill>
                <a:schemeClr val="tx1"/>
              </a:solidFill>
            </a:endParaRPr>
          </a:p>
        </p:txBody>
      </p:sp>
      <p:sp>
        <p:nvSpPr>
          <p:cNvPr id="11" name="圆角矩形标注 10"/>
          <p:cNvSpPr/>
          <p:nvPr/>
        </p:nvSpPr>
        <p:spPr>
          <a:xfrm>
            <a:off x="1503658" y="3395252"/>
            <a:ext cx="3122574" cy="560733"/>
          </a:xfrm>
          <a:prstGeom prst="wedgeRoundRectCallout">
            <a:avLst>
              <a:gd name="adj1" fmla="val -42508"/>
              <a:gd name="adj2" fmla="val 89569"/>
              <a:gd name="adj3" fmla="val 16667"/>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sz="1199" b="1" dirty="0">
                <a:solidFill>
                  <a:srgbClr val="C00000"/>
                </a:solidFill>
              </a:rPr>
              <a:t>如果传入的参数是非法的，则跳出循环不再继续分配内存。</a:t>
            </a:r>
            <a:endParaRPr lang="zh-CN" altLang="en-US" sz="1199" b="1" dirty="0">
              <a:solidFill>
                <a:srgbClr val="C00000"/>
              </a:solidFill>
            </a:endParaRPr>
          </a:p>
        </p:txBody>
      </p:sp>
      <p:sp>
        <p:nvSpPr>
          <p:cNvPr id="104" name="圆角矩形标注 103"/>
          <p:cNvSpPr/>
          <p:nvPr/>
        </p:nvSpPr>
        <p:spPr>
          <a:xfrm>
            <a:off x="1832049" y="4511604"/>
            <a:ext cx="4263951" cy="879463"/>
          </a:xfrm>
          <a:prstGeom prst="wedgeRoundRectCallout">
            <a:avLst>
              <a:gd name="adj1" fmla="val -46630"/>
              <a:gd name="adj2" fmla="val 71204"/>
              <a:gd name="adj3" fmla="val 16667"/>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99" b="1" dirty="0">
                <a:solidFill>
                  <a:srgbClr val="C00000"/>
                </a:solidFill>
              </a:rPr>
              <a:t>进行内存分配，从系统可管理的</a:t>
            </a:r>
            <a:r>
              <a:rPr lang="en-US" altLang="zh-CN" sz="1199" b="1" dirty="0">
                <a:solidFill>
                  <a:srgbClr val="C00000"/>
                </a:solidFill>
              </a:rPr>
              <a:t>OS_SYS_MEM_SIZE</a:t>
            </a:r>
            <a:r>
              <a:rPr lang="zh-CN" altLang="en-US" sz="1199" b="1" dirty="0">
                <a:solidFill>
                  <a:srgbClr val="C00000"/>
                </a:solidFill>
              </a:rPr>
              <a:t>大小的内存中进行分配，分配的内存大小为</a:t>
            </a:r>
            <a:r>
              <a:rPr lang="en-US" altLang="zh-CN" sz="1199" b="1" dirty="0" err="1">
                <a:solidFill>
                  <a:srgbClr val="C00000"/>
                </a:solidFill>
              </a:rPr>
              <a:t>uwUseSize</a:t>
            </a:r>
            <a:r>
              <a:rPr lang="zh-CN" altLang="en-US" sz="1199" b="1" dirty="0">
                <a:solidFill>
                  <a:srgbClr val="C00000"/>
                </a:solidFill>
              </a:rPr>
              <a:t>，如果内存分配成功，则返回指向内存地址的指针</a:t>
            </a:r>
            <a:r>
              <a:rPr lang="en-US" altLang="zh-CN" sz="1199" b="1" dirty="0" err="1">
                <a:solidFill>
                  <a:srgbClr val="C00000"/>
                </a:solidFill>
              </a:rPr>
              <a:t>pRet</a:t>
            </a:r>
            <a:r>
              <a:rPr lang="zh-CN" altLang="en-US" sz="1199" b="1" dirty="0">
                <a:solidFill>
                  <a:srgbClr val="C00000"/>
                </a:solidFill>
              </a:rPr>
              <a:t>。</a:t>
            </a:r>
          </a:p>
        </p:txBody>
      </p:sp>
      <p:sp>
        <p:nvSpPr>
          <p:cNvPr id="105" name="圆角矩形标注 104"/>
          <p:cNvSpPr/>
          <p:nvPr/>
        </p:nvSpPr>
        <p:spPr>
          <a:xfrm>
            <a:off x="7140103" y="3167872"/>
            <a:ext cx="3504405" cy="624165"/>
          </a:xfrm>
          <a:prstGeom prst="wedgeRoundRectCallout">
            <a:avLst>
              <a:gd name="adj1" fmla="val -416"/>
              <a:gd name="adj2" fmla="val -89636"/>
              <a:gd name="adj3" fmla="val 16667"/>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99" b="1" dirty="0">
                <a:solidFill>
                  <a:srgbClr val="C00000"/>
                </a:solidFill>
              </a:rPr>
              <a:t>如果内存分配成功，则对已经分配的内存进行对齐操作。在</a:t>
            </a:r>
            <a:r>
              <a:rPr lang="en-US" altLang="zh-CN" sz="1199" b="1" dirty="0">
                <a:solidFill>
                  <a:srgbClr val="C00000"/>
                </a:solidFill>
              </a:rPr>
              <a:t>LiteOS</a:t>
            </a:r>
            <a:r>
              <a:rPr lang="zh-CN" altLang="en-US" sz="1199" b="1" dirty="0">
                <a:solidFill>
                  <a:srgbClr val="C00000"/>
                </a:solidFill>
              </a:rPr>
              <a:t>中，内存按</a:t>
            </a:r>
            <a:r>
              <a:rPr lang="en-US" altLang="zh-CN" sz="1199" b="1" dirty="0">
                <a:solidFill>
                  <a:srgbClr val="C00000"/>
                </a:solidFill>
              </a:rPr>
              <a:t>8</a:t>
            </a:r>
            <a:r>
              <a:rPr lang="zh-CN" altLang="en-US" sz="1199" b="1" dirty="0">
                <a:solidFill>
                  <a:srgbClr val="C00000"/>
                </a:solidFill>
              </a:rPr>
              <a:t>字节对齐。</a:t>
            </a:r>
          </a:p>
        </p:txBody>
      </p:sp>
      <p:sp>
        <p:nvSpPr>
          <p:cNvPr id="15" name="矩形 14">
            <a:extLst>
              <a:ext uri="{FF2B5EF4-FFF2-40B4-BE49-F238E27FC236}">
                <a16:creationId xmlns:a16="http://schemas.microsoft.com/office/drawing/2014/main" id="{ADFA951A-978E-4E8D-A85A-85B6177AC588}"/>
              </a:ext>
            </a:extLst>
          </p:cNvPr>
          <p:cNvSpPr/>
          <p:nvPr/>
        </p:nvSpPr>
        <p:spPr>
          <a:xfrm>
            <a:off x="0" y="-21316"/>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smtClean="0">
                <a:cs typeface="+mn-ea"/>
                <a:sym typeface="+mn-lt"/>
              </a:rPr>
              <a:t>3.2</a:t>
            </a:r>
            <a:r>
              <a:rPr lang="zh-CN" altLang="en-US" sz="2800" b="1" dirty="0" smtClean="0">
                <a:cs typeface="+mn-ea"/>
                <a:sym typeface="+mn-lt"/>
              </a:rPr>
              <a:t>创建单任务</a:t>
            </a:r>
            <a:endParaRPr lang="zh-CN" altLang="en-US" sz="2800" b="1" dirty="0">
              <a:solidFill>
                <a:schemeClr val="bg1"/>
              </a:solidFill>
              <a:cs typeface="+mn-ea"/>
              <a:sym typeface="+mn-lt"/>
            </a:endParaRPr>
          </a:p>
        </p:txBody>
      </p:sp>
      <p:sp>
        <p:nvSpPr>
          <p:cNvPr id="16"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
        <p:nvSpPr>
          <p:cNvPr id="17" name="圆角矩形标注 16"/>
          <p:cNvSpPr/>
          <p:nvPr/>
        </p:nvSpPr>
        <p:spPr>
          <a:xfrm>
            <a:off x="10569677" y="5166867"/>
            <a:ext cx="1542989" cy="389728"/>
          </a:xfrm>
          <a:prstGeom prst="wedgeRoundRectCallout">
            <a:avLst>
              <a:gd name="adj1" fmla="val -46652"/>
              <a:gd name="adj2" fmla="val -280956"/>
              <a:gd name="adj3" fmla="val 16667"/>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99" b="1" dirty="0" smtClean="0">
                <a:solidFill>
                  <a:srgbClr val="C00000"/>
                </a:solidFill>
              </a:rPr>
              <a:t>在高位作对齐标志</a:t>
            </a:r>
            <a:endParaRPr lang="zh-CN" altLang="en-US" sz="1199" b="1" dirty="0">
              <a:solidFill>
                <a:srgbClr val="C00000"/>
              </a:solidFill>
            </a:endParaRPr>
          </a:p>
        </p:txBody>
      </p:sp>
      <p:sp>
        <p:nvSpPr>
          <p:cNvPr id="21" name="圆角矩形标注 20"/>
          <p:cNvSpPr/>
          <p:nvPr/>
        </p:nvSpPr>
        <p:spPr>
          <a:xfrm>
            <a:off x="9483212" y="5969998"/>
            <a:ext cx="1542989" cy="389728"/>
          </a:xfrm>
          <a:prstGeom prst="wedgeRoundRectCallout">
            <a:avLst>
              <a:gd name="adj1" fmla="val -29447"/>
              <a:gd name="adj2" fmla="val -409621"/>
              <a:gd name="adj3" fmla="val 16667"/>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99" b="1" dirty="0" smtClean="0">
                <a:solidFill>
                  <a:srgbClr val="C00000"/>
                </a:solidFill>
              </a:rPr>
              <a:t>存在覆盖非用户分配内存的风险</a:t>
            </a:r>
            <a:endParaRPr lang="zh-CN" altLang="en-US" sz="1199" b="1" dirty="0">
              <a:solidFill>
                <a:srgbClr val="C00000"/>
              </a:solidFill>
            </a:endParaRPr>
          </a:p>
        </p:txBody>
      </p:sp>
    </p:spTree>
    <p:extLst>
      <p:ext uri="{BB962C8B-B14F-4D97-AF65-F5344CB8AC3E}">
        <p14:creationId xmlns:p14="http://schemas.microsoft.com/office/powerpoint/2010/main" val="244906943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4"/>
                                        </p:tgtEl>
                                        <p:attrNameLst>
                                          <p:attrName>style.visibility</p:attrName>
                                        </p:attrNameLst>
                                      </p:cBhvr>
                                      <p:to>
                                        <p:strVal val="visible"/>
                                      </p:to>
                                    </p:set>
                                    <p:animEffect transition="in" filter="fade">
                                      <p:cBhvr>
                                        <p:cTn id="12" dur="500"/>
                                        <p:tgtEl>
                                          <p:spTgt spid="10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5"/>
                                        </p:tgtEl>
                                        <p:attrNameLst>
                                          <p:attrName>style.visibility</p:attrName>
                                        </p:attrNameLst>
                                      </p:cBhvr>
                                      <p:to>
                                        <p:strVal val="visible"/>
                                      </p:to>
                                    </p:set>
                                    <p:animEffect transition="in" filter="fade">
                                      <p:cBhvr>
                                        <p:cTn id="17" dur="500"/>
                                        <p:tgtEl>
                                          <p:spTgt spid="10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5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fade">
                                      <p:cBhvr>
                                        <p:cTn id="2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04" grpId="0" animBg="1"/>
      <p:bldP spid="105" grpId="0" animBg="1"/>
      <p:bldP spid="17" grpId="0" animBg="1"/>
      <p:bldP spid="2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31654" y="1073928"/>
            <a:ext cx="11652531" cy="21050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8" name="矩形 17"/>
          <p:cNvSpPr/>
          <p:nvPr/>
        </p:nvSpPr>
        <p:spPr>
          <a:xfrm>
            <a:off x="231654" y="6583385"/>
            <a:ext cx="11652531" cy="11658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9" name="内容占位符 2"/>
          <p:cNvSpPr>
            <a:spLocks noGrp="1"/>
          </p:cNvSpPr>
          <p:nvPr>
            <p:ph idx="1"/>
          </p:nvPr>
        </p:nvSpPr>
        <p:spPr>
          <a:xfrm>
            <a:off x="231654" y="655957"/>
            <a:ext cx="11500210" cy="533122"/>
          </a:xfrm>
        </p:spPr>
        <p:txBody>
          <a:bodyPr>
            <a:normAutofit/>
          </a:bodyPr>
          <a:lstStyle/>
          <a:p>
            <a:pPr marL="0" indent="456971">
              <a:lnSpc>
                <a:spcPct val="135000"/>
              </a:lnSpc>
              <a:buClr>
                <a:schemeClr val="tx2">
                  <a:lumMod val="75000"/>
                </a:schemeClr>
              </a:buClr>
              <a:buNone/>
            </a:pPr>
            <a:r>
              <a:rPr lang="zh-CN" altLang="en-US" b="1" dirty="0"/>
              <a:t>动态内存空间的堆</a:t>
            </a:r>
          </a:p>
        </p:txBody>
      </p:sp>
      <p:sp>
        <p:nvSpPr>
          <p:cNvPr id="102" name="内容占位符 2"/>
          <p:cNvSpPr>
            <a:spLocks noGrp="1"/>
          </p:cNvSpPr>
          <p:nvPr>
            <p:ph idx="1"/>
          </p:nvPr>
        </p:nvSpPr>
        <p:spPr>
          <a:xfrm>
            <a:off x="231655" y="1206919"/>
            <a:ext cx="11500210" cy="1008950"/>
          </a:xfrm>
        </p:spPr>
        <p:txBody>
          <a:bodyPr>
            <a:noAutofit/>
          </a:bodyPr>
          <a:lstStyle/>
          <a:p>
            <a:pPr marL="0" indent="456971">
              <a:lnSpc>
                <a:spcPct val="135000"/>
              </a:lnSpc>
              <a:buClr>
                <a:schemeClr val="tx2">
                  <a:lumMod val="75000"/>
                </a:schemeClr>
              </a:buClr>
              <a:buNone/>
            </a:pPr>
            <a:r>
              <a:rPr lang="zh-CN" altLang="en-US" sz="1600" b="1" dirty="0">
                <a:solidFill>
                  <a:srgbClr val="C00000"/>
                </a:solidFill>
              </a:rPr>
              <a:t>任务控制块</a:t>
            </a:r>
            <a:r>
              <a:rPr lang="zh-CN" altLang="en-US" sz="1600" b="1" dirty="0"/>
              <a:t>和</a:t>
            </a:r>
            <a:r>
              <a:rPr lang="zh-CN" altLang="en-US" sz="1600" b="1" dirty="0">
                <a:solidFill>
                  <a:srgbClr val="C00000"/>
                </a:solidFill>
              </a:rPr>
              <a:t>任务栈</a:t>
            </a:r>
            <a:r>
              <a:rPr lang="zh-CN" altLang="en-US" sz="1600" b="1" dirty="0"/>
              <a:t>的内存空间都是从</a:t>
            </a:r>
            <a:r>
              <a:rPr lang="en-US" altLang="zh-CN" sz="1600" b="1" dirty="0"/>
              <a:t>SRAM</a:t>
            </a:r>
            <a:r>
              <a:rPr lang="zh-CN" altLang="en-US" sz="1600" b="1" dirty="0"/>
              <a:t>分配的，具体分配到哪个地址由编译器决定。</a:t>
            </a:r>
            <a:r>
              <a:rPr lang="en-US" altLang="zh-CN" sz="1600" b="1" dirty="0"/>
              <a:t>LiteOS</a:t>
            </a:r>
            <a:r>
              <a:rPr lang="zh-CN" altLang="en-US" sz="1600" b="1" dirty="0"/>
              <a:t>支持动态内存分配</a:t>
            </a:r>
            <a:r>
              <a:rPr lang="zh-CN" altLang="en-US" sz="1600" b="1" dirty="0" smtClean="0"/>
              <a:t>，</a:t>
            </a:r>
            <a:r>
              <a:rPr lang="en-US" altLang="zh-CN" sz="1600" b="1" dirty="0" err="1" smtClean="0"/>
              <a:t>LiteOS</a:t>
            </a:r>
            <a:r>
              <a:rPr lang="zh-CN" altLang="en-US" sz="1600" b="1" dirty="0"/>
              <a:t>中定义了一个</a:t>
            </a:r>
            <a:r>
              <a:rPr lang="en-US" altLang="zh-CN" sz="1600" b="1" dirty="0">
                <a:solidFill>
                  <a:srgbClr val="C00000"/>
                </a:solidFill>
              </a:rPr>
              <a:t>OS_SYS_MEM_SIZE</a:t>
            </a:r>
            <a:r>
              <a:rPr lang="zh-CN" altLang="en-US" sz="1600" b="1" dirty="0">
                <a:solidFill>
                  <a:srgbClr val="C00000"/>
                </a:solidFill>
              </a:rPr>
              <a:t>宏指定系统可以管理的内存大小</a:t>
            </a:r>
            <a:r>
              <a:rPr lang="zh-CN" altLang="en-US" sz="1600" b="1" dirty="0"/>
              <a:t>，这个宏定义在</a:t>
            </a:r>
            <a:r>
              <a:rPr lang="en-US" altLang="zh-CN" sz="1600" b="1" dirty="0" err="1"/>
              <a:t>target_config.h</a:t>
            </a:r>
            <a:r>
              <a:rPr lang="zh-CN" altLang="en-US" sz="1600" b="1" dirty="0"/>
              <a:t>中由用户配置。在创建任务的时候，系统使用</a:t>
            </a:r>
            <a:r>
              <a:rPr lang="en-US" altLang="zh-CN" sz="1600" b="1" dirty="0" err="1">
                <a:solidFill>
                  <a:srgbClr val="C00000"/>
                </a:solidFill>
              </a:rPr>
              <a:t>LOS_MemAllocAlign</a:t>
            </a:r>
            <a:r>
              <a:rPr lang="zh-CN" altLang="en-US" sz="1600" b="1" dirty="0">
                <a:solidFill>
                  <a:srgbClr val="C00000"/>
                </a:solidFill>
              </a:rPr>
              <a:t>函数从内存池中分配需要的内存</a:t>
            </a:r>
            <a:r>
              <a:rPr lang="zh-CN" altLang="en-US" sz="1600" b="1" dirty="0"/>
              <a:t>，如代码</a:t>
            </a:r>
            <a:r>
              <a:rPr lang="zh-CN" altLang="en-US" sz="1600" b="1" dirty="0" smtClean="0"/>
              <a:t>清单所</a:t>
            </a:r>
            <a:r>
              <a:rPr lang="zh-CN" altLang="en-US" sz="1600" b="1" dirty="0"/>
              <a:t>示。</a:t>
            </a:r>
          </a:p>
        </p:txBody>
      </p:sp>
      <p:sp>
        <p:nvSpPr>
          <p:cNvPr id="15" name="矩形 14">
            <a:extLst>
              <a:ext uri="{FF2B5EF4-FFF2-40B4-BE49-F238E27FC236}">
                <a16:creationId xmlns:a16="http://schemas.microsoft.com/office/drawing/2014/main" id="{ADFA951A-978E-4E8D-A85A-85B6177AC588}"/>
              </a:ext>
            </a:extLst>
          </p:cNvPr>
          <p:cNvSpPr/>
          <p:nvPr/>
        </p:nvSpPr>
        <p:spPr>
          <a:xfrm>
            <a:off x="0" y="-21316"/>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smtClean="0">
                <a:cs typeface="+mn-ea"/>
                <a:sym typeface="+mn-lt"/>
              </a:rPr>
              <a:t>3.2</a:t>
            </a:r>
            <a:r>
              <a:rPr lang="zh-CN" altLang="en-US" sz="2800" b="1" dirty="0" smtClean="0">
                <a:cs typeface="+mn-ea"/>
                <a:sym typeface="+mn-lt"/>
              </a:rPr>
              <a:t>创建单任务</a:t>
            </a:r>
            <a:endParaRPr lang="zh-CN" altLang="en-US" sz="2800" b="1" dirty="0">
              <a:solidFill>
                <a:schemeClr val="bg1"/>
              </a:solidFill>
              <a:cs typeface="+mn-ea"/>
              <a:sym typeface="+mn-lt"/>
            </a:endParaRPr>
          </a:p>
        </p:txBody>
      </p:sp>
      <p:sp>
        <p:nvSpPr>
          <p:cNvPr id="16"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
        <p:nvSpPr>
          <p:cNvPr id="5" name="矩形 4"/>
          <p:cNvSpPr/>
          <p:nvPr/>
        </p:nvSpPr>
        <p:spPr>
          <a:xfrm>
            <a:off x="741145" y="3086403"/>
            <a:ext cx="11143040" cy="2862322"/>
          </a:xfrm>
          <a:prstGeom prst="rect">
            <a:avLst/>
          </a:prstGeom>
        </p:spPr>
        <p:txBody>
          <a:bodyPr wrap="square">
            <a:spAutoFit/>
          </a:bodyPr>
          <a:lstStyle/>
          <a:p>
            <a:r>
              <a:rPr lang="zh-CN" altLang="en-US" b="1" dirty="0">
                <a:solidFill>
                  <a:srgbClr val="C00000"/>
                </a:solidFill>
              </a:rPr>
              <a:t>1. uwSize：</a:t>
            </a:r>
            <a:r>
              <a:rPr lang="zh-CN" altLang="en-US" b="1" dirty="0"/>
              <a:t>表示用户实际需要分配的内存大小，是核心的内存需求值；</a:t>
            </a:r>
          </a:p>
          <a:p>
            <a:endParaRPr lang="zh-CN" altLang="en-US" b="1" dirty="0">
              <a:solidFill>
                <a:srgbClr val="C00000"/>
              </a:solidFill>
            </a:endParaRPr>
          </a:p>
          <a:p>
            <a:r>
              <a:rPr lang="zh-CN" altLang="en-US" b="1" dirty="0">
                <a:solidFill>
                  <a:srgbClr val="C00000"/>
                </a:solidFill>
              </a:rPr>
              <a:t>2. uwBoundary：</a:t>
            </a:r>
            <a:r>
              <a:rPr lang="zh-CN" altLang="en-US" b="1" dirty="0"/>
              <a:t>指内存对齐边界值，用于保证分配的内存起始地址是该值的整数倍，适配硬件或系统对内存对齐的要求；</a:t>
            </a:r>
          </a:p>
          <a:p>
            <a:endParaRPr lang="zh-CN" altLang="en-US" b="1" dirty="0"/>
          </a:p>
          <a:p>
            <a:r>
              <a:rPr lang="zh-CN" altLang="en-US" b="1" dirty="0">
                <a:solidFill>
                  <a:srgbClr val="C00000"/>
                </a:solidFill>
              </a:rPr>
              <a:t>3. +4：</a:t>
            </a:r>
            <a:r>
              <a:rPr lang="zh-CN" altLang="en-US" b="1" dirty="0"/>
              <a:t>预留4字节空间，用于存储内存对齐时产生的偏移量等管理信息，方便后续内存释放和回收时的校验与计算。</a:t>
            </a:r>
          </a:p>
          <a:p>
            <a:r>
              <a:rPr lang="zh-CN" altLang="en-US" b="1" dirty="0"/>
              <a:t> </a:t>
            </a:r>
          </a:p>
          <a:p>
            <a:r>
              <a:rPr lang="zh-CN" altLang="en-US" b="1" dirty="0"/>
              <a:t>整体来看， </a:t>
            </a:r>
            <a:r>
              <a:rPr lang="zh-CN" altLang="en-US" b="1" dirty="0">
                <a:solidFill>
                  <a:srgbClr val="C00000"/>
                </a:solidFill>
              </a:rPr>
              <a:t>uwSize + uwBoundary + 4 </a:t>
            </a:r>
            <a:r>
              <a:rPr lang="zh-CN" altLang="en-US" b="1" dirty="0"/>
              <a:t>算出的是最终要向内存池申请的总内存大小，这样能确保分配后既满足用户的内存使用需求，又符合对齐规则，还能兼容系统的内存管理逻辑。</a:t>
            </a:r>
          </a:p>
        </p:txBody>
      </p:sp>
      <p:sp>
        <p:nvSpPr>
          <p:cNvPr id="6" name="矩形 5"/>
          <p:cNvSpPr/>
          <p:nvPr/>
        </p:nvSpPr>
        <p:spPr>
          <a:xfrm>
            <a:off x="2127183" y="2524216"/>
            <a:ext cx="5322611" cy="397032"/>
          </a:xfrm>
          <a:prstGeom prst="rect">
            <a:avLst/>
          </a:prstGeom>
        </p:spPr>
        <p:txBody>
          <a:bodyPr wrap="none">
            <a:spAutoFit/>
          </a:bodyPr>
          <a:lstStyle/>
          <a:p>
            <a:pPr indent="456971">
              <a:lnSpc>
                <a:spcPct val="110000"/>
              </a:lnSpc>
              <a:buClr>
                <a:schemeClr val="tx2">
                  <a:lumMod val="75000"/>
                </a:schemeClr>
              </a:buClr>
            </a:pPr>
            <a:r>
              <a:rPr lang="en-US" altLang="zh-CN" b="1" dirty="0" err="1"/>
              <a:t>uwUseSize</a:t>
            </a:r>
            <a:r>
              <a:rPr lang="en-US" altLang="zh-CN" b="1" dirty="0"/>
              <a:t> = </a:t>
            </a:r>
            <a:r>
              <a:rPr lang="en-US" altLang="zh-CN" b="1" dirty="0" err="1"/>
              <a:t>uwSize</a:t>
            </a:r>
            <a:r>
              <a:rPr lang="en-US" altLang="zh-CN" b="1" dirty="0"/>
              <a:t> + </a:t>
            </a:r>
            <a:r>
              <a:rPr lang="en-US" altLang="zh-CN" b="1" dirty="0" err="1"/>
              <a:t>uwBoundary</a:t>
            </a:r>
            <a:r>
              <a:rPr lang="en-US" altLang="zh-CN" b="1" dirty="0"/>
              <a:t> + 4;</a:t>
            </a:r>
          </a:p>
        </p:txBody>
      </p:sp>
    </p:spTree>
    <p:extLst>
      <p:ext uri="{BB962C8B-B14F-4D97-AF65-F5344CB8AC3E}">
        <p14:creationId xmlns:p14="http://schemas.microsoft.com/office/powerpoint/2010/main" val="39981191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31654" y="1572617"/>
            <a:ext cx="11652531" cy="21050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8" name="矩形 17"/>
          <p:cNvSpPr/>
          <p:nvPr/>
        </p:nvSpPr>
        <p:spPr>
          <a:xfrm>
            <a:off x="231654" y="6704290"/>
            <a:ext cx="11652531" cy="11658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9" name="内容占位符 2"/>
          <p:cNvSpPr>
            <a:spLocks noGrp="1"/>
          </p:cNvSpPr>
          <p:nvPr>
            <p:ph idx="1"/>
          </p:nvPr>
        </p:nvSpPr>
        <p:spPr>
          <a:xfrm>
            <a:off x="383975" y="991871"/>
            <a:ext cx="11500210" cy="533122"/>
          </a:xfrm>
        </p:spPr>
        <p:txBody>
          <a:bodyPr>
            <a:normAutofit/>
          </a:bodyPr>
          <a:lstStyle/>
          <a:p>
            <a:pPr marL="0" indent="456971">
              <a:lnSpc>
                <a:spcPct val="135000"/>
              </a:lnSpc>
              <a:buClr>
                <a:schemeClr val="tx2">
                  <a:lumMod val="75000"/>
                </a:schemeClr>
              </a:buClr>
              <a:buNone/>
            </a:pPr>
            <a:r>
              <a:rPr lang="en-US" altLang="zh-CN" b="1" dirty="0"/>
              <a:t>LiteOS</a:t>
            </a:r>
            <a:r>
              <a:rPr lang="zh-CN" altLang="en-US" b="1" dirty="0"/>
              <a:t>核心初始化</a:t>
            </a:r>
          </a:p>
        </p:txBody>
      </p:sp>
      <p:grpSp>
        <p:nvGrpSpPr>
          <p:cNvPr id="6" name="组合 5"/>
          <p:cNvGrpSpPr/>
          <p:nvPr/>
        </p:nvGrpSpPr>
        <p:grpSpPr>
          <a:xfrm>
            <a:off x="8920601" y="6018052"/>
            <a:ext cx="2949550" cy="686237"/>
            <a:chOff x="8101090" y="4648994"/>
            <a:chExt cx="3713085" cy="2058194"/>
          </a:xfrm>
        </p:grpSpPr>
        <p:sp>
          <p:nvSpPr>
            <p:cNvPr id="86" name="矩形 85"/>
            <p:cNvSpPr/>
            <p:nvPr/>
          </p:nvSpPr>
          <p:spPr>
            <a:xfrm>
              <a:off x="8101090" y="5715000"/>
              <a:ext cx="381000" cy="991394"/>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87" name="矩形 86"/>
            <p:cNvSpPr/>
            <p:nvPr/>
          </p:nvSpPr>
          <p:spPr>
            <a:xfrm>
              <a:off x="8710690" y="5105400"/>
              <a:ext cx="381000" cy="160178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98" name="矩形 97"/>
            <p:cNvSpPr/>
            <p:nvPr/>
          </p:nvSpPr>
          <p:spPr>
            <a:xfrm>
              <a:off x="9320290" y="5486400"/>
              <a:ext cx="381000" cy="1220788"/>
            </a:xfrm>
            <a:prstGeom prst="rect">
              <a:avLst/>
            </a:prstGeom>
            <a:solidFill>
              <a:srgbClr val="E6A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99" name="矩形 98"/>
            <p:cNvSpPr/>
            <p:nvPr/>
          </p:nvSpPr>
          <p:spPr>
            <a:xfrm>
              <a:off x="10006090" y="5908939"/>
              <a:ext cx="381000" cy="798249"/>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00" name="矩形 99"/>
            <p:cNvSpPr/>
            <p:nvPr/>
          </p:nvSpPr>
          <p:spPr>
            <a:xfrm>
              <a:off x="10661536" y="5638006"/>
              <a:ext cx="381000" cy="106838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01" name="矩形 100"/>
            <p:cNvSpPr/>
            <p:nvPr/>
          </p:nvSpPr>
          <p:spPr>
            <a:xfrm>
              <a:off x="11433175" y="4648994"/>
              <a:ext cx="381000" cy="2057400"/>
            </a:xfrm>
            <a:prstGeom prst="rect">
              <a:avLst/>
            </a:prstGeom>
            <a:solidFill>
              <a:srgbClr val="69A1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grpSp>
      <p:sp>
        <p:nvSpPr>
          <p:cNvPr id="102" name="内容占位符 2"/>
          <p:cNvSpPr>
            <a:spLocks noGrp="1"/>
          </p:cNvSpPr>
          <p:nvPr>
            <p:ph idx="1"/>
          </p:nvPr>
        </p:nvSpPr>
        <p:spPr>
          <a:xfrm>
            <a:off x="307815" y="1928473"/>
            <a:ext cx="11652531" cy="662764"/>
          </a:xfrm>
        </p:spPr>
        <p:txBody>
          <a:bodyPr>
            <a:normAutofit/>
          </a:bodyPr>
          <a:lstStyle/>
          <a:p>
            <a:pPr marL="0" indent="456971">
              <a:lnSpc>
                <a:spcPct val="135000"/>
              </a:lnSpc>
              <a:buClr>
                <a:schemeClr val="tx2">
                  <a:lumMod val="75000"/>
                </a:schemeClr>
              </a:buClr>
              <a:buNone/>
            </a:pPr>
            <a:r>
              <a:rPr lang="zh-CN" altLang="en-US" b="1" dirty="0"/>
              <a:t>核心初始化函数</a:t>
            </a:r>
            <a:r>
              <a:rPr lang="en-US" altLang="zh-CN" b="1" dirty="0" err="1">
                <a:solidFill>
                  <a:srgbClr val="C00000"/>
                </a:solidFill>
              </a:rPr>
              <a:t>LOS_KernelInit</a:t>
            </a:r>
            <a:r>
              <a:rPr lang="zh-CN" altLang="en-US" b="1" dirty="0"/>
              <a:t>主要做了以下几件事。</a:t>
            </a:r>
          </a:p>
        </p:txBody>
      </p:sp>
      <p:sp>
        <p:nvSpPr>
          <p:cNvPr id="16" name="内容占位符 2"/>
          <p:cNvSpPr>
            <a:spLocks noGrp="1"/>
          </p:cNvSpPr>
          <p:nvPr>
            <p:ph idx="1"/>
          </p:nvPr>
        </p:nvSpPr>
        <p:spPr>
          <a:xfrm>
            <a:off x="774297" y="2583465"/>
            <a:ext cx="10957568" cy="3434321"/>
          </a:xfrm>
        </p:spPr>
        <p:txBody>
          <a:bodyPr>
            <a:noAutofit/>
          </a:bodyPr>
          <a:lstStyle/>
          <a:p>
            <a:pPr>
              <a:lnSpc>
                <a:spcPct val="135000"/>
              </a:lnSpc>
              <a:buClr>
                <a:schemeClr val="tx2"/>
              </a:buClr>
              <a:buFont typeface="Wingdings" panose="05000000000000000000" pitchFamily="2" charset="2"/>
              <a:buChar char="u"/>
            </a:pPr>
            <a:r>
              <a:rPr lang="zh-CN" altLang="en-US" sz="1799" b="1" dirty="0">
                <a:solidFill>
                  <a:srgbClr val="C00000"/>
                </a:solidFill>
              </a:rPr>
              <a:t>系统内存的初始化</a:t>
            </a:r>
            <a:r>
              <a:rPr lang="zh-CN" altLang="en-US" sz="1799" b="1" dirty="0"/>
              <a:t>，因为</a:t>
            </a:r>
            <a:r>
              <a:rPr lang="en-US" altLang="zh-CN" sz="1799" b="1" dirty="0"/>
              <a:t>LiteOS</a:t>
            </a:r>
            <a:r>
              <a:rPr lang="zh-CN" altLang="en-US" sz="1799" b="1" dirty="0"/>
              <a:t>所管理的内存只是一块内存区域，所以</a:t>
            </a:r>
            <a:r>
              <a:rPr lang="en-US" altLang="zh-CN" sz="1799" b="1" dirty="0"/>
              <a:t>LiteOS</a:t>
            </a:r>
            <a:r>
              <a:rPr lang="zh-CN" altLang="en-US" sz="1799" b="1" dirty="0"/>
              <a:t>将其管理的内存初始化一遍，目的是使后续能够正常管理。</a:t>
            </a:r>
          </a:p>
          <a:p>
            <a:pPr>
              <a:lnSpc>
                <a:spcPct val="135000"/>
              </a:lnSpc>
              <a:buClr>
                <a:schemeClr val="tx2"/>
              </a:buClr>
              <a:buFont typeface="Wingdings" panose="05000000000000000000" pitchFamily="2" charset="2"/>
              <a:buChar char="u"/>
            </a:pPr>
            <a:r>
              <a:rPr lang="zh-CN" altLang="en-US" sz="1799" b="1" dirty="0">
                <a:solidFill>
                  <a:srgbClr val="C00000"/>
                </a:solidFill>
              </a:rPr>
              <a:t>如果系统接管中断</a:t>
            </a:r>
            <a:r>
              <a:rPr lang="zh-CN" altLang="en-US" sz="1799" b="1" dirty="0"/>
              <a:t>，那么</a:t>
            </a:r>
            <a:r>
              <a:rPr lang="en-US" altLang="zh-CN" sz="1799" b="1" dirty="0"/>
              <a:t>LiteOS</a:t>
            </a:r>
            <a:r>
              <a:rPr lang="zh-CN" altLang="en-US" sz="1799" b="1" dirty="0"/>
              <a:t>会将所有的中断入口函数通过</a:t>
            </a:r>
            <a:r>
              <a:rPr lang="zh-CN" altLang="en-US" sz="1799" b="1" dirty="0">
                <a:solidFill>
                  <a:srgbClr val="C00000"/>
                </a:solidFill>
              </a:rPr>
              <a:t>一个指针数组存储</a:t>
            </a:r>
            <a:r>
              <a:rPr lang="zh-CN" altLang="en-US" sz="1799" b="1" dirty="0"/>
              <a:t>，系统最大支持管理</a:t>
            </a:r>
            <a:r>
              <a:rPr lang="en-US" altLang="zh-CN" sz="1799" b="1" dirty="0"/>
              <a:t>OS_VECTOR_CNT</a:t>
            </a:r>
            <a:r>
              <a:rPr lang="zh-CN" altLang="en-US" sz="1799" b="1" dirty="0"/>
              <a:t>即</a:t>
            </a:r>
            <a:r>
              <a:rPr lang="en-US" altLang="zh-CN" sz="1799" b="1" dirty="0"/>
              <a:t>OS_SYS_VECTOR_CNT+OS_HWI_MAX_NUM</a:t>
            </a:r>
            <a:r>
              <a:rPr lang="zh-CN" altLang="en-US" sz="1799" b="1" dirty="0"/>
              <a:t>个中断。而系统</a:t>
            </a:r>
            <a:r>
              <a:rPr lang="zh-CN" altLang="en-US" sz="1799" b="1" dirty="0">
                <a:solidFill>
                  <a:srgbClr val="C00000"/>
                </a:solidFill>
              </a:rPr>
              <a:t>不接管中断</a:t>
            </a:r>
            <a:r>
              <a:rPr lang="zh-CN" altLang="en-US" sz="1799" b="1" dirty="0"/>
              <a:t>就不会对中断入口函数进行处理</a:t>
            </a:r>
            <a:r>
              <a:rPr lang="zh-CN" altLang="en-US" sz="1799" b="1" dirty="0" smtClean="0"/>
              <a:t>，可以</a:t>
            </a:r>
            <a:r>
              <a:rPr lang="zh-CN" altLang="en-US" sz="1799" b="1" dirty="0"/>
              <a:t>通过</a:t>
            </a:r>
            <a:r>
              <a:rPr lang="en-US" altLang="zh-CN" sz="1799" b="1" dirty="0">
                <a:solidFill>
                  <a:srgbClr val="C00000"/>
                </a:solidFill>
              </a:rPr>
              <a:t>LOSCFG_PLATFORM_HWI</a:t>
            </a:r>
            <a:r>
              <a:rPr lang="zh-CN" altLang="en-US" sz="1799" b="1" dirty="0">
                <a:solidFill>
                  <a:srgbClr val="C00000"/>
                </a:solidFill>
              </a:rPr>
              <a:t>宏定义</a:t>
            </a:r>
            <a:r>
              <a:rPr lang="zh-CN" altLang="en-US" sz="1799" b="1" dirty="0"/>
              <a:t>配置是否由系统接管中断。</a:t>
            </a:r>
          </a:p>
          <a:p>
            <a:pPr>
              <a:lnSpc>
                <a:spcPct val="135000"/>
              </a:lnSpc>
              <a:buClr>
                <a:schemeClr val="tx2"/>
              </a:buClr>
              <a:buFont typeface="Wingdings" panose="05000000000000000000" pitchFamily="2" charset="2"/>
              <a:buChar char="u"/>
            </a:pPr>
            <a:r>
              <a:rPr lang="zh-CN" altLang="en-US" sz="1799" b="1" dirty="0">
                <a:solidFill>
                  <a:srgbClr val="C00000"/>
                </a:solidFill>
              </a:rPr>
              <a:t>任务基本的底层初始化</a:t>
            </a:r>
            <a:r>
              <a:rPr lang="zh-CN" altLang="en-US" sz="1799" b="1" dirty="0" smtClean="0"/>
              <a:t>，</a:t>
            </a:r>
            <a:r>
              <a:rPr lang="en-US" altLang="zh-CN" sz="1799" b="1" dirty="0" err="1" smtClean="0"/>
              <a:t>LiteOS</a:t>
            </a:r>
            <a:r>
              <a:rPr lang="zh-CN" altLang="en-US" sz="1799" b="1" dirty="0"/>
              <a:t>采用一块内存来管理所有的</a:t>
            </a:r>
            <a:r>
              <a:rPr lang="zh-CN" altLang="en-US" sz="1799" b="1" dirty="0">
                <a:solidFill>
                  <a:srgbClr val="FF0000"/>
                </a:solidFill>
              </a:rPr>
              <a:t>任务控制块信息</a:t>
            </a:r>
            <a:r>
              <a:rPr lang="zh-CN" altLang="en-US" sz="1799" b="1" dirty="0"/>
              <a:t>，系统最大支持</a:t>
            </a:r>
            <a:r>
              <a:rPr lang="en-US" altLang="zh-CN" sz="1799" b="1" dirty="0">
                <a:solidFill>
                  <a:srgbClr val="C00000"/>
                </a:solidFill>
              </a:rPr>
              <a:t>LOSCFG_BASE_CORE_TSK_LIMIT+1</a:t>
            </a:r>
            <a:r>
              <a:rPr lang="zh-CN" altLang="en-US" sz="1799" b="1" dirty="0">
                <a:solidFill>
                  <a:srgbClr val="C00000"/>
                </a:solidFill>
              </a:rPr>
              <a:t>个任务</a:t>
            </a:r>
            <a:r>
              <a:rPr lang="zh-CN" altLang="en-US" sz="1799" b="1" dirty="0"/>
              <a:t>（包括空闲任务），该宏定义的值是由用户指定的，用户可以根据系统需求进行裁剪，以减少系统的内存开销，并初始化系统必要的链表等。</a:t>
            </a:r>
          </a:p>
        </p:txBody>
      </p:sp>
      <p:sp>
        <p:nvSpPr>
          <p:cNvPr id="17" name="矩形 16">
            <a:extLst>
              <a:ext uri="{FF2B5EF4-FFF2-40B4-BE49-F238E27FC236}">
                <a16:creationId xmlns:a16="http://schemas.microsoft.com/office/drawing/2014/main" id="{ADFA951A-978E-4E8D-A85A-85B6177AC588}"/>
              </a:ext>
            </a:extLst>
          </p:cNvPr>
          <p:cNvSpPr/>
          <p:nvPr/>
        </p:nvSpPr>
        <p:spPr>
          <a:xfrm>
            <a:off x="0" y="-21316"/>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smtClean="0">
                <a:cs typeface="+mn-ea"/>
                <a:sym typeface="+mn-lt"/>
              </a:rPr>
              <a:t>3.2</a:t>
            </a:r>
            <a:r>
              <a:rPr lang="zh-CN" altLang="en-US" sz="2800" b="1" dirty="0" smtClean="0">
                <a:cs typeface="+mn-ea"/>
                <a:sym typeface="+mn-lt"/>
              </a:rPr>
              <a:t>创建单任务</a:t>
            </a:r>
            <a:endParaRPr lang="zh-CN" altLang="en-US" sz="2800" b="1" dirty="0">
              <a:solidFill>
                <a:schemeClr val="bg1"/>
              </a:solidFill>
              <a:cs typeface="+mn-ea"/>
              <a:sym typeface="+mn-lt"/>
            </a:endParaRPr>
          </a:p>
        </p:txBody>
      </p:sp>
      <p:sp>
        <p:nvSpPr>
          <p:cNvPr id="20"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Tree>
    <p:extLst>
      <p:ext uri="{BB962C8B-B14F-4D97-AF65-F5344CB8AC3E}">
        <p14:creationId xmlns:p14="http://schemas.microsoft.com/office/powerpoint/2010/main" val="274468350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31654" y="1296511"/>
            <a:ext cx="11652531" cy="21050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8" name="矩形 17"/>
          <p:cNvSpPr/>
          <p:nvPr/>
        </p:nvSpPr>
        <p:spPr>
          <a:xfrm>
            <a:off x="231654" y="6704290"/>
            <a:ext cx="11652531" cy="11658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grpSp>
        <p:nvGrpSpPr>
          <p:cNvPr id="6" name="组合 5"/>
          <p:cNvGrpSpPr/>
          <p:nvPr/>
        </p:nvGrpSpPr>
        <p:grpSpPr>
          <a:xfrm>
            <a:off x="8920601" y="6018052"/>
            <a:ext cx="2949550" cy="686237"/>
            <a:chOff x="8101090" y="4648994"/>
            <a:chExt cx="3713085" cy="2058194"/>
          </a:xfrm>
        </p:grpSpPr>
        <p:sp>
          <p:nvSpPr>
            <p:cNvPr id="86" name="矩形 85"/>
            <p:cNvSpPr/>
            <p:nvPr/>
          </p:nvSpPr>
          <p:spPr>
            <a:xfrm>
              <a:off x="8101090" y="5715000"/>
              <a:ext cx="381000" cy="991394"/>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87" name="矩形 86"/>
            <p:cNvSpPr/>
            <p:nvPr/>
          </p:nvSpPr>
          <p:spPr>
            <a:xfrm>
              <a:off x="8710690" y="5105400"/>
              <a:ext cx="381000" cy="160178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98" name="矩形 97"/>
            <p:cNvSpPr/>
            <p:nvPr/>
          </p:nvSpPr>
          <p:spPr>
            <a:xfrm>
              <a:off x="9320290" y="5486400"/>
              <a:ext cx="381000" cy="1220788"/>
            </a:xfrm>
            <a:prstGeom prst="rect">
              <a:avLst/>
            </a:prstGeom>
            <a:solidFill>
              <a:srgbClr val="E6A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99" name="矩形 98"/>
            <p:cNvSpPr/>
            <p:nvPr/>
          </p:nvSpPr>
          <p:spPr>
            <a:xfrm>
              <a:off x="10006090" y="5908939"/>
              <a:ext cx="381000" cy="798249"/>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00" name="矩形 99"/>
            <p:cNvSpPr/>
            <p:nvPr/>
          </p:nvSpPr>
          <p:spPr>
            <a:xfrm>
              <a:off x="10661536" y="5638006"/>
              <a:ext cx="381000" cy="106838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01" name="矩形 100"/>
            <p:cNvSpPr/>
            <p:nvPr/>
          </p:nvSpPr>
          <p:spPr>
            <a:xfrm>
              <a:off x="11433175" y="4648994"/>
              <a:ext cx="381000" cy="2057400"/>
            </a:xfrm>
            <a:prstGeom prst="rect">
              <a:avLst/>
            </a:prstGeom>
            <a:solidFill>
              <a:srgbClr val="69A1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grpSp>
      <p:sp>
        <p:nvSpPr>
          <p:cNvPr id="16" name="内容占位符 2"/>
          <p:cNvSpPr>
            <a:spLocks noGrp="1"/>
          </p:cNvSpPr>
          <p:nvPr>
            <p:ph idx="1"/>
          </p:nvPr>
        </p:nvSpPr>
        <p:spPr>
          <a:xfrm>
            <a:off x="231654" y="1582132"/>
            <a:ext cx="11512671" cy="4711931"/>
          </a:xfrm>
        </p:spPr>
        <p:txBody>
          <a:bodyPr>
            <a:noAutofit/>
          </a:bodyPr>
          <a:lstStyle/>
          <a:p>
            <a:pPr>
              <a:lnSpc>
                <a:spcPct val="135000"/>
              </a:lnSpc>
              <a:buClr>
                <a:schemeClr val="tx2"/>
              </a:buClr>
              <a:buFont typeface="Wingdings" panose="05000000000000000000" pitchFamily="2" charset="2"/>
              <a:buChar char="u"/>
            </a:pPr>
            <a:r>
              <a:rPr lang="zh-CN" altLang="en-US" sz="1799" b="1" dirty="0"/>
              <a:t>如果用户使能</a:t>
            </a:r>
            <a:r>
              <a:rPr lang="zh-CN" altLang="en-US" sz="1799" b="1" dirty="0">
                <a:solidFill>
                  <a:srgbClr val="C00000"/>
                </a:solidFill>
              </a:rPr>
              <a:t>任务监视功能</a:t>
            </a:r>
            <a:r>
              <a:rPr lang="zh-CN" altLang="en-US" sz="1799" b="1" dirty="0"/>
              <a:t>，那么系统会初始化对应的监视功能。</a:t>
            </a:r>
          </a:p>
          <a:p>
            <a:pPr>
              <a:lnSpc>
                <a:spcPct val="135000"/>
              </a:lnSpc>
              <a:buClr>
                <a:schemeClr val="tx2"/>
              </a:buClr>
              <a:buFont typeface="Wingdings" panose="05000000000000000000" pitchFamily="2" charset="2"/>
              <a:buChar char="u"/>
            </a:pPr>
            <a:r>
              <a:rPr lang="zh-CN" altLang="en-US" sz="1799" b="1" dirty="0"/>
              <a:t>如果用户使能</a:t>
            </a:r>
            <a:r>
              <a:rPr lang="zh-CN" altLang="en-US" sz="1799" b="1" dirty="0">
                <a:solidFill>
                  <a:srgbClr val="C00000"/>
                </a:solidFill>
              </a:rPr>
              <a:t>信号量、互斥锁、消息队列</a:t>
            </a:r>
            <a:r>
              <a:rPr lang="zh-CN" altLang="en-US" sz="1799" b="1" dirty="0"/>
              <a:t>等</a:t>
            </a:r>
            <a:r>
              <a:rPr lang="en-US" altLang="zh-CN" sz="1799" b="1" dirty="0"/>
              <a:t>IPC</a:t>
            </a:r>
            <a:r>
              <a:rPr lang="zh-CN" altLang="en-US" sz="1799" b="1" dirty="0"/>
              <a:t>通信机制，那么在系统运行前会将这些内核资源初始化。系统支持的</a:t>
            </a:r>
            <a:r>
              <a:rPr lang="zh-CN" altLang="en-US" sz="1799" b="1" dirty="0">
                <a:solidFill>
                  <a:srgbClr val="C00000"/>
                </a:solidFill>
              </a:rPr>
              <a:t>最大的信号量、互斥锁、消息队列个数</a:t>
            </a:r>
            <a:r>
              <a:rPr lang="zh-CN" altLang="en-US" sz="1799" b="1" dirty="0"/>
              <a:t>由用户决定，当不需要那么多任务时可以进行裁剪，以减少系统的内存开销。</a:t>
            </a:r>
            <a:endParaRPr lang="en-US" altLang="zh-CN" sz="1799" b="1" dirty="0"/>
          </a:p>
          <a:p>
            <a:pPr>
              <a:lnSpc>
                <a:spcPct val="135000"/>
              </a:lnSpc>
              <a:buClr>
                <a:schemeClr val="tx2"/>
              </a:buClr>
              <a:buFont typeface="Wingdings" panose="05000000000000000000" pitchFamily="2" charset="2"/>
              <a:buChar char="u"/>
            </a:pPr>
            <a:r>
              <a:rPr lang="zh-CN" altLang="zh-CN" sz="1799" b="1" dirty="0">
                <a:solidFill>
                  <a:srgbClr val="C00000"/>
                </a:solidFill>
              </a:rPr>
              <a:t>软件定时器</a:t>
            </a:r>
            <a:r>
              <a:rPr lang="zh-CN" altLang="zh-CN" sz="1799" b="1" dirty="0"/>
              <a:t>（Software Timer）是基于</a:t>
            </a:r>
            <a:r>
              <a:rPr lang="zh-CN" altLang="zh-CN" sz="1799" b="1" dirty="0" smtClean="0"/>
              <a:t>系统</a:t>
            </a:r>
            <a:r>
              <a:rPr lang="en-US" altLang="zh-CN" sz="1799" b="1" dirty="0" smtClean="0">
                <a:solidFill>
                  <a:srgbClr val="C00000"/>
                </a:solidFill>
              </a:rPr>
              <a:t>sys</a:t>
            </a:r>
            <a:r>
              <a:rPr lang="zh-CN" altLang="zh-CN" sz="1799" b="1" dirty="0" smtClean="0">
                <a:solidFill>
                  <a:srgbClr val="C00000"/>
                </a:solidFill>
              </a:rPr>
              <a:t>Tick</a:t>
            </a:r>
            <a:r>
              <a:rPr lang="zh-CN" altLang="zh-CN" sz="1799" b="1" dirty="0">
                <a:solidFill>
                  <a:srgbClr val="C00000"/>
                </a:solidFill>
              </a:rPr>
              <a:t>时钟中断且由软件来模拟的定时器</a:t>
            </a:r>
            <a:r>
              <a:rPr lang="zh-CN" altLang="zh-CN" sz="1799" b="1" dirty="0"/>
              <a:t>。当经过设定的Tick数后，会触发</a:t>
            </a:r>
            <a:r>
              <a:rPr lang="zh-CN" altLang="zh-CN" sz="1799" b="1" dirty="0">
                <a:solidFill>
                  <a:srgbClr val="C00000"/>
                </a:solidFill>
              </a:rPr>
              <a:t>用户自定义的回调函数</a:t>
            </a:r>
            <a:r>
              <a:rPr lang="zh-CN" altLang="zh-CN" sz="1799" b="1" dirty="0"/>
              <a:t>。</a:t>
            </a:r>
            <a:r>
              <a:rPr lang="zh-CN" altLang="en-US" sz="1799" b="1" dirty="0" smtClean="0"/>
              <a:t>如果</a:t>
            </a:r>
            <a:r>
              <a:rPr lang="zh-CN" altLang="en-US" sz="1799" b="1" dirty="0"/>
              <a:t>系统使用了</a:t>
            </a:r>
            <a:r>
              <a:rPr lang="zh-CN" altLang="en-US" sz="1799" b="1" dirty="0">
                <a:solidFill>
                  <a:srgbClr val="C00000"/>
                </a:solidFill>
              </a:rPr>
              <a:t>软件定时器</a:t>
            </a:r>
            <a:r>
              <a:rPr lang="zh-CN" altLang="en-US" sz="1799" b="1" dirty="0"/>
              <a:t>，则必须使用消息队列（因为软件定时器依赖消息队列进行管理），并初始化相关的功能。除此之外，系统还会</a:t>
            </a:r>
            <a:r>
              <a:rPr lang="zh-CN" altLang="en-US" sz="1799" b="1" dirty="0">
                <a:solidFill>
                  <a:srgbClr val="C00000"/>
                </a:solidFill>
              </a:rPr>
              <a:t>创建一个软件定时器任务</a:t>
            </a:r>
            <a:r>
              <a:rPr lang="zh-CN" altLang="en-US" sz="1799" b="1" dirty="0"/>
              <a:t>。</a:t>
            </a:r>
          </a:p>
          <a:p>
            <a:pPr>
              <a:lnSpc>
                <a:spcPct val="135000"/>
              </a:lnSpc>
              <a:buClr>
                <a:schemeClr val="tx2"/>
              </a:buClr>
              <a:buFont typeface="Wingdings" panose="05000000000000000000" pitchFamily="2" charset="2"/>
              <a:buChar char="u"/>
            </a:pPr>
            <a:r>
              <a:rPr lang="en-US" altLang="zh-CN" sz="1799" b="1" dirty="0">
                <a:solidFill>
                  <a:srgbClr val="C00000"/>
                </a:solidFill>
              </a:rPr>
              <a:t>LiteOS</a:t>
            </a:r>
            <a:r>
              <a:rPr lang="zh-CN" altLang="en-US" sz="1799" b="1" dirty="0">
                <a:solidFill>
                  <a:srgbClr val="C00000"/>
                </a:solidFill>
              </a:rPr>
              <a:t>会创建一个空闲任务</a:t>
            </a:r>
            <a:r>
              <a:rPr lang="zh-CN" altLang="en-US" sz="1799" b="1" dirty="0"/>
              <a:t>，空闲任务在系统中是必须存在的，因为处理器是一直在运行的，当整个系统都没有就绪任务的时候，</a:t>
            </a:r>
            <a:r>
              <a:rPr lang="zh-CN" altLang="en-US" sz="1799" b="1" dirty="0">
                <a:solidFill>
                  <a:srgbClr val="FF0000"/>
                </a:solidFill>
              </a:rPr>
              <a:t>系统必须保证有一个任务在运行，空闲任务就是为这个目的而设计的</a:t>
            </a:r>
            <a:r>
              <a:rPr lang="zh-CN" altLang="en-US" sz="1799" b="1" dirty="0"/>
              <a:t>。</a:t>
            </a:r>
            <a:r>
              <a:rPr lang="zh-CN" altLang="en-US" sz="1799" b="1" dirty="0">
                <a:solidFill>
                  <a:srgbClr val="C00000"/>
                </a:solidFill>
              </a:rPr>
              <a:t>空闲任务的优先级最低</a:t>
            </a:r>
            <a:r>
              <a:rPr lang="zh-CN" altLang="en-US" sz="1799" b="1" dirty="0"/>
              <a:t>，当用户创建的任务进入就绪态时，它可以抢占空闲任务的</a:t>
            </a:r>
            <a:r>
              <a:rPr lang="en-US" altLang="zh-CN" sz="1799" b="1" dirty="0"/>
              <a:t>CPU</a:t>
            </a:r>
            <a:r>
              <a:rPr lang="zh-CN" altLang="en-US" sz="1799" b="1" dirty="0"/>
              <a:t>使用权，从而执行用户创建的任务。空闲任务默认的任务栈大小是</a:t>
            </a:r>
            <a:r>
              <a:rPr lang="en-US" altLang="zh-CN" sz="1799" b="1" dirty="0"/>
              <a:t>LOSCFG_BASE_ CORE_TSK_ IDLE_STACK_SIZE</a:t>
            </a:r>
            <a:r>
              <a:rPr lang="zh-CN" altLang="en-US" sz="1799" b="1" dirty="0"/>
              <a:t>，用户可以进行修改。</a:t>
            </a:r>
          </a:p>
        </p:txBody>
      </p:sp>
      <p:sp>
        <p:nvSpPr>
          <p:cNvPr id="14" name="矩形 13">
            <a:extLst>
              <a:ext uri="{FF2B5EF4-FFF2-40B4-BE49-F238E27FC236}">
                <a16:creationId xmlns:a16="http://schemas.microsoft.com/office/drawing/2014/main" id="{ADFA951A-978E-4E8D-A85A-85B6177AC588}"/>
              </a:ext>
            </a:extLst>
          </p:cNvPr>
          <p:cNvSpPr/>
          <p:nvPr/>
        </p:nvSpPr>
        <p:spPr>
          <a:xfrm>
            <a:off x="0" y="-21316"/>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smtClean="0">
                <a:cs typeface="+mn-ea"/>
                <a:sym typeface="+mn-lt"/>
              </a:rPr>
              <a:t>3.2</a:t>
            </a:r>
            <a:r>
              <a:rPr lang="zh-CN" altLang="en-US" sz="2800" b="1" dirty="0" smtClean="0">
                <a:cs typeface="+mn-ea"/>
                <a:sym typeface="+mn-lt"/>
              </a:rPr>
              <a:t>创建单任务</a:t>
            </a:r>
            <a:endParaRPr lang="zh-CN" altLang="en-US" sz="2800" b="1" dirty="0">
              <a:solidFill>
                <a:schemeClr val="bg1"/>
              </a:solidFill>
              <a:cs typeface="+mn-ea"/>
              <a:sym typeface="+mn-lt"/>
            </a:endParaRPr>
          </a:p>
        </p:txBody>
      </p:sp>
      <p:sp>
        <p:nvSpPr>
          <p:cNvPr id="15"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
        <p:nvSpPr>
          <p:cNvPr id="17" name="内容占位符 2"/>
          <p:cNvSpPr>
            <a:spLocks noGrp="1"/>
          </p:cNvSpPr>
          <p:nvPr>
            <p:ph idx="1"/>
          </p:nvPr>
        </p:nvSpPr>
        <p:spPr>
          <a:xfrm>
            <a:off x="383975" y="829822"/>
            <a:ext cx="11500210" cy="533122"/>
          </a:xfrm>
        </p:spPr>
        <p:txBody>
          <a:bodyPr>
            <a:normAutofit/>
          </a:bodyPr>
          <a:lstStyle/>
          <a:p>
            <a:pPr marL="0" indent="456971">
              <a:lnSpc>
                <a:spcPct val="135000"/>
              </a:lnSpc>
              <a:buClr>
                <a:schemeClr val="tx2">
                  <a:lumMod val="75000"/>
                </a:schemeClr>
              </a:buClr>
              <a:buNone/>
            </a:pPr>
            <a:r>
              <a:rPr lang="en-US" altLang="zh-CN" b="1" dirty="0"/>
              <a:t>LiteOS</a:t>
            </a:r>
            <a:r>
              <a:rPr lang="zh-CN" altLang="en-US" b="1" dirty="0"/>
              <a:t>核心初始化</a:t>
            </a:r>
          </a:p>
        </p:txBody>
      </p:sp>
    </p:spTree>
    <p:extLst>
      <p:ext uri="{BB962C8B-B14F-4D97-AF65-F5344CB8AC3E}">
        <p14:creationId xmlns:p14="http://schemas.microsoft.com/office/powerpoint/2010/main" val="38393258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31654" y="1572617"/>
            <a:ext cx="11652531" cy="21050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9" name="内容占位符 2"/>
          <p:cNvSpPr>
            <a:spLocks noGrp="1"/>
          </p:cNvSpPr>
          <p:nvPr>
            <p:ph idx="1"/>
          </p:nvPr>
        </p:nvSpPr>
        <p:spPr>
          <a:xfrm>
            <a:off x="383975" y="991871"/>
            <a:ext cx="11500210" cy="533122"/>
          </a:xfrm>
        </p:spPr>
        <p:txBody>
          <a:bodyPr>
            <a:normAutofit/>
          </a:bodyPr>
          <a:lstStyle/>
          <a:p>
            <a:pPr marL="0" indent="456971">
              <a:lnSpc>
                <a:spcPct val="135000"/>
              </a:lnSpc>
              <a:buClr>
                <a:schemeClr val="tx2">
                  <a:lumMod val="75000"/>
                </a:schemeClr>
              </a:buClr>
              <a:buNone/>
            </a:pPr>
            <a:r>
              <a:rPr lang="zh-CN" altLang="en-US" b="1" dirty="0"/>
              <a:t>定义任务函数</a:t>
            </a:r>
          </a:p>
        </p:txBody>
      </p:sp>
      <p:sp>
        <p:nvSpPr>
          <p:cNvPr id="102" name="内容占位符 2"/>
          <p:cNvSpPr>
            <a:spLocks noGrp="1"/>
          </p:cNvSpPr>
          <p:nvPr>
            <p:ph idx="1"/>
          </p:nvPr>
        </p:nvSpPr>
        <p:spPr>
          <a:xfrm>
            <a:off x="307815" y="1753473"/>
            <a:ext cx="11652531" cy="1195886"/>
          </a:xfrm>
        </p:spPr>
        <p:txBody>
          <a:bodyPr>
            <a:normAutofit/>
          </a:bodyPr>
          <a:lstStyle/>
          <a:p>
            <a:pPr marL="0" indent="456971">
              <a:lnSpc>
                <a:spcPct val="135000"/>
              </a:lnSpc>
              <a:buClr>
                <a:schemeClr val="tx2">
                  <a:lumMod val="75000"/>
                </a:schemeClr>
              </a:buClr>
              <a:buNone/>
            </a:pPr>
            <a:r>
              <a:rPr lang="zh-CN" altLang="en-US" b="1" dirty="0"/>
              <a:t>在创建任务时，需要指定任务函数（或者称之为任务主体），它应该是一个</a:t>
            </a:r>
            <a:r>
              <a:rPr lang="zh-CN" altLang="en-US" b="1" dirty="0">
                <a:solidFill>
                  <a:srgbClr val="C00000"/>
                </a:solidFill>
              </a:rPr>
              <a:t>无限的死循环，不能返回</a:t>
            </a:r>
            <a:r>
              <a:rPr lang="zh-CN" altLang="en-US" b="1" dirty="0"/>
              <a:t>，如代码</a:t>
            </a:r>
            <a:r>
              <a:rPr lang="zh-CN" altLang="en-US" b="1" dirty="0" smtClean="0"/>
              <a:t>清单所</a:t>
            </a:r>
            <a:r>
              <a:rPr lang="zh-CN" altLang="en-US" b="1" dirty="0"/>
              <a:t>示。</a:t>
            </a:r>
          </a:p>
        </p:txBody>
      </p:sp>
      <p:sp>
        <p:nvSpPr>
          <p:cNvPr id="17" name="矩形 16"/>
          <p:cNvSpPr/>
          <p:nvPr/>
        </p:nvSpPr>
        <p:spPr>
          <a:xfrm>
            <a:off x="231654" y="2549155"/>
            <a:ext cx="11652531" cy="411039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20" name="矩形 19"/>
          <p:cNvSpPr/>
          <p:nvPr/>
        </p:nvSpPr>
        <p:spPr>
          <a:xfrm>
            <a:off x="231654" y="6659545"/>
            <a:ext cx="11652531" cy="11658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21" name="内容占位符 2"/>
          <p:cNvSpPr>
            <a:spLocks noGrp="1"/>
          </p:cNvSpPr>
          <p:nvPr>
            <p:ph idx="1"/>
          </p:nvPr>
        </p:nvSpPr>
        <p:spPr>
          <a:xfrm>
            <a:off x="267544" y="2605115"/>
            <a:ext cx="5866536" cy="3794246"/>
          </a:xfrm>
        </p:spPr>
        <p:txBody>
          <a:bodyPr>
            <a:noAutofit/>
          </a:bodyPr>
          <a:lstStyle/>
          <a:p>
            <a:pPr marL="0" indent="456971">
              <a:lnSpc>
                <a:spcPct val="125000"/>
              </a:lnSpc>
              <a:spcBef>
                <a:spcPts val="0"/>
              </a:spcBef>
              <a:buClr>
                <a:schemeClr val="tx2">
                  <a:lumMod val="75000"/>
                </a:schemeClr>
              </a:buClr>
              <a:buNone/>
            </a:pPr>
            <a:r>
              <a:rPr lang="en-US" altLang="zh-CN" sz="1400" b="1" dirty="0" smtClean="0"/>
              <a:t>/***************************************************</a:t>
            </a:r>
            <a:endParaRPr lang="en-US" altLang="zh-CN" sz="1400" b="1" dirty="0"/>
          </a:p>
          <a:p>
            <a:pPr marL="0" indent="456971">
              <a:lnSpc>
                <a:spcPct val="125000"/>
              </a:lnSpc>
              <a:spcBef>
                <a:spcPts val="0"/>
              </a:spcBef>
              <a:buClr>
                <a:schemeClr val="tx2">
                  <a:lumMod val="75000"/>
                </a:schemeClr>
              </a:buClr>
              <a:buNone/>
            </a:pPr>
            <a:r>
              <a:rPr lang="en-US" altLang="zh-CN" sz="1400" b="1" dirty="0"/>
              <a:t>      * @ </a:t>
            </a:r>
            <a:r>
              <a:rPr lang="zh-CN" altLang="en-US" sz="1400" b="1" dirty="0"/>
              <a:t>函数名  ： </a:t>
            </a:r>
            <a:r>
              <a:rPr lang="en-US" altLang="zh-CN" sz="1400" b="1" dirty="0"/>
              <a:t>Test1_Task</a:t>
            </a:r>
          </a:p>
          <a:p>
            <a:pPr marL="0" indent="456971">
              <a:lnSpc>
                <a:spcPct val="125000"/>
              </a:lnSpc>
              <a:spcBef>
                <a:spcPts val="0"/>
              </a:spcBef>
              <a:buClr>
                <a:schemeClr val="tx2">
                  <a:lumMod val="75000"/>
                </a:schemeClr>
              </a:buClr>
              <a:buNone/>
            </a:pPr>
            <a:r>
              <a:rPr lang="en-US" altLang="zh-CN" sz="1400" b="1" dirty="0"/>
              <a:t>      * @ </a:t>
            </a:r>
            <a:r>
              <a:rPr lang="zh-CN" altLang="en-US" sz="1400" b="1" dirty="0"/>
              <a:t>功能说明： </a:t>
            </a:r>
            <a:r>
              <a:rPr lang="en-US" altLang="zh-CN" sz="1400" b="1" dirty="0"/>
              <a:t>Test1_Task</a:t>
            </a:r>
            <a:r>
              <a:rPr lang="zh-CN" altLang="en-US" sz="1400" b="1" dirty="0"/>
              <a:t>任务实现</a:t>
            </a:r>
          </a:p>
          <a:p>
            <a:pPr marL="0" indent="456971">
              <a:lnSpc>
                <a:spcPct val="125000"/>
              </a:lnSpc>
              <a:spcBef>
                <a:spcPts val="0"/>
              </a:spcBef>
              <a:buClr>
                <a:schemeClr val="tx2">
                  <a:lumMod val="75000"/>
                </a:schemeClr>
              </a:buClr>
              <a:buNone/>
            </a:pPr>
            <a:r>
              <a:rPr lang="zh-CN" altLang="en-US" sz="1400" b="1" dirty="0"/>
              <a:t> </a:t>
            </a:r>
            <a:r>
              <a:rPr lang="en-US" altLang="zh-CN" sz="1400" b="1" dirty="0"/>
              <a:t>     * @ </a:t>
            </a:r>
            <a:r>
              <a:rPr lang="zh-CN" altLang="en-US" sz="1400" b="1" dirty="0"/>
              <a:t>参数    ：</a:t>
            </a:r>
          </a:p>
          <a:p>
            <a:pPr marL="0" indent="456971">
              <a:lnSpc>
                <a:spcPct val="125000"/>
              </a:lnSpc>
              <a:spcBef>
                <a:spcPts val="0"/>
              </a:spcBef>
              <a:buClr>
                <a:schemeClr val="tx2">
                  <a:lumMod val="75000"/>
                </a:schemeClr>
              </a:buClr>
              <a:buNone/>
            </a:pPr>
            <a:r>
              <a:rPr lang="zh-CN" altLang="en-US" sz="1400" b="1" dirty="0"/>
              <a:t> </a:t>
            </a:r>
            <a:r>
              <a:rPr lang="en-US" altLang="zh-CN" sz="1400" b="1" dirty="0"/>
              <a:t>     * @ </a:t>
            </a:r>
            <a:r>
              <a:rPr lang="zh-CN" altLang="en-US" sz="1400" b="1" dirty="0"/>
              <a:t>返回值  ： 无</a:t>
            </a:r>
          </a:p>
          <a:p>
            <a:pPr marL="0" indent="456971">
              <a:lnSpc>
                <a:spcPct val="125000"/>
              </a:lnSpc>
              <a:spcBef>
                <a:spcPts val="0"/>
              </a:spcBef>
              <a:buClr>
                <a:schemeClr val="tx2">
                  <a:lumMod val="75000"/>
                </a:schemeClr>
              </a:buClr>
              <a:buNone/>
            </a:pPr>
            <a:r>
              <a:rPr lang="en-US" altLang="zh-CN" sz="1400" b="1" dirty="0" smtClean="0"/>
              <a:t>**************************************************/</a:t>
            </a:r>
            <a:endParaRPr lang="en-US" altLang="zh-CN" sz="1400" b="1" dirty="0"/>
          </a:p>
          <a:p>
            <a:pPr marL="0" indent="456971">
              <a:lnSpc>
                <a:spcPct val="125000"/>
              </a:lnSpc>
              <a:spcBef>
                <a:spcPts val="0"/>
              </a:spcBef>
              <a:buClr>
                <a:schemeClr val="tx2">
                  <a:lumMod val="75000"/>
                </a:schemeClr>
              </a:buClr>
              <a:buNone/>
            </a:pPr>
            <a:r>
              <a:rPr lang="en-US" altLang="zh-CN" sz="1400" b="1" dirty="0"/>
              <a:t>  static void Test1_Task(void)</a:t>
            </a:r>
          </a:p>
          <a:p>
            <a:pPr marL="0" indent="456971">
              <a:lnSpc>
                <a:spcPct val="125000"/>
              </a:lnSpc>
              <a:spcBef>
                <a:spcPts val="0"/>
              </a:spcBef>
              <a:buClr>
                <a:schemeClr val="tx2">
                  <a:lumMod val="75000"/>
                </a:schemeClr>
              </a:buClr>
              <a:buNone/>
            </a:pPr>
            <a:r>
              <a:rPr lang="en-US" altLang="zh-CN" sz="1400" b="1" dirty="0"/>
              <a:t>  {</a:t>
            </a:r>
          </a:p>
          <a:p>
            <a:pPr marL="0" indent="456971">
              <a:lnSpc>
                <a:spcPct val="125000"/>
              </a:lnSpc>
              <a:spcBef>
                <a:spcPts val="0"/>
              </a:spcBef>
              <a:buClr>
                <a:schemeClr val="tx2">
                  <a:lumMod val="75000"/>
                </a:schemeClr>
              </a:buClr>
              <a:buNone/>
            </a:pPr>
            <a:r>
              <a:rPr lang="en-US" altLang="zh-CN" sz="1400" b="1" dirty="0"/>
              <a:t>        /* </a:t>
            </a:r>
            <a:r>
              <a:rPr lang="zh-CN" altLang="en-US" sz="1400" b="1" dirty="0"/>
              <a:t>每个任务都是一个无限循环，不能返回 *</a:t>
            </a:r>
            <a:r>
              <a:rPr lang="en-US" altLang="zh-CN" sz="1400" b="1" dirty="0"/>
              <a:t>/</a:t>
            </a:r>
          </a:p>
          <a:p>
            <a:pPr marL="0" indent="456971">
              <a:lnSpc>
                <a:spcPct val="125000"/>
              </a:lnSpc>
              <a:spcBef>
                <a:spcPts val="0"/>
              </a:spcBef>
              <a:buClr>
                <a:schemeClr val="tx2">
                  <a:lumMod val="75000"/>
                </a:schemeClr>
              </a:buClr>
              <a:buNone/>
            </a:pPr>
            <a:r>
              <a:rPr lang="en-US" altLang="zh-CN" sz="1400" b="1" dirty="0"/>
              <a:t>       while (1) {	 		 (1)</a:t>
            </a:r>
          </a:p>
          <a:p>
            <a:pPr marL="0" indent="456971">
              <a:lnSpc>
                <a:spcPct val="125000"/>
              </a:lnSpc>
              <a:spcBef>
                <a:spcPts val="0"/>
              </a:spcBef>
              <a:buClr>
                <a:schemeClr val="tx2">
                  <a:lumMod val="75000"/>
                </a:schemeClr>
              </a:buClr>
              <a:buNone/>
            </a:pPr>
            <a:r>
              <a:rPr lang="en-US" altLang="zh-CN" sz="1400" b="1" dirty="0"/>
              <a:t>            LED2_TOGGLE;	 		 (2)</a:t>
            </a:r>
          </a:p>
          <a:p>
            <a:pPr marL="0" indent="456971">
              <a:lnSpc>
                <a:spcPct val="125000"/>
              </a:lnSpc>
              <a:spcBef>
                <a:spcPts val="0"/>
              </a:spcBef>
              <a:buClr>
                <a:schemeClr val="tx2">
                  <a:lumMod val="75000"/>
                </a:schemeClr>
              </a:buClr>
              <a:buNone/>
            </a:pPr>
            <a:r>
              <a:rPr lang="en-US" altLang="zh-CN" sz="1400" b="1" dirty="0"/>
              <a:t>            </a:t>
            </a:r>
            <a:r>
              <a:rPr lang="en-US" altLang="zh-CN" sz="1400" b="1" dirty="0" err="1"/>
              <a:t>LOS_TaskDelay</a:t>
            </a:r>
            <a:r>
              <a:rPr lang="en-US" altLang="zh-CN" sz="1400" b="1" dirty="0"/>
              <a:t>(1000); /*</a:t>
            </a:r>
            <a:r>
              <a:rPr lang="zh-CN" altLang="en-US" sz="1400" b="1" dirty="0"/>
              <a:t>延时</a:t>
            </a:r>
            <a:r>
              <a:rPr lang="en-US" altLang="zh-CN" sz="1400" b="1" dirty="0"/>
              <a:t>1000</a:t>
            </a:r>
            <a:r>
              <a:rPr lang="zh-CN" altLang="en-US" sz="1400" b="1" dirty="0"/>
              <a:t>个</a:t>
            </a:r>
            <a:r>
              <a:rPr lang="en-US" altLang="zh-CN" sz="1400" b="1" dirty="0"/>
              <a:t>Tick</a:t>
            </a:r>
            <a:r>
              <a:rPr lang="en-US" altLang="zh-CN" sz="1400" b="1" dirty="0" smtClean="0"/>
              <a:t>*/       </a:t>
            </a:r>
            <a:r>
              <a:rPr lang="en-US" altLang="zh-CN" sz="1400" b="1" dirty="0"/>
              <a:t>(3)</a:t>
            </a:r>
          </a:p>
          <a:p>
            <a:pPr marL="0" indent="456971">
              <a:lnSpc>
                <a:spcPct val="125000"/>
              </a:lnSpc>
              <a:spcBef>
                <a:spcPts val="0"/>
              </a:spcBef>
              <a:buClr>
                <a:schemeClr val="tx2">
                  <a:lumMod val="75000"/>
                </a:schemeClr>
              </a:buClr>
              <a:buNone/>
            </a:pPr>
            <a:r>
              <a:rPr lang="en-US" altLang="zh-CN" sz="1400" b="1" dirty="0"/>
              <a:t>     }</a:t>
            </a:r>
          </a:p>
          <a:p>
            <a:pPr marL="0" indent="456971">
              <a:lnSpc>
                <a:spcPct val="125000"/>
              </a:lnSpc>
              <a:spcBef>
                <a:spcPts val="0"/>
              </a:spcBef>
              <a:buClr>
                <a:schemeClr val="tx2">
                  <a:lumMod val="75000"/>
                </a:schemeClr>
              </a:buClr>
              <a:buNone/>
            </a:pPr>
            <a:r>
              <a:rPr lang="en-US" altLang="zh-CN" sz="1400" b="1" dirty="0"/>
              <a:t> }</a:t>
            </a:r>
          </a:p>
        </p:txBody>
      </p:sp>
      <p:sp>
        <p:nvSpPr>
          <p:cNvPr id="28" name="内容占位符 2"/>
          <p:cNvSpPr>
            <a:spLocks noGrp="1"/>
          </p:cNvSpPr>
          <p:nvPr>
            <p:ph idx="1"/>
          </p:nvPr>
        </p:nvSpPr>
        <p:spPr>
          <a:xfrm>
            <a:off x="6286401" y="2949359"/>
            <a:ext cx="5407383" cy="3297574"/>
          </a:xfrm>
          <a:solidFill>
            <a:srgbClr val="3A4187"/>
          </a:solidFill>
        </p:spPr>
        <p:txBody>
          <a:bodyPr>
            <a:normAutofit/>
          </a:bodyPr>
          <a:lstStyle/>
          <a:p>
            <a:pPr marL="0" indent="456971">
              <a:lnSpc>
                <a:spcPct val="135000"/>
              </a:lnSpc>
              <a:buClr>
                <a:schemeClr val="tx2">
                  <a:lumMod val="75000"/>
                </a:schemeClr>
              </a:buClr>
              <a:buNone/>
            </a:pPr>
            <a:r>
              <a:rPr lang="zh-CN" altLang="en-US" b="1" dirty="0">
                <a:solidFill>
                  <a:schemeClr val="bg1"/>
                </a:solidFill>
              </a:rPr>
              <a:t>代码清单</a:t>
            </a:r>
            <a:r>
              <a:rPr lang="en-US" altLang="zh-CN" b="1" dirty="0" smtClean="0">
                <a:solidFill>
                  <a:schemeClr val="bg1"/>
                </a:solidFill>
              </a:rPr>
              <a:t>3~4</a:t>
            </a:r>
            <a:r>
              <a:rPr lang="zh-CN" altLang="en-US" b="1" dirty="0">
                <a:solidFill>
                  <a:schemeClr val="bg1"/>
                </a:solidFill>
              </a:rPr>
              <a:t>（</a:t>
            </a:r>
            <a:r>
              <a:rPr lang="en-US" altLang="zh-CN" b="1" dirty="0">
                <a:solidFill>
                  <a:schemeClr val="bg1"/>
                </a:solidFill>
              </a:rPr>
              <a:t>1</a:t>
            </a:r>
            <a:r>
              <a:rPr lang="zh-CN" altLang="en-US" b="1" dirty="0">
                <a:solidFill>
                  <a:schemeClr val="bg1"/>
                </a:solidFill>
              </a:rPr>
              <a:t>）：每个独立的任务都是一个无限循环，不能返回。</a:t>
            </a:r>
          </a:p>
          <a:p>
            <a:pPr marL="0" indent="456971">
              <a:lnSpc>
                <a:spcPct val="135000"/>
              </a:lnSpc>
              <a:buClr>
                <a:schemeClr val="tx2">
                  <a:lumMod val="75000"/>
                </a:schemeClr>
              </a:buClr>
              <a:buNone/>
            </a:pPr>
            <a:r>
              <a:rPr lang="zh-CN" altLang="en-US" b="1" dirty="0">
                <a:solidFill>
                  <a:schemeClr val="bg1"/>
                </a:solidFill>
              </a:rPr>
              <a:t>代码清单</a:t>
            </a:r>
            <a:r>
              <a:rPr lang="en-US" altLang="zh-CN" b="1" dirty="0" smtClean="0">
                <a:solidFill>
                  <a:schemeClr val="bg1"/>
                </a:solidFill>
              </a:rPr>
              <a:t>3~4</a:t>
            </a:r>
            <a:r>
              <a:rPr lang="zh-CN" altLang="en-US" b="1" dirty="0">
                <a:solidFill>
                  <a:schemeClr val="bg1"/>
                </a:solidFill>
              </a:rPr>
              <a:t>（</a:t>
            </a:r>
            <a:r>
              <a:rPr lang="en-US" altLang="zh-CN" b="1" dirty="0">
                <a:solidFill>
                  <a:schemeClr val="bg1"/>
                </a:solidFill>
              </a:rPr>
              <a:t>2</a:t>
            </a:r>
            <a:r>
              <a:rPr lang="zh-CN" altLang="en-US" b="1" dirty="0">
                <a:solidFill>
                  <a:schemeClr val="bg1"/>
                </a:solidFill>
              </a:rPr>
              <a:t>）：任务点灯测试，翻转</a:t>
            </a:r>
            <a:r>
              <a:rPr lang="en-US" altLang="zh-CN" b="1" dirty="0">
                <a:solidFill>
                  <a:schemeClr val="bg1"/>
                </a:solidFill>
              </a:rPr>
              <a:t>LED</a:t>
            </a:r>
            <a:r>
              <a:rPr lang="zh-CN" altLang="en-US" b="1" dirty="0" smtClean="0">
                <a:solidFill>
                  <a:schemeClr val="bg1"/>
                </a:solidFill>
              </a:rPr>
              <a:t>。</a:t>
            </a:r>
            <a:endParaRPr lang="en-US" altLang="zh-CN" b="1" dirty="0" smtClean="0">
              <a:solidFill>
                <a:schemeClr val="bg1"/>
              </a:solidFill>
            </a:endParaRPr>
          </a:p>
          <a:p>
            <a:pPr marL="0" indent="456971">
              <a:lnSpc>
                <a:spcPct val="135000"/>
              </a:lnSpc>
              <a:buClr>
                <a:schemeClr val="tx2">
                  <a:lumMod val="75000"/>
                </a:schemeClr>
              </a:buClr>
              <a:buNone/>
            </a:pPr>
            <a:r>
              <a:rPr lang="zh-CN" altLang="en-US" b="1" dirty="0">
                <a:solidFill>
                  <a:schemeClr val="bg1"/>
                </a:solidFill>
              </a:rPr>
              <a:t>代码清单</a:t>
            </a:r>
            <a:r>
              <a:rPr lang="en-US" altLang="zh-CN" b="1" dirty="0" smtClean="0">
                <a:solidFill>
                  <a:schemeClr val="bg1"/>
                </a:solidFill>
              </a:rPr>
              <a:t>3~4</a:t>
            </a:r>
            <a:r>
              <a:rPr lang="zh-CN" altLang="en-US" b="1" dirty="0">
                <a:solidFill>
                  <a:schemeClr val="bg1"/>
                </a:solidFill>
              </a:rPr>
              <a:t>（</a:t>
            </a:r>
            <a:r>
              <a:rPr lang="en-US" altLang="zh-CN" b="1" dirty="0">
                <a:solidFill>
                  <a:schemeClr val="bg1"/>
                </a:solidFill>
              </a:rPr>
              <a:t>3</a:t>
            </a:r>
            <a:r>
              <a:rPr lang="zh-CN" altLang="en-US" b="1" dirty="0">
                <a:solidFill>
                  <a:schemeClr val="bg1"/>
                </a:solidFill>
              </a:rPr>
              <a:t>）：调用系统延时函数，保证任务得以切换，延时</a:t>
            </a:r>
            <a:r>
              <a:rPr lang="en-US" altLang="zh-CN" b="1" dirty="0">
                <a:solidFill>
                  <a:schemeClr val="bg1"/>
                </a:solidFill>
              </a:rPr>
              <a:t>1000</a:t>
            </a:r>
            <a:r>
              <a:rPr lang="zh-CN" altLang="en-US" b="1" dirty="0">
                <a:solidFill>
                  <a:schemeClr val="bg1"/>
                </a:solidFill>
              </a:rPr>
              <a:t>个</a:t>
            </a:r>
            <a:r>
              <a:rPr lang="en-US" altLang="zh-CN" b="1" dirty="0">
                <a:solidFill>
                  <a:schemeClr val="bg1"/>
                </a:solidFill>
              </a:rPr>
              <a:t>Tick</a:t>
            </a:r>
            <a:r>
              <a:rPr lang="zh-CN" altLang="en-US" b="1" dirty="0">
                <a:solidFill>
                  <a:schemeClr val="bg1"/>
                </a:solidFill>
              </a:rPr>
              <a:t>。</a:t>
            </a:r>
          </a:p>
        </p:txBody>
      </p:sp>
      <p:sp>
        <p:nvSpPr>
          <p:cNvPr id="7" name="矩形 6"/>
          <p:cNvSpPr/>
          <p:nvPr/>
        </p:nvSpPr>
        <p:spPr>
          <a:xfrm>
            <a:off x="6324481" y="5942291"/>
            <a:ext cx="5331223" cy="761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2" name="矩形 11">
            <a:extLst>
              <a:ext uri="{FF2B5EF4-FFF2-40B4-BE49-F238E27FC236}">
                <a16:creationId xmlns:a16="http://schemas.microsoft.com/office/drawing/2014/main" id="{ADFA951A-978E-4E8D-A85A-85B6177AC588}"/>
              </a:ext>
            </a:extLst>
          </p:cNvPr>
          <p:cNvSpPr/>
          <p:nvPr/>
        </p:nvSpPr>
        <p:spPr>
          <a:xfrm>
            <a:off x="0" y="-21316"/>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smtClean="0">
                <a:cs typeface="+mn-ea"/>
                <a:sym typeface="+mn-lt"/>
              </a:rPr>
              <a:t>3.2</a:t>
            </a:r>
            <a:r>
              <a:rPr lang="zh-CN" altLang="en-US" sz="2800" b="1" dirty="0" smtClean="0">
                <a:cs typeface="+mn-ea"/>
                <a:sym typeface="+mn-lt"/>
              </a:rPr>
              <a:t>创建单任务</a:t>
            </a:r>
            <a:endParaRPr lang="zh-CN" altLang="en-US" sz="2800" b="1" dirty="0">
              <a:solidFill>
                <a:schemeClr val="bg1"/>
              </a:solidFill>
              <a:cs typeface="+mn-ea"/>
              <a:sym typeface="+mn-lt"/>
            </a:endParaRPr>
          </a:p>
        </p:txBody>
      </p:sp>
      <p:sp>
        <p:nvSpPr>
          <p:cNvPr id="13"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Tree>
    <p:extLst>
      <p:ext uri="{BB962C8B-B14F-4D97-AF65-F5344CB8AC3E}">
        <p14:creationId xmlns:p14="http://schemas.microsoft.com/office/powerpoint/2010/main" val="374405758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31654" y="1572617"/>
            <a:ext cx="11652531" cy="21050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9" name="内容占位符 2"/>
          <p:cNvSpPr>
            <a:spLocks noGrp="1"/>
          </p:cNvSpPr>
          <p:nvPr>
            <p:ph idx="1"/>
          </p:nvPr>
        </p:nvSpPr>
        <p:spPr>
          <a:xfrm>
            <a:off x="383975" y="991871"/>
            <a:ext cx="11500210" cy="533122"/>
          </a:xfrm>
        </p:spPr>
        <p:txBody>
          <a:bodyPr>
            <a:normAutofit/>
          </a:bodyPr>
          <a:lstStyle/>
          <a:p>
            <a:pPr marL="0" indent="456971">
              <a:lnSpc>
                <a:spcPct val="135000"/>
              </a:lnSpc>
              <a:buClr>
                <a:schemeClr val="tx2">
                  <a:lumMod val="75000"/>
                </a:schemeClr>
              </a:buClr>
              <a:buNone/>
            </a:pPr>
            <a:r>
              <a:rPr lang="zh-CN" altLang="en-US" b="1" dirty="0"/>
              <a:t>定义任务</a:t>
            </a:r>
            <a:r>
              <a:rPr lang="en-US" altLang="zh-CN" b="1" dirty="0"/>
              <a:t>ID</a:t>
            </a:r>
            <a:r>
              <a:rPr lang="zh-CN" altLang="en-US" b="1" dirty="0"/>
              <a:t>变量</a:t>
            </a:r>
          </a:p>
        </p:txBody>
      </p:sp>
      <p:sp>
        <p:nvSpPr>
          <p:cNvPr id="102" name="内容占位符 2"/>
          <p:cNvSpPr>
            <a:spLocks noGrp="1"/>
          </p:cNvSpPr>
          <p:nvPr>
            <p:ph idx="1"/>
          </p:nvPr>
        </p:nvSpPr>
        <p:spPr>
          <a:xfrm>
            <a:off x="299636" y="1979849"/>
            <a:ext cx="11652531" cy="1415526"/>
          </a:xfrm>
        </p:spPr>
        <p:txBody>
          <a:bodyPr>
            <a:normAutofit/>
          </a:bodyPr>
          <a:lstStyle/>
          <a:p>
            <a:pPr marL="0" indent="456971">
              <a:lnSpc>
                <a:spcPct val="135000"/>
              </a:lnSpc>
              <a:buClr>
                <a:schemeClr val="tx2">
                  <a:lumMod val="75000"/>
                </a:schemeClr>
              </a:buClr>
              <a:buNone/>
            </a:pPr>
            <a:r>
              <a:rPr lang="zh-CN" altLang="en-US" dirty="0"/>
              <a:t>在任务创建成功后，系统会返回一个</a:t>
            </a:r>
            <a:r>
              <a:rPr lang="zh-CN" altLang="en-US" dirty="0">
                <a:solidFill>
                  <a:srgbClr val="C00000"/>
                </a:solidFill>
              </a:rPr>
              <a:t>任务</a:t>
            </a:r>
            <a:r>
              <a:rPr lang="en-US" altLang="zh-CN" dirty="0">
                <a:solidFill>
                  <a:srgbClr val="C00000"/>
                </a:solidFill>
              </a:rPr>
              <a:t>ID</a:t>
            </a:r>
            <a:r>
              <a:rPr lang="zh-CN" altLang="en-US" dirty="0">
                <a:solidFill>
                  <a:srgbClr val="C00000"/>
                </a:solidFill>
              </a:rPr>
              <a:t>给用户</a:t>
            </a:r>
            <a:r>
              <a:rPr lang="zh-CN" altLang="en-US" dirty="0"/>
              <a:t>，用户可以通过任务</a:t>
            </a:r>
            <a:r>
              <a:rPr lang="en-US" altLang="zh-CN" dirty="0"/>
              <a:t>ID</a:t>
            </a:r>
            <a:r>
              <a:rPr lang="zh-CN" altLang="en-US" dirty="0"/>
              <a:t>对任务进行</a:t>
            </a:r>
            <a:r>
              <a:rPr lang="zh-CN" altLang="en-US" dirty="0">
                <a:solidFill>
                  <a:srgbClr val="C00000"/>
                </a:solidFill>
              </a:rPr>
              <a:t>挂起、恢复、查询</a:t>
            </a:r>
            <a:r>
              <a:rPr lang="zh-CN" altLang="en-US" dirty="0"/>
              <a:t>信息等操作，在此之前，用户需要定义</a:t>
            </a:r>
            <a:r>
              <a:rPr lang="zh-CN" altLang="en-US" dirty="0">
                <a:solidFill>
                  <a:srgbClr val="C00000"/>
                </a:solidFill>
              </a:rPr>
              <a:t>一个任务</a:t>
            </a:r>
            <a:r>
              <a:rPr lang="en-US" altLang="zh-CN" dirty="0">
                <a:solidFill>
                  <a:srgbClr val="C00000"/>
                </a:solidFill>
              </a:rPr>
              <a:t>ID</a:t>
            </a:r>
            <a:r>
              <a:rPr lang="zh-CN" altLang="en-US" dirty="0">
                <a:solidFill>
                  <a:srgbClr val="C00000"/>
                </a:solidFill>
              </a:rPr>
              <a:t>变量</a:t>
            </a:r>
            <a:r>
              <a:rPr lang="zh-CN" altLang="en-US" dirty="0"/>
              <a:t>，用来存储返回的任务</a:t>
            </a:r>
            <a:r>
              <a:rPr lang="en-US" altLang="zh-CN" dirty="0"/>
              <a:t>ID</a:t>
            </a:r>
            <a:r>
              <a:rPr lang="zh-CN" altLang="en-US" dirty="0"/>
              <a:t>。任务</a:t>
            </a:r>
            <a:r>
              <a:rPr lang="en-US" altLang="zh-CN" dirty="0"/>
              <a:t>ID</a:t>
            </a:r>
            <a:r>
              <a:rPr lang="zh-CN" altLang="en-US" dirty="0"/>
              <a:t>变量定义如代码清单</a:t>
            </a:r>
            <a:r>
              <a:rPr lang="en-US" altLang="zh-CN" dirty="0" smtClean="0"/>
              <a:t>3~5</a:t>
            </a:r>
            <a:r>
              <a:rPr lang="zh-CN" altLang="en-US" dirty="0"/>
              <a:t>所示。</a:t>
            </a:r>
          </a:p>
        </p:txBody>
      </p:sp>
      <p:sp>
        <p:nvSpPr>
          <p:cNvPr id="17" name="矩形 16"/>
          <p:cNvSpPr/>
          <p:nvPr/>
        </p:nvSpPr>
        <p:spPr>
          <a:xfrm>
            <a:off x="273445" y="4168642"/>
            <a:ext cx="11652531" cy="152320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20" name="矩形 19"/>
          <p:cNvSpPr/>
          <p:nvPr/>
        </p:nvSpPr>
        <p:spPr>
          <a:xfrm>
            <a:off x="299636" y="5942292"/>
            <a:ext cx="11652531" cy="11658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21" name="内容占位符 2"/>
          <p:cNvSpPr>
            <a:spLocks noGrp="1"/>
          </p:cNvSpPr>
          <p:nvPr>
            <p:ph idx="1"/>
          </p:nvPr>
        </p:nvSpPr>
        <p:spPr>
          <a:xfrm>
            <a:off x="309335" y="4397123"/>
            <a:ext cx="5866536" cy="1433276"/>
          </a:xfrm>
        </p:spPr>
        <p:txBody>
          <a:bodyPr>
            <a:noAutofit/>
          </a:bodyPr>
          <a:lstStyle/>
          <a:p>
            <a:pPr marL="0" indent="456971">
              <a:lnSpc>
                <a:spcPct val="135000"/>
              </a:lnSpc>
              <a:buClr>
                <a:schemeClr val="tx2">
                  <a:lumMod val="75000"/>
                </a:schemeClr>
              </a:buClr>
              <a:buNone/>
            </a:pPr>
            <a:r>
              <a:rPr lang="zh-CN" altLang="en-US" dirty="0"/>
              <a:t> </a:t>
            </a:r>
            <a:r>
              <a:rPr lang="en-US" altLang="zh-CN" dirty="0"/>
              <a:t>1 /* </a:t>
            </a:r>
            <a:r>
              <a:rPr lang="zh-CN" altLang="en-US" dirty="0"/>
              <a:t>定义任务</a:t>
            </a:r>
            <a:r>
              <a:rPr lang="en-US" altLang="zh-CN" dirty="0"/>
              <a:t>ID</a:t>
            </a:r>
            <a:r>
              <a:rPr lang="zh-CN" altLang="en-US" dirty="0"/>
              <a:t>变量 *</a:t>
            </a:r>
            <a:r>
              <a:rPr lang="en-US" altLang="zh-CN" dirty="0"/>
              <a:t>/</a:t>
            </a:r>
          </a:p>
          <a:p>
            <a:pPr marL="0" indent="456971">
              <a:lnSpc>
                <a:spcPct val="135000"/>
              </a:lnSpc>
              <a:buClr>
                <a:schemeClr val="tx2">
                  <a:lumMod val="75000"/>
                </a:schemeClr>
              </a:buClr>
              <a:buNone/>
            </a:pPr>
            <a:r>
              <a:rPr lang="en-US" altLang="zh-CN" dirty="0"/>
              <a:t> 2 UINT32 Test1_Task_Handle;</a:t>
            </a:r>
          </a:p>
        </p:txBody>
      </p:sp>
      <p:sp>
        <p:nvSpPr>
          <p:cNvPr id="13" name="内容占位符 2"/>
          <p:cNvSpPr>
            <a:spLocks noGrp="1"/>
          </p:cNvSpPr>
          <p:nvPr>
            <p:ph idx="1"/>
          </p:nvPr>
        </p:nvSpPr>
        <p:spPr>
          <a:xfrm>
            <a:off x="3735030" y="3655085"/>
            <a:ext cx="4264980" cy="500405"/>
          </a:xfrm>
        </p:spPr>
        <p:txBody>
          <a:bodyPr>
            <a:normAutofit/>
          </a:bodyPr>
          <a:lstStyle/>
          <a:p>
            <a:pPr marL="0" indent="456971">
              <a:lnSpc>
                <a:spcPct val="135000"/>
              </a:lnSpc>
              <a:buClr>
                <a:schemeClr val="tx2">
                  <a:lumMod val="75000"/>
                </a:schemeClr>
              </a:buClr>
              <a:buNone/>
            </a:pPr>
            <a:r>
              <a:rPr lang="zh-CN" altLang="en-US" b="1" dirty="0"/>
              <a:t>代码清单</a:t>
            </a:r>
            <a:r>
              <a:rPr lang="en-US" altLang="zh-CN" b="1" dirty="0" smtClean="0"/>
              <a:t>3~5  </a:t>
            </a:r>
            <a:r>
              <a:rPr lang="zh-CN" altLang="en-US" b="1" dirty="0"/>
              <a:t>定义任务</a:t>
            </a:r>
            <a:r>
              <a:rPr lang="en-US" altLang="zh-CN" b="1" dirty="0"/>
              <a:t>ID</a:t>
            </a:r>
            <a:r>
              <a:rPr lang="zh-CN" altLang="en-US" b="1" dirty="0"/>
              <a:t>变量</a:t>
            </a:r>
          </a:p>
        </p:txBody>
      </p:sp>
      <p:sp>
        <p:nvSpPr>
          <p:cNvPr id="11" name="矩形 10">
            <a:extLst>
              <a:ext uri="{FF2B5EF4-FFF2-40B4-BE49-F238E27FC236}">
                <a16:creationId xmlns:a16="http://schemas.microsoft.com/office/drawing/2014/main" id="{ADFA951A-978E-4E8D-A85A-85B6177AC588}"/>
              </a:ext>
            </a:extLst>
          </p:cNvPr>
          <p:cNvSpPr/>
          <p:nvPr/>
        </p:nvSpPr>
        <p:spPr>
          <a:xfrm>
            <a:off x="0" y="-21316"/>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smtClean="0">
                <a:cs typeface="+mn-ea"/>
                <a:sym typeface="+mn-lt"/>
              </a:rPr>
              <a:t>3.2</a:t>
            </a:r>
            <a:r>
              <a:rPr lang="zh-CN" altLang="en-US" sz="2800" b="1" dirty="0" smtClean="0">
                <a:cs typeface="+mn-ea"/>
                <a:sym typeface="+mn-lt"/>
              </a:rPr>
              <a:t>创建单任务</a:t>
            </a:r>
            <a:endParaRPr lang="zh-CN" altLang="en-US" sz="2800" b="1" dirty="0">
              <a:solidFill>
                <a:schemeClr val="bg1"/>
              </a:solidFill>
              <a:cs typeface="+mn-ea"/>
              <a:sym typeface="+mn-lt"/>
            </a:endParaRPr>
          </a:p>
        </p:txBody>
      </p:sp>
      <p:sp>
        <p:nvSpPr>
          <p:cNvPr id="12"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Tree>
    <p:extLst>
      <p:ext uri="{BB962C8B-B14F-4D97-AF65-F5344CB8AC3E}">
        <p14:creationId xmlns:p14="http://schemas.microsoft.com/office/powerpoint/2010/main" val="251876476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31654" y="1151993"/>
            <a:ext cx="11652531" cy="21050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9" name="内容占位符 2"/>
          <p:cNvSpPr>
            <a:spLocks noGrp="1"/>
          </p:cNvSpPr>
          <p:nvPr>
            <p:ph idx="1"/>
          </p:nvPr>
        </p:nvSpPr>
        <p:spPr>
          <a:xfrm>
            <a:off x="383975" y="726695"/>
            <a:ext cx="11500210" cy="533122"/>
          </a:xfrm>
        </p:spPr>
        <p:txBody>
          <a:bodyPr>
            <a:normAutofit/>
          </a:bodyPr>
          <a:lstStyle/>
          <a:p>
            <a:pPr marL="0" indent="456971">
              <a:lnSpc>
                <a:spcPct val="135000"/>
              </a:lnSpc>
              <a:buClr>
                <a:schemeClr val="tx2">
                  <a:lumMod val="75000"/>
                </a:schemeClr>
              </a:buClr>
              <a:buNone/>
            </a:pPr>
            <a:r>
              <a:rPr lang="zh-CN" altLang="en-US" b="1" dirty="0"/>
              <a:t>任务控制块</a:t>
            </a:r>
          </a:p>
        </p:txBody>
      </p:sp>
      <p:sp>
        <p:nvSpPr>
          <p:cNvPr id="102" name="内容占位符 2"/>
          <p:cNvSpPr>
            <a:spLocks noGrp="1"/>
          </p:cNvSpPr>
          <p:nvPr>
            <p:ph idx="1"/>
          </p:nvPr>
        </p:nvSpPr>
        <p:spPr>
          <a:xfrm>
            <a:off x="299637" y="1351137"/>
            <a:ext cx="11584549" cy="990084"/>
          </a:xfrm>
        </p:spPr>
        <p:txBody>
          <a:bodyPr>
            <a:noAutofit/>
          </a:bodyPr>
          <a:lstStyle/>
          <a:p>
            <a:pPr marL="0" indent="456971">
              <a:lnSpc>
                <a:spcPct val="130000"/>
              </a:lnSpc>
              <a:buClr>
                <a:schemeClr val="tx2">
                  <a:lumMod val="75000"/>
                </a:schemeClr>
              </a:buClr>
              <a:buNone/>
            </a:pPr>
            <a:r>
              <a:rPr lang="zh-CN" altLang="en-US" sz="1599" dirty="0"/>
              <a:t>每一个任务都含有一个</a:t>
            </a:r>
            <a:r>
              <a:rPr lang="zh-CN" altLang="en-US" sz="1599" b="1" dirty="0">
                <a:solidFill>
                  <a:srgbClr val="C00000"/>
                </a:solidFill>
              </a:rPr>
              <a:t>任务控制块（</a:t>
            </a:r>
            <a:r>
              <a:rPr lang="en-US" altLang="zh-CN" sz="1599" b="1" dirty="0">
                <a:solidFill>
                  <a:srgbClr val="C00000"/>
                </a:solidFill>
              </a:rPr>
              <a:t>Task Control Block</a:t>
            </a:r>
            <a:r>
              <a:rPr lang="zh-CN" altLang="en-US" sz="1599" b="1" dirty="0">
                <a:solidFill>
                  <a:srgbClr val="C00000"/>
                </a:solidFill>
              </a:rPr>
              <a:t>，</a:t>
            </a:r>
            <a:r>
              <a:rPr lang="en-US" altLang="zh-CN" sz="1599" b="1" dirty="0">
                <a:solidFill>
                  <a:srgbClr val="C00000"/>
                </a:solidFill>
              </a:rPr>
              <a:t>TCB</a:t>
            </a:r>
            <a:r>
              <a:rPr lang="zh-CN" altLang="en-US" sz="1599" b="1" dirty="0">
                <a:solidFill>
                  <a:srgbClr val="C00000"/>
                </a:solidFill>
              </a:rPr>
              <a:t>）</a:t>
            </a:r>
            <a:r>
              <a:rPr lang="zh-CN" altLang="en-US" sz="1599" dirty="0"/>
              <a:t>。</a:t>
            </a:r>
            <a:r>
              <a:rPr lang="en-US" altLang="zh-CN" sz="1599" dirty="0"/>
              <a:t>TCB</a:t>
            </a:r>
            <a:r>
              <a:rPr lang="zh-CN" altLang="en-US" sz="1599" dirty="0"/>
              <a:t>包含了</a:t>
            </a:r>
            <a:r>
              <a:rPr lang="zh-CN" altLang="en-US" sz="1599" b="1" dirty="0">
                <a:solidFill>
                  <a:srgbClr val="FF0000"/>
                </a:solidFill>
              </a:rPr>
              <a:t>任务栈指针（</a:t>
            </a:r>
            <a:r>
              <a:rPr lang="en-US" altLang="zh-CN" sz="1599" b="1" dirty="0">
                <a:solidFill>
                  <a:srgbClr val="FF0000"/>
                </a:solidFill>
              </a:rPr>
              <a:t>Stack Pointer</a:t>
            </a:r>
            <a:r>
              <a:rPr lang="zh-CN" altLang="en-US" sz="1599" b="1" dirty="0">
                <a:solidFill>
                  <a:srgbClr val="FF0000"/>
                </a:solidFill>
              </a:rPr>
              <a:t>）、任务状态、任务优先级、任务</a:t>
            </a:r>
            <a:r>
              <a:rPr lang="en-US" altLang="zh-CN" sz="1599" b="1" dirty="0">
                <a:solidFill>
                  <a:srgbClr val="FF0000"/>
                </a:solidFill>
              </a:rPr>
              <a:t>ID</a:t>
            </a:r>
            <a:r>
              <a:rPr lang="zh-CN" altLang="en-US" sz="1599" b="1" dirty="0">
                <a:solidFill>
                  <a:srgbClr val="FF0000"/>
                </a:solidFill>
              </a:rPr>
              <a:t>、任务名及任务栈大小</a:t>
            </a:r>
            <a:r>
              <a:rPr lang="zh-CN" altLang="en-US" sz="1599" dirty="0"/>
              <a:t>等信息，还可以反映出每个任务的运行情况。任务控制块的内容如代码清单</a:t>
            </a:r>
            <a:r>
              <a:rPr lang="en-US" altLang="zh-CN" sz="1599" dirty="0"/>
              <a:t>3~6</a:t>
            </a:r>
            <a:r>
              <a:rPr lang="zh-CN" altLang="en-US" sz="1599" dirty="0"/>
              <a:t>所示，相关概念说明如下。</a:t>
            </a:r>
          </a:p>
        </p:txBody>
      </p:sp>
      <p:sp>
        <p:nvSpPr>
          <p:cNvPr id="17" name="矩形 16"/>
          <p:cNvSpPr/>
          <p:nvPr/>
        </p:nvSpPr>
        <p:spPr>
          <a:xfrm>
            <a:off x="0" y="2665441"/>
            <a:ext cx="12192000" cy="403924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21" name="内容占位符 2"/>
          <p:cNvSpPr>
            <a:spLocks noGrp="1"/>
          </p:cNvSpPr>
          <p:nvPr>
            <p:ph idx="1"/>
          </p:nvPr>
        </p:nvSpPr>
        <p:spPr>
          <a:xfrm>
            <a:off x="-19353" y="2615303"/>
            <a:ext cx="6039193" cy="4242697"/>
          </a:xfrm>
        </p:spPr>
        <p:txBody>
          <a:bodyPr>
            <a:noAutofit/>
          </a:bodyPr>
          <a:lstStyle/>
          <a:p>
            <a:pPr marL="0" indent="456971">
              <a:lnSpc>
                <a:spcPct val="110000"/>
              </a:lnSpc>
              <a:spcBef>
                <a:spcPts val="0"/>
              </a:spcBef>
              <a:buClr>
                <a:schemeClr val="tx2">
                  <a:lumMod val="75000"/>
                </a:schemeClr>
              </a:buClr>
              <a:buNone/>
            </a:pPr>
            <a:r>
              <a:rPr lang="en-US" altLang="zh-CN" sz="1400" b="1" dirty="0"/>
              <a:t>typedef </a:t>
            </a:r>
            <a:r>
              <a:rPr lang="en-US" altLang="zh-CN" sz="1400" b="1" dirty="0" err="1"/>
              <a:t>struct</a:t>
            </a:r>
            <a:r>
              <a:rPr lang="en-US" altLang="zh-CN" sz="1400" b="1" dirty="0"/>
              <a:t> </a:t>
            </a:r>
            <a:r>
              <a:rPr lang="en-US" altLang="zh-CN" sz="1400" b="1" dirty="0" err="1"/>
              <a:t>tagTaskCB</a:t>
            </a:r>
            <a:r>
              <a:rPr lang="en-US" altLang="zh-CN" sz="1400" b="1" dirty="0"/>
              <a:t> {</a:t>
            </a:r>
          </a:p>
          <a:p>
            <a:pPr marL="0" indent="456971">
              <a:lnSpc>
                <a:spcPct val="110000"/>
              </a:lnSpc>
              <a:buClr>
                <a:schemeClr val="tx2">
                  <a:lumMod val="75000"/>
                </a:schemeClr>
              </a:buClr>
              <a:buNone/>
            </a:pPr>
            <a:r>
              <a:rPr lang="en-US" altLang="zh-CN" sz="1400" b="1" dirty="0"/>
              <a:t>VOID               *</a:t>
            </a:r>
            <a:r>
              <a:rPr lang="en-US" altLang="zh-CN" sz="1400" b="1" dirty="0" err="1"/>
              <a:t>pStackPointer</a:t>
            </a:r>
            <a:r>
              <a:rPr lang="en-US" altLang="zh-CN" sz="1400" b="1" dirty="0"/>
              <a:t>; 	/**&lt;</a:t>
            </a:r>
            <a:r>
              <a:rPr lang="zh-CN" altLang="en-US" sz="1400" b="1" dirty="0"/>
              <a:t>任务栈指针    *</a:t>
            </a:r>
            <a:r>
              <a:rPr lang="en-US" altLang="zh-CN" sz="1400" b="1" dirty="0"/>
              <a:t>/</a:t>
            </a:r>
          </a:p>
          <a:p>
            <a:pPr marL="0" indent="456971">
              <a:lnSpc>
                <a:spcPct val="110000"/>
              </a:lnSpc>
              <a:buClr>
                <a:schemeClr val="tx2">
                  <a:lumMod val="75000"/>
                </a:schemeClr>
              </a:buClr>
              <a:buNone/>
            </a:pPr>
            <a:r>
              <a:rPr lang="en-US" altLang="zh-CN" sz="1400" b="1" dirty="0"/>
              <a:t>UINT16             </a:t>
            </a:r>
            <a:r>
              <a:rPr lang="en-US" altLang="zh-CN" sz="1400" b="1" dirty="0" err="1"/>
              <a:t>usTaskStatus</a:t>
            </a:r>
            <a:r>
              <a:rPr lang="en-US" altLang="zh-CN" sz="1400" b="1" dirty="0"/>
              <a:t>;	/**&lt;</a:t>
            </a:r>
            <a:r>
              <a:rPr lang="zh-CN" altLang="en-US" sz="1400" b="1" dirty="0"/>
              <a:t>任务状态       *</a:t>
            </a:r>
            <a:r>
              <a:rPr lang="en-US" altLang="zh-CN" sz="1400" b="1" dirty="0"/>
              <a:t>/</a:t>
            </a:r>
          </a:p>
          <a:p>
            <a:pPr marL="0" indent="456971">
              <a:lnSpc>
                <a:spcPct val="110000"/>
              </a:lnSpc>
              <a:buClr>
                <a:schemeClr val="tx2">
                  <a:lumMod val="75000"/>
                </a:schemeClr>
              </a:buClr>
              <a:buNone/>
            </a:pPr>
            <a:r>
              <a:rPr lang="en-US" altLang="zh-CN" sz="1400" b="1" dirty="0"/>
              <a:t>UINT16             </a:t>
            </a:r>
            <a:r>
              <a:rPr lang="en-US" altLang="zh-CN" sz="1400" b="1" dirty="0" err="1"/>
              <a:t>usPriority</a:t>
            </a:r>
            <a:r>
              <a:rPr lang="en-US" altLang="zh-CN" sz="1400" b="1" dirty="0"/>
              <a:t>;		/**&lt;</a:t>
            </a:r>
            <a:r>
              <a:rPr lang="zh-CN" altLang="en-US" sz="1400" b="1" dirty="0"/>
              <a:t>任务优先级      *</a:t>
            </a:r>
            <a:r>
              <a:rPr lang="en-US" altLang="zh-CN" sz="1400" b="1" dirty="0"/>
              <a:t>/</a:t>
            </a:r>
          </a:p>
          <a:p>
            <a:pPr marL="0" indent="456971">
              <a:lnSpc>
                <a:spcPct val="110000"/>
              </a:lnSpc>
              <a:buClr>
                <a:schemeClr val="tx2">
                  <a:lumMod val="75000"/>
                </a:schemeClr>
              </a:buClr>
              <a:buNone/>
            </a:pPr>
            <a:r>
              <a:rPr lang="en-US" altLang="zh-CN" sz="1400" b="1" dirty="0"/>
              <a:t>UINT32             </a:t>
            </a:r>
            <a:r>
              <a:rPr lang="en-US" altLang="zh-CN" sz="1400" b="1" dirty="0" err="1"/>
              <a:t>uwStackSize</a:t>
            </a:r>
            <a:r>
              <a:rPr lang="en-US" altLang="zh-CN" sz="1400" b="1" dirty="0"/>
              <a:t>;    	/**&lt;</a:t>
            </a:r>
            <a:r>
              <a:rPr lang="zh-CN" altLang="en-US" sz="1400" b="1" dirty="0"/>
              <a:t>任务栈大小    *</a:t>
            </a:r>
            <a:r>
              <a:rPr lang="en-US" altLang="zh-CN" sz="1400" b="1" dirty="0"/>
              <a:t>/</a:t>
            </a:r>
          </a:p>
          <a:p>
            <a:pPr marL="0" indent="456971">
              <a:lnSpc>
                <a:spcPct val="110000"/>
              </a:lnSpc>
              <a:buClr>
                <a:schemeClr val="tx2">
                  <a:lumMod val="75000"/>
                </a:schemeClr>
              </a:buClr>
              <a:buNone/>
            </a:pPr>
            <a:r>
              <a:rPr lang="en-US" altLang="zh-CN" sz="1400" b="1" dirty="0"/>
              <a:t>UINT32             </a:t>
            </a:r>
            <a:r>
              <a:rPr lang="en-US" altLang="zh-CN" sz="1400" b="1" dirty="0" err="1"/>
              <a:t>uwTopOfStack</a:t>
            </a:r>
            <a:r>
              <a:rPr lang="en-US" altLang="zh-CN" sz="1400" b="1" dirty="0"/>
              <a:t>;   	/**&lt;</a:t>
            </a:r>
            <a:r>
              <a:rPr lang="zh-CN" altLang="en-US" sz="1400" b="1" dirty="0"/>
              <a:t>任务栈顶      *</a:t>
            </a:r>
            <a:r>
              <a:rPr lang="en-US" altLang="zh-CN" sz="1400" b="1" dirty="0"/>
              <a:t>/</a:t>
            </a:r>
          </a:p>
          <a:p>
            <a:pPr marL="0" indent="456971">
              <a:lnSpc>
                <a:spcPct val="110000"/>
              </a:lnSpc>
              <a:buClr>
                <a:schemeClr val="tx2">
                  <a:lumMod val="75000"/>
                </a:schemeClr>
              </a:buClr>
              <a:buNone/>
            </a:pPr>
            <a:r>
              <a:rPr lang="en-US" altLang="zh-CN" sz="1400" b="1" dirty="0"/>
              <a:t>UINT32             </a:t>
            </a:r>
            <a:r>
              <a:rPr lang="en-US" altLang="zh-CN" sz="1400" b="1" dirty="0" err="1"/>
              <a:t>uwTaskID</a:t>
            </a:r>
            <a:r>
              <a:rPr lang="en-US" altLang="zh-CN" sz="1400" b="1" dirty="0"/>
              <a:t>;       	/**&lt;</a:t>
            </a:r>
            <a:r>
              <a:rPr lang="zh-CN" altLang="en-US" sz="1400" b="1" dirty="0"/>
              <a:t>任务</a:t>
            </a:r>
            <a:r>
              <a:rPr lang="en-US" altLang="zh-CN" sz="1400" b="1" dirty="0"/>
              <a:t>ID         */</a:t>
            </a:r>
          </a:p>
          <a:p>
            <a:pPr marL="0" indent="456971">
              <a:lnSpc>
                <a:spcPct val="110000"/>
              </a:lnSpc>
              <a:buClr>
                <a:schemeClr val="tx2">
                  <a:lumMod val="75000"/>
                </a:schemeClr>
              </a:buClr>
              <a:buNone/>
            </a:pPr>
            <a:r>
              <a:rPr lang="en-US" altLang="zh-CN" sz="1400" b="1" dirty="0"/>
              <a:t>TSK_ENTRY_FUNC   </a:t>
            </a:r>
            <a:r>
              <a:rPr lang="en-US" altLang="zh-CN" sz="1400" b="1" dirty="0" err="1"/>
              <a:t>pfnTaskEntry</a:t>
            </a:r>
            <a:r>
              <a:rPr lang="en-US" altLang="zh-CN" sz="1400" b="1" dirty="0"/>
              <a:t>;   	/**&lt;</a:t>
            </a:r>
            <a:r>
              <a:rPr lang="zh-CN" altLang="en-US" sz="1400" b="1" dirty="0"/>
              <a:t>任务入口函数     *</a:t>
            </a:r>
            <a:r>
              <a:rPr lang="en-US" altLang="zh-CN" sz="1400" b="1" dirty="0"/>
              <a:t>/</a:t>
            </a:r>
          </a:p>
          <a:p>
            <a:pPr marL="0" indent="456971">
              <a:lnSpc>
                <a:spcPct val="110000"/>
              </a:lnSpc>
              <a:buClr>
                <a:schemeClr val="tx2">
                  <a:lumMod val="75000"/>
                </a:schemeClr>
              </a:buClr>
              <a:buNone/>
            </a:pPr>
            <a:r>
              <a:rPr lang="en-US" altLang="zh-CN" sz="1400" b="1" dirty="0"/>
              <a:t>VOID               *</a:t>
            </a:r>
            <a:r>
              <a:rPr lang="en-US" altLang="zh-CN" sz="1400" b="1" dirty="0" err="1"/>
              <a:t>pTaskSem</a:t>
            </a:r>
            <a:r>
              <a:rPr lang="en-US" altLang="zh-CN" sz="1400" b="1" dirty="0"/>
              <a:t>;      </a:t>
            </a:r>
            <a:r>
              <a:rPr lang="en-US" altLang="zh-CN" sz="1400" b="1" dirty="0" smtClean="0"/>
              <a:t>/**&lt;</a:t>
            </a:r>
            <a:r>
              <a:rPr lang="zh-CN" altLang="en-US" sz="1400" b="1" dirty="0"/>
              <a:t>任务阻塞在哪个信号量  *</a:t>
            </a:r>
            <a:r>
              <a:rPr lang="en-US" altLang="zh-CN" sz="1400" b="1" dirty="0"/>
              <a:t>/</a:t>
            </a:r>
          </a:p>
          <a:p>
            <a:pPr marL="0" indent="456971">
              <a:lnSpc>
                <a:spcPct val="110000"/>
              </a:lnSpc>
              <a:buClr>
                <a:schemeClr val="tx2">
                  <a:lumMod val="75000"/>
                </a:schemeClr>
              </a:buClr>
              <a:buNone/>
            </a:pPr>
            <a:r>
              <a:rPr lang="en-US" altLang="zh-CN" sz="1400" b="1" dirty="0"/>
              <a:t>VOID               *</a:t>
            </a:r>
            <a:r>
              <a:rPr lang="en-US" altLang="zh-CN" sz="1400" b="1" dirty="0" err="1"/>
              <a:t>pTaskMux</a:t>
            </a:r>
            <a:r>
              <a:rPr lang="en-US" altLang="zh-CN" sz="1400" b="1" dirty="0"/>
              <a:t>; </a:t>
            </a:r>
            <a:r>
              <a:rPr lang="en-US" altLang="zh-CN" sz="1400" b="1" dirty="0" smtClean="0"/>
              <a:t>    /**&lt;</a:t>
            </a:r>
            <a:r>
              <a:rPr lang="zh-CN" altLang="en-US" sz="1400" b="1" dirty="0"/>
              <a:t>任务阻塞在哪个互斥锁  *</a:t>
            </a:r>
            <a:r>
              <a:rPr lang="en-US" altLang="zh-CN" sz="1400" b="1" dirty="0"/>
              <a:t>/</a:t>
            </a:r>
          </a:p>
          <a:p>
            <a:pPr marL="0" indent="456971">
              <a:lnSpc>
                <a:spcPct val="110000"/>
              </a:lnSpc>
              <a:buClr>
                <a:schemeClr val="tx2">
                  <a:lumMod val="75000"/>
                </a:schemeClr>
              </a:buClr>
              <a:buNone/>
            </a:pPr>
            <a:r>
              <a:rPr lang="en-US" altLang="zh-CN" sz="1400" b="1" dirty="0"/>
              <a:t>UINT32             </a:t>
            </a:r>
            <a:r>
              <a:rPr lang="en-US" altLang="zh-CN" sz="1400" b="1" dirty="0" err="1"/>
              <a:t>uwArg</a:t>
            </a:r>
            <a:r>
              <a:rPr lang="en-US" altLang="zh-CN" sz="1400" b="1" dirty="0"/>
              <a:t>;          	/**&lt;</a:t>
            </a:r>
            <a:r>
              <a:rPr lang="zh-CN" altLang="en-US" sz="1400" b="1" dirty="0"/>
              <a:t>参数            *</a:t>
            </a:r>
            <a:r>
              <a:rPr lang="en-US" altLang="zh-CN" sz="1400" b="1" dirty="0"/>
              <a:t>/</a:t>
            </a:r>
          </a:p>
          <a:p>
            <a:pPr marL="0" indent="456971">
              <a:lnSpc>
                <a:spcPct val="110000"/>
              </a:lnSpc>
              <a:buClr>
                <a:schemeClr val="tx2">
                  <a:lumMod val="75000"/>
                </a:schemeClr>
              </a:buClr>
              <a:buNone/>
            </a:pPr>
            <a:r>
              <a:rPr lang="en-US" altLang="zh-CN" sz="1400" b="1" dirty="0"/>
              <a:t>CHAR               *</a:t>
            </a:r>
            <a:r>
              <a:rPr lang="en-US" altLang="zh-CN" sz="1400" b="1" dirty="0" err="1"/>
              <a:t>pcTaskName</a:t>
            </a:r>
            <a:r>
              <a:rPr lang="en-US" altLang="zh-CN" sz="1400" b="1" dirty="0"/>
              <a:t>;    	/**&lt;</a:t>
            </a:r>
            <a:r>
              <a:rPr lang="zh-CN" altLang="en-US" sz="1400" b="1" dirty="0"/>
              <a:t>任务名称         *</a:t>
            </a:r>
            <a:r>
              <a:rPr lang="en-US" altLang="zh-CN" sz="1400" b="1" dirty="0"/>
              <a:t>/</a:t>
            </a:r>
          </a:p>
        </p:txBody>
      </p:sp>
      <p:sp>
        <p:nvSpPr>
          <p:cNvPr id="13" name="内容占位符 2"/>
          <p:cNvSpPr>
            <a:spLocks noGrp="1"/>
          </p:cNvSpPr>
          <p:nvPr>
            <p:ph idx="1"/>
          </p:nvPr>
        </p:nvSpPr>
        <p:spPr>
          <a:xfrm>
            <a:off x="2785685" y="2161650"/>
            <a:ext cx="6092827" cy="503791"/>
          </a:xfrm>
        </p:spPr>
        <p:txBody>
          <a:bodyPr>
            <a:normAutofit/>
          </a:bodyPr>
          <a:lstStyle/>
          <a:p>
            <a:pPr marL="0" indent="456971">
              <a:lnSpc>
                <a:spcPct val="135000"/>
              </a:lnSpc>
              <a:buClr>
                <a:schemeClr val="tx2">
                  <a:lumMod val="75000"/>
                </a:schemeClr>
              </a:buClr>
              <a:buNone/>
            </a:pPr>
            <a:r>
              <a:rPr lang="zh-CN" altLang="en-US" b="1" dirty="0"/>
              <a:t>代码清单</a:t>
            </a:r>
            <a:r>
              <a:rPr lang="en-US" altLang="zh-CN" b="1" dirty="0" smtClean="0"/>
              <a:t>3~6  </a:t>
            </a:r>
            <a:r>
              <a:rPr lang="zh-CN" altLang="en-US" b="1" dirty="0" smtClean="0"/>
              <a:t>任务控制块</a:t>
            </a:r>
            <a:r>
              <a:rPr lang="zh-CN" altLang="en-US" b="1" dirty="0"/>
              <a:t>（</a:t>
            </a:r>
            <a:r>
              <a:rPr lang="en-US" altLang="zh-CN" b="1" dirty="0"/>
              <a:t>los_tack.ph</a:t>
            </a:r>
            <a:r>
              <a:rPr lang="zh-CN" altLang="en-US" b="1" dirty="0"/>
              <a:t>）内容</a:t>
            </a:r>
          </a:p>
        </p:txBody>
      </p:sp>
      <p:sp>
        <p:nvSpPr>
          <p:cNvPr id="10" name="内容占位符 2"/>
          <p:cNvSpPr>
            <a:spLocks noGrp="1"/>
          </p:cNvSpPr>
          <p:nvPr>
            <p:ph idx="1"/>
          </p:nvPr>
        </p:nvSpPr>
        <p:spPr>
          <a:xfrm>
            <a:off x="6324481" y="2746328"/>
            <a:ext cx="5886872" cy="2439189"/>
          </a:xfrm>
        </p:spPr>
        <p:txBody>
          <a:bodyPr>
            <a:noAutofit/>
          </a:bodyPr>
          <a:lstStyle/>
          <a:p>
            <a:pPr marL="0" indent="456971">
              <a:lnSpc>
                <a:spcPct val="110000"/>
              </a:lnSpc>
              <a:buClr>
                <a:schemeClr val="tx2">
                  <a:lumMod val="75000"/>
                </a:schemeClr>
              </a:buClr>
              <a:buNone/>
            </a:pPr>
            <a:r>
              <a:rPr lang="en-US" altLang="zh-CN" sz="1400" b="1" dirty="0"/>
              <a:t>LOS_DL_LIST       </a:t>
            </a:r>
            <a:r>
              <a:rPr lang="en-US" altLang="zh-CN" sz="1400" b="1" dirty="0" err="1"/>
              <a:t>stPendList</a:t>
            </a:r>
            <a:r>
              <a:rPr lang="en-US" altLang="zh-CN" sz="1400" b="1" dirty="0"/>
              <a:t>;	/**&lt;</a:t>
            </a:r>
            <a:r>
              <a:rPr lang="zh-CN" altLang="en-US" sz="1400" b="1" dirty="0"/>
              <a:t>挂起列表         *</a:t>
            </a:r>
            <a:r>
              <a:rPr lang="en-US" altLang="zh-CN" sz="1400" b="1" dirty="0"/>
              <a:t>/</a:t>
            </a:r>
          </a:p>
          <a:p>
            <a:pPr marL="0" indent="456971">
              <a:lnSpc>
                <a:spcPct val="110000"/>
              </a:lnSpc>
              <a:buClr>
                <a:schemeClr val="tx2">
                  <a:lumMod val="75000"/>
                </a:schemeClr>
              </a:buClr>
              <a:buNone/>
            </a:pPr>
            <a:r>
              <a:rPr lang="en-US" altLang="zh-CN" sz="1400" b="1" dirty="0"/>
              <a:t>LOS_DL_LIST       </a:t>
            </a:r>
            <a:r>
              <a:rPr lang="en-US" altLang="zh-CN" sz="1400" b="1" dirty="0" err="1"/>
              <a:t>stTimerList</a:t>
            </a:r>
            <a:r>
              <a:rPr lang="en-US" altLang="zh-CN" sz="1400" b="1" dirty="0"/>
              <a:t>;    	/**&lt;</a:t>
            </a:r>
            <a:r>
              <a:rPr lang="zh-CN" altLang="en-US" sz="1400" b="1" dirty="0"/>
              <a:t>时间相关列表     *</a:t>
            </a:r>
            <a:r>
              <a:rPr lang="en-US" altLang="zh-CN" sz="1400" b="1" dirty="0"/>
              <a:t>/</a:t>
            </a:r>
          </a:p>
          <a:p>
            <a:pPr marL="0" indent="456971">
              <a:lnSpc>
                <a:spcPct val="110000"/>
              </a:lnSpc>
              <a:buClr>
                <a:schemeClr val="tx2">
                  <a:lumMod val="75000"/>
                </a:schemeClr>
              </a:buClr>
              <a:buNone/>
            </a:pPr>
            <a:r>
              <a:rPr lang="en-US" altLang="zh-CN" sz="1400" b="1" dirty="0"/>
              <a:t>UINT32             </a:t>
            </a:r>
            <a:r>
              <a:rPr lang="en-US" altLang="zh-CN" sz="1400" b="1" dirty="0" err="1"/>
              <a:t>uwIdxRollNum</a:t>
            </a:r>
            <a:r>
              <a:rPr lang="en-US" altLang="zh-CN" sz="1400" b="1" dirty="0"/>
              <a:t>;</a:t>
            </a:r>
          </a:p>
          <a:p>
            <a:pPr marL="0" indent="456971">
              <a:lnSpc>
                <a:spcPct val="110000"/>
              </a:lnSpc>
              <a:buClr>
                <a:schemeClr val="tx2">
                  <a:lumMod val="75000"/>
                </a:schemeClr>
              </a:buClr>
              <a:buNone/>
            </a:pPr>
            <a:r>
              <a:rPr lang="en-US" altLang="zh-CN" sz="1400" b="1" dirty="0"/>
              <a:t>EVENT_CB_S        </a:t>
            </a:r>
            <a:r>
              <a:rPr lang="en-US" altLang="zh-CN" sz="1400" b="1" dirty="0" err="1"/>
              <a:t>uwEvent</a:t>
            </a:r>
            <a:r>
              <a:rPr lang="en-US" altLang="zh-CN" sz="1400" b="1" dirty="0"/>
              <a:t>;	/**&lt;</a:t>
            </a:r>
            <a:r>
              <a:rPr lang="zh-CN" altLang="en-US" sz="1400" b="1" dirty="0"/>
              <a:t>事件         *</a:t>
            </a:r>
            <a:r>
              <a:rPr lang="en-US" altLang="zh-CN" sz="1400" b="1" dirty="0"/>
              <a:t>/</a:t>
            </a:r>
          </a:p>
          <a:p>
            <a:pPr marL="0" indent="456971">
              <a:lnSpc>
                <a:spcPct val="110000"/>
              </a:lnSpc>
              <a:buClr>
                <a:schemeClr val="tx2">
                  <a:lumMod val="75000"/>
                </a:schemeClr>
              </a:buClr>
              <a:buNone/>
            </a:pPr>
            <a:r>
              <a:rPr lang="en-US" altLang="zh-CN" sz="1400" b="1" dirty="0"/>
              <a:t>UINT32             </a:t>
            </a:r>
            <a:r>
              <a:rPr lang="en-US" altLang="zh-CN" sz="1400" b="1" dirty="0" err="1"/>
              <a:t>uwEventMask</a:t>
            </a:r>
            <a:r>
              <a:rPr lang="en-US" altLang="zh-CN" sz="1400" b="1" dirty="0"/>
              <a:t>;    	/**&lt;</a:t>
            </a:r>
            <a:r>
              <a:rPr lang="zh-CN" altLang="en-US" sz="1400" b="1" dirty="0"/>
              <a:t>事件掩码         *</a:t>
            </a:r>
            <a:r>
              <a:rPr lang="en-US" altLang="zh-CN" sz="1400" b="1" dirty="0"/>
              <a:t>/</a:t>
            </a:r>
          </a:p>
          <a:p>
            <a:pPr marL="0" indent="456971">
              <a:lnSpc>
                <a:spcPct val="110000"/>
              </a:lnSpc>
              <a:buClr>
                <a:schemeClr val="tx2">
                  <a:lumMod val="75000"/>
                </a:schemeClr>
              </a:buClr>
              <a:buNone/>
            </a:pPr>
            <a:r>
              <a:rPr lang="en-US" altLang="zh-CN" sz="1400" b="1" dirty="0"/>
              <a:t>UINT32             </a:t>
            </a:r>
            <a:r>
              <a:rPr lang="en-US" altLang="zh-CN" sz="1400" b="1" dirty="0" err="1"/>
              <a:t>uwEventMode</a:t>
            </a:r>
            <a:r>
              <a:rPr lang="en-US" altLang="zh-CN" sz="1400" b="1" dirty="0"/>
              <a:t>;    	/**&lt;</a:t>
            </a:r>
            <a:r>
              <a:rPr lang="zh-CN" altLang="en-US" sz="1400" b="1" dirty="0"/>
              <a:t>事件模式         *</a:t>
            </a:r>
            <a:r>
              <a:rPr lang="en-US" altLang="zh-CN" sz="1400" b="1" dirty="0"/>
              <a:t>/</a:t>
            </a:r>
          </a:p>
          <a:p>
            <a:pPr marL="0" indent="456971">
              <a:lnSpc>
                <a:spcPct val="110000"/>
              </a:lnSpc>
              <a:buClr>
                <a:schemeClr val="tx2">
                  <a:lumMod val="75000"/>
                </a:schemeClr>
              </a:buClr>
              <a:buNone/>
            </a:pPr>
            <a:r>
              <a:rPr lang="en-US" altLang="zh-CN" sz="1400" b="1" dirty="0"/>
              <a:t>VOID               *</a:t>
            </a:r>
            <a:r>
              <a:rPr lang="en-US" altLang="zh-CN" sz="1400" b="1" dirty="0" err="1"/>
              <a:t>puwMsg</a:t>
            </a:r>
            <a:r>
              <a:rPr lang="en-US" altLang="zh-CN" sz="1400" b="1" dirty="0"/>
              <a:t>;        	/**&lt;</a:t>
            </a:r>
            <a:r>
              <a:rPr lang="zh-CN" altLang="en-US" sz="1400" b="1" dirty="0"/>
              <a:t>内存分配给队列    *</a:t>
            </a:r>
            <a:r>
              <a:rPr lang="en-US" altLang="zh-CN" sz="1400" b="1" dirty="0"/>
              <a:t>/</a:t>
            </a:r>
          </a:p>
          <a:p>
            <a:pPr marL="0" indent="456971">
              <a:lnSpc>
                <a:spcPct val="110000"/>
              </a:lnSpc>
              <a:buClr>
                <a:schemeClr val="tx2">
                  <a:lumMod val="75000"/>
                </a:schemeClr>
              </a:buClr>
              <a:buNone/>
            </a:pPr>
            <a:r>
              <a:rPr lang="en-US" altLang="zh-CN" sz="1400" b="1" dirty="0"/>
              <a:t>} LOS_TASK_CB;</a:t>
            </a:r>
          </a:p>
        </p:txBody>
      </p:sp>
      <p:cxnSp>
        <p:nvCxnSpPr>
          <p:cNvPr id="5" name="直接连接符 4"/>
          <p:cNvCxnSpPr>
            <a:endCxn id="17" idx="2"/>
          </p:cNvCxnSpPr>
          <p:nvPr/>
        </p:nvCxnSpPr>
        <p:spPr>
          <a:xfrm>
            <a:off x="6096000" y="3352840"/>
            <a:ext cx="0" cy="3351847"/>
          </a:xfrm>
          <a:prstGeom prst="line">
            <a:avLst/>
          </a:prstGeom>
          <a:ln>
            <a:prstDash val="dashDot"/>
          </a:ln>
        </p:spPr>
        <p:style>
          <a:lnRef idx="1">
            <a:schemeClr val="accent1"/>
          </a:lnRef>
          <a:fillRef idx="0">
            <a:schemeClr val="accent1"/>
          </a:fillRef>
          <a:effectRef idx="0">
            <a:schemeClr val="accent1"/>
          </a:effectRef>
          <a:fontRef idx="minor">
            <a:schemeClr val="tx1"/>
          </a:fontRef>
        </p:style>
      </p:cxnSp>
      <p:sp>
        <p:nvSpPr>
          <p:cNvPr id="8" name="下弧形箭头 7"/>
          <p:cNvSpPr/>
          <p:nvPr/>
        </p:nvSpPr>
        <p:spPr>
          <a:xfrm>
            <a:off x="5677118" y="6387790"/>
            <a:ext cx="837764" cy="252202"/>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solidFill>
                <a:schemeClr val="tx1"/>
              </a:solidFill>
            </a:endParaRPr>
          </a:p>
        </p:txBody>
      </p:sp>
      <p:sp>
        <p:nvSpPr>
          <p:cNvPr id="14" name="矩形 13">
            <a:extLst>
              <a:ext uri="{FF2B5EF4-FFF2-40B4-BE49-F238E27FC236}">
                <a16:creationId xmlns:a16="http://schemas.microsoft.com/office/drawing/2014/main" id="{ADFA951A-978E-4E8D-A85A-85B6177AC588}"/>
              </a:ext>
            </a:extLst>
          </p:cNvPr>
          <p:cNvSpPr/>
          <p:nvPr/>
        </p:nvSpPr>
        <p:spPr>
          <a:xfrm>
            <a:off x="0" y="-21316"/>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smtClean="0">
                <a:cs typeface="+mn-ea"/>
                <a:sym typeface="+mn-lt"/>
              </a:rPr>
              <a:t>3.2</a:t>
            </a:r>
            <a:r>
              <a:rPr lang="zh-CN" altLang="en-US" sz="2800" b="1" dirty="0" smtClean="0">
                <a:cs typeface="+mn-ea"/>
                <a:sym typeface="+mn-lt"/>
              </a:rPr>
              <a:t>创建单任务</a:t>
            </a:r>
            <a:endParaRPr lang="zh-CN" altLang="en-US" sz="2800" b="1" dirty="0">
              <a:solidFill>
                <a:schemeClr val="bg1"/>
              </a:solidFill>
              <a:cs typeface="+mn-ea"/>
              <a:sym typeface="+mn-lt"/>
            </a:endParaRPr>
          </a:p>
        </p:txBody>
      </p:sp>
      <p:sp>
        <p:nvSpPr>
          <p:cNvPr id="15"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Tree>
    <p:extLst>
      <p:ext uri="{BB962C8B-B14F-4D97-AF65-F5344CB8AC3E}">
        <p14:creationId xmlns:p14="http://schemas.microsoft.com/office/powerpoint/2010/main" val="60079525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31654" y="1572617"/>
            <a:ext cx="11652531" cy="21050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9" name="内容占位符 2"/>
          <p:cNvSpPr>
            <a:spLocks noGrp="1"/>
          </p:cNvSpPr>
          <p:nvPr>
            <p:ph idx="1"/>
          </p:nvPr>
        </p:nvSpPr>
        <p:spPr>
          <a:xfrm>
            <a:off x="383975" y="991871"/>
            <a:ext cx="11500210" cy="533122"/>
          </a:xfrm>
        </p:spPr>
        <p:txBody>
          <a:bodyPr>
            <a:normAutofit/>
          </a:bodyPr>
          <a:lstStyle/>
          <a:p>
            <a:pPr marL="0" indent="456971">
              <a:lnSpc>
                <a:spcPct val="135000"/>
              </a:lnSpc>
              <a:buClr>
                <a:schemeClr val="tx2">
                  <a:lumMod val="75000"/>
                </a:schemeClr>
              </a:buClr>
              <a:buNone/>
            </a:pPr>
            <a:r>
              <a:rPr lang="zh-CN" altLang="en-US" sz="2000" b="1" dirty="0"/>
              <a:t>任务控制块</a:t>
            </a:r>
          </a:p>
        </p:txBody>
      </p:sp>
      <p:sp>
        <p:nvSpPr>
          <p:cNvPr id="102" name="内容占位符 2"/>
          <p:cNvSpPr>
            <a:spLocks noGrp="1"/>
          </p:cNvSpPr>
          <p:nvPr>
            <p:ph idx="1"/>
          </p:nvPr>
        </p:nvSpPr>
        <p:spPr>
          <a:xfrm>
            <a:off x="341806" y="1981954"/>
            <a:ext cx="11584549" cy="2360970"/>
          </a:xfrm>
        </p:spPr>
        <p:txBody>
          <a:bodyPr>
            <a:noAutofit/>
          </a:bodyPr>
          <a:lstStyle/>
          <a:p>
            <a:pPr>
              <a:lnSpc>
                <a:spcPct val="130000"/>
              </a:lnSpc>
              <a:buClr>
                <a:srgbClr val="69A12B"/>
              </a:buClr>
              <a:buFont typeface="Wingdings" panose="05000000000000000000" pitchFamily="2" charset="2"/>
              <a:buChar char="u"/>
            </a:pPr>
            <a:r>
              <a:rPr lang="zh-CN" altLang="en-US" b="1" dirty="0">
                <a:solidFill>
                  <a:srgbClr val="C00000"/>
                </a:solidFill>
              </a:rPr>
              <a:t>任务入口函数</a:t>
            </a:r>
            <a:r>
              <a:rPr lang="zh-CN" altLang="en-US" dirty="0"/>
              <a:t>：每个新任务得到调度后都将执行的函数。</a:t>
            </a:r>
            <a:endParaRPr lang="en-US" altLang="zh-CN" dirty="0"/>
          </a:p>
          <a:p>
            <a:pPr>
              <a:lnSpc>
                <a:spcPct val="130000"/>
              </a:lnSpc>
              <a:buClr>
                <a:srgbClr val="69A12B"/>
              </a:buClr>
              <a:buFont typeface="Wingdings" panose="05000000000000000000" pitchFamily="2" charset="2"/>
              <a:buChar char="u"/>
            </a:pPr>
            <a:r>
              <a:rPr lang="zh-CN" altLang="en-US" b="1" dirty="0">
                <a:solidFill>
                  <a:srgbClr val="C00000"/>
                </a:solidFill>
              </a:rPr>
              <a:t>任务优先级</a:t>
            </a:r>
            <a:r>
              <a:rPr lang="zh-CN" altLang="en-US" dirty="0"/>
              <a:t>：优先级表示任务执行的优先顺序。</a:t>
            </a:r>
          </a:p>
          <a:p>
            <a:pPr>
              <a:lnSpc>
                <a:spcPct val="130000"/>
              </a:lnSpc>
              <a:buClr>
                <a:srgbClr val="69A12B"/>
              </a:buClr>
              <a:buFont typeface="Wingdings" panose="05000000000000000000" pitchFamily="2" charset="2"/>
              <a:buChar char="u"/>
            </a:pPr>
            <a:r>
              <a:rPr lang="zh-CN" altLang="en-US" b="1" dirty="0">
                <a:solidFill>
                  <a:srgbClr val="C00000"/>
                </a:solidFill>
              </a:rPr>
              <a:t>任务栈</a:t>
            </a:r>
            <a:r>
              <a:rPr lang="zh-CN" altLang="en-US" dirty="0"/>
              <a:t>：每一个任务都拥有一个独立的栈空间，称为任务栈。</a:t>
            </a:r>
          </a:p>
          <a:p>
            <a:pPr>
              <a:lnSpc>
                <a:spcPct val="130000"/>
              </a:lnSpc>
              <a:buClr>
                <a:srgbClr val="69A12B"/>
              </a:buClr>
              <a:buFont typeface="Wingdings" panose="05000000000000000000" pitchFamily="2" charset="2"/>
              <a:buChar char="u"/>
            </a:pPr>
            <a:r>
              <a:rPr lang="zh-CN" altLang="en-US" b="1" dirty="0">
                <a:solidFill>
                  <a:srgbClr val="C00000"/>
                </a:solidFill>
              </a:rPr>
              <a:t>任务上下文</a:t>
            </a:r>
            <a:r>
              <a:rPr lang="zh-CN" altLang="en-US" dirty="0"/>
              <a:t>：任务在运行过程中使用到的一些资源，如寄存器等。</a:t>
            </a:r>
          </a:p>
        </p:txBody>
      </p:sp>
      <p:sp>
        <p:nvSpPr>
          <p:cNvPr id="15" name="等腰三角形 14"/>
          <p:cNvSpPr/>
          <p:nvPr/>
        </p:nvSpPr>
        <p:spPr>
          <a:xfrm>
            <a:off x="155494" y="4878426"/>
            <a:ext cx="330028" cy="330028"/>
          </a:xfrm>
          <a:prstGeom prst="triangle">
            <a:avLst/>
          </a:prstGeom>
          <a:solidFill>
            <a:srgbClr val="E6A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6" name="椭圆 15"/>
          <p:cNvSpPr/>
          <p:nvPr/>
        </p:nvSpPr>
        <p:spPr>
          <a:xfrm>
            <a:off x="155495" y="5390129"/>
            <a:ext cx="257041" cy="257041"/>
          </a:xfrm>
          <a:prstGeom prst="ellipse">
            <a:avLst/>
          </a:prstGeom>
          <a:solidFill>
            <a:schemeClr val="tx2">
              <a:lumMod val="60000"/>
              <a:lumOff val="4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8" name="椭圆 17"/>
          <p:cNvSpPr/>
          <p:nvPr/>
        </p:nvSpPr>
        <p:spPr>
          <a:xfrm>
            <a:off x="510909" y="5390129"/>
            <a:ext cx="257041" cy="257041"/>
          </a:xfrm>
          <a:prstGeom prst="ellipse">
            <a:avLst/>
          </a:prstGeom>
          <a:solidFill>
            <a:schemeClr val="tx2">
              <a:lumMod val="60000"/>
              <a:lumOff val="4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20" name="椭圆 19"/>
          <p:cNvSpPr/>
          <p:nvPr/>
        </p:nvSpPr>
        <p:spPr>
          <a:xfrm>
            <a:off x="891711" y="5390129"/>
            <a:ext cx="257041" cy="257041"/>
          </a:xfrm>
          <a:prstGeom prst="ellipse">
            <a:avLst/>
          </a:prstGeom>
          <a:solidFill>
            <a:schemeClr val="tx2">
              <a:lumMod val="60000"/>
              <a:lumOff val="4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22" name="椭圆 21"/>
          <p:cNvSpPr/>
          <p:nvPr/>
        </p:nvSpPr>
        <p:spPr>
          <a:xfrm>
            <a:off x="1247126" y="5390129"/>
            <a:ext cx="257041" cy="257041"/>
          </a:xfrm>
          <a:prstGeom prst="ellipse">
            <a:avLst/>
          </a:prstGeom>
          <a:solidFill>
            <a:schemeClr val="tx2">
              <a:lumMod val="60000"/>
              <a:lumOff val="4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23" name="椭圆 22"/>
          <p:cNvSpPr/>
          <p:nvPr/>
        </p:nvSpPr>
        <p:spPr>
          <a:xfrm>
            <a:off x="1612061" y="5390129"/>
            <a:ext cx="257041" cy="257041"/>
          </a:xfrm>
          <a:prstGeom prst="ellipse">
            <a:avLst/>
          </a:prstGeom>
          <a:solidFill>
            <a:schemeClr val="tx2">
              <a:lumMod val="60000"/>
              <a:lumOff val="4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24" name="椭圆 23"/>
          <p:cNvSpPr/>
          <p:nvPr/>
        </p:nvSpPr>
        <p:spPr>
          <a:xfrm>
            <a:off x="1967476" y="5390129"/>
            <a:ext cx="257041" cy="257041"/>
          </a:xfrm>
          <a:prstGeom prst="ellipse">
            <a:avLst/>
          </a:prstGeom>
          <a:solidFill>
            <a:schemeClr val="tx2">
              <a:lumMod val="60000"/>
              <a:lumOff val="4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25" name="椭圆 24"/>
          <p:cNvSpPr/>
          <p:nvPr/>
        </p:nvSpPr>
        <p:spPr>
          <a:xfrm>
            <a:off x="2348278" y="5390129"/>
            <a:ext cx="257041" cy="257041"/>
          </a:xfrm>
          <a:prstGeom prst="ellipse">
            <a:avLst/>
          </a:prstGeom>
          <a:solidFill>
            <a:schemeClr val="tx2">
              <a:lumMod val="60000"/>
              <a:lumOff val="4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26" name="椭圆 25"/>
          <p:cNvSpPr/>
          <p:nvPr/>
        </p:nvSpPr>
        <p:spPr>
          <a:xfrm>
            <a:off x="2703692" y="5390129"/>
            <a:ext cx="257041" cy="257041"/>
          </a:xfrm>
          <a:prstGeom prst="ellipse">
            <a:avLst/>
          </a:prstGeom>
          <a:solidFill>
            <a:schemeClr val="tx2">
              <a:lumMod val="60000"/>
              <a:lumOff val="4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27" name="椭圆 26"/>
          <p:cNvSpPr/>
          <p:nvPr/>
        </p:nvSpPr>
        <p:spPr>
          <a:xfrm>
            <a:off x="3074974" y="5390129"/>
            <a:ext cx="257041" cy="257041"/>
          </a:xfrm>
          <a:prstGeom prst="ellipse">
            <a:avLst/>
          </a:prstGeom>
          <a:solidFill>
            <a:schemeClr val="tx2">
              <a:lumMod val="60000"/>
              <a:lumOff val="4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28" name="椭圆 27"/>
          <p:cNvSpPr/>
          <p:nvPr/>
        </p:nvSpPr>
        <p:spPr>
          <a:xfrm>
            <a:off x="3430389" y="5390129"/>
            <a:ext cx="257041" cy="257041"/>
          </a:xfrm>
          <a:prstGeom prst="ellipse">
            <a:avLst/>
          </a:prstGeom>
          <a:solidFill>
            <a:schemeClr val="tx2">
              <a:lumMod val="60000"/>
              <a:lumOff val="4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29" name="椭圆 28"/>
          <p:cNvSpPr/>
          <p:nvPr/>
        </p:nvSpPr>
        <p:spPr>
          <a:xfrm>
            <a:off x="3811191" y="5390129"/>
            <a:ext cx="257041" cy="257041"/>
          </a:xfrm>
          <a:prstGeom prst="ellipse">
            <a:avLst/>
          </a:prstGeom>
          <a:solidFill>
            <a:schemeClr val="tx2">
              <a:lumMod val="60000"/>
              <a:lumOff val="4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30" name="椭圆 29"/>
          <p:cNvSpPr/>
          <p:nvPr/>
        </p:nvSpPr>
        <p:spPr>
          <a:xfrm>
            <a:off x="4166605" y="5390129"/>
            <a:ext cx="257041" cy="257041"/>
          </a:xfrm>
          <a:prstGeom prst="ellipse">
            <a:avLst/>
          </a:prstGeom>
          <a:solidFill>
            <a:schemeClr val="tx2">
              <a:lumMod val="60000"/>
              <a:lumOff val="4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31" name="椭圆 30"/>
          <p:cNvSpPr/>
          <p:nvPr/>
        </p:nvSpPr>
        <p:spPr>
          <a:xfrm>
            <a:off x="4531540" y="5390129"/>
            <a:ext cx="257041" cy="257041"/>
          </a:xfrm>
          <a:prstGeom prst="ellipse">
            <a:avLst/>
          </a:prstGeom>
          <a:solidFill>
            <a:schemeClr val="tx2">
              <a:lumMod val="60000"/>
              <a:lumOff val="4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32" name="椭圆 31"/>
          <p:cNvSpPr/>
          <p:nvPr/>
        </p:nvSpPr>
        <p:spPr>
          <a:xfrm>
            <a:off x="4886955" y="5390129"/>
            <a:ext cx="257041" cy="257041"/>
          </a:xfrm>
          <a:prstGeom prst="ellipse">
            <a:avLst/>
          </a:prstGeom>
          <a:solidFill>
            <a:schemeClr val="tx2">
              <a:lumMod val="60000"/>
              <a:lumOff val="4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33" name="椭圆 32"/>
          <p:cNvSpPr/>
          <p:nvPr/>
        </p:nvSpPr>
        <p:spPr>
          <a:xfrm>
            <a:off x="5267757" y="5390129"/>
            <a:ext cx="257041" cy="257041"/>
          </a:xfrm>
          <a:prstGeom prst="ellipse">
            <a:avLst/>
          </a:prstGeom>
          <a:solidFill>
            <a:schemeClr val="tx2">
              <a:lumMod val="60000"/>
              <a:lumOff val="4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34" name="椭圆 33"/>
          <p:cNvSpPr/>
          <p:nvPr/>
        </p:nvSpPr>
        <p:spPr>
          <a:xfrm>
            <a:off x="5623172" y="5390129"/>
            <a:ext cx="257041" cy="257041"/>
          </a:xfrm>
          <a:prstGeom prst="ellipse">
            <a:avLst/>
          </a:prstGeom>
          <a:solidFill>
            <a:schemeClr val="tx2">
              <a:lumMod val="60000"/>
              <a:lumOff val="4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35" name="椭圆 34"/>
          <p:cNvSpPr/>
          <p:nvPr/>
        </p:nvSpPr>
        <p:spPr>
          <a:xfrm>
            <a:off x="155495" y="5732851"/>
            <a:ext cx="257041" cy="257041"/>
          </a:xfrm>
          <a:prstGeom prst="ellipse">
            <a:avLst/>
          </a:prstGeom>
          <a:solidFill>
            <a:schemeClr val="tx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36" name="椭圆 35"/>
          <p:cNvSpPr/>
          <p:nvPr/>
        </p:nvSpPr>
        <p:spPr>
          <a:xfrm>
            <a:off x="510909" y="5732851"/>
            <a:ext cx="257041" cy="257041"/>
          </a:xfrm>
          <a:prstGeom prst="ellipse">
            <a:avLst/>
          </a:prstGeom>
          <a:solidFill>
            <a:schemeClr val="tx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37" name="椭圆 36"/>
          <p:cNvSpPr/>
          <p:nvPr/>
        </p:nvSpPr>
        <p:spPr>
          <a:xfrm>
            <a:off x="891711" y="5732851"/>
            <a:ext cx="257041" cy="257041"/>
          </a:xfrm>
          <a:prstGeom prst="ellipse">
            <a:avLst/>
          </a:prstGeom>
          <a:solidFill>
            <a:schemeClr val="tx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38" name="椭圆 37"/>
          <p:cNvSpPr/>
          <p:nvPr/>
        </p:nvSpPr>
        <p:spPr>
          <a:xfrm>
            <a:off x="1247126" y="5732851"/>
            <a:ext cx="257041" cy="257041"/>
          </a:xfrm>
          <a:prstGeom prst="ellipse">
            <a:avLst/>
          </a:prstGeom>
          <a:solidFill>
            <a:schemeClr val="tx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39" name="椭圆 38"/>
          <p:cNvSpPr/>
          <p:nvPr/>
        </p:nvSpPr>
        <p:spPr>
          <a:xfrm>
            <a:off x="1612061" y="5732851"/>
            <a:ext cx="257041" cy="257041"/>
          </a:xfrm>
          <a:prstGeom prst="ellipse">
            <a:avLst/>
          </a:prstGeom>
          <a:solidFill>
            <a:schemeClr val="tx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40" name="椭圆 39"/>
          <p:cNvSpPr/>
          <p:nvPr/>
        </p:nvSpPr>
        <p:spPr>
          <a:xfrm>
            <a:off x="1967476" y="5732851"/>
            <a:ext cx="257041" cy="257041"/>
          </a:xfrm>
          <a:prstGeom prst="ellipse">
            <a:avLst/>
          </a:prstGeom>
          <a:solidFill>
            <a:schemeClr val="tx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41" name="椭圆 40"/>
          <p:cNvSpPr/>
          <p:nvPr/>
        </p:nvSpPr>
        <p:spPr>
          <a:xfrm>
            <a:off x="2348278" y="5732851"/>
            <a:ext cx="257041" cy="257041"/>
          </a:xfrm>
          <a:prstGeom prst="ellipse">
            <a:avLst/>
          </a:prstGeom>
          <a:solidFill>
            <a:schemeClr val="tx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42" name="椭圆 41"/>
          <p:cNvSpPr/>
          <p:nvPr/>
        </p:nvSpPr>
        <p:spPr>
          <a:xfrm>
            <a:off x="2703692" y="5732851"/>
            <a:ext cx="257041" cy="257041"/>
          </a:xfrm>
          <a:prstGeom prst="ellipse">
            <a:avLst/>
          </a:prstGeom>
          <a:solidFill>
            <a:schemeClr val="tx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43" name="椭圆 42"/>
          <p:cNvSpPr/>
          <p:nvPr/>
        </p:nvSpPr>
        <p:spPr>
          <a:xfrm>
            <a:off x="3074974" y="5732851"/>
            <a:ext cx="257041" cy="257041"/>
          </a:xfrm>
          <a:prstGeom prst="ellipse">
            <a:avLst/>
          </a:prstGeom>
          <a:solidFill>
            <a:schemeClr val="tx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44" name="椭圆 43"/>
          <p:cNvSpPr/>
          <p:nvPr/>
        </p:nvSpPr>
        <p:spPr>
          <a:xfrm>
            <a:off x="3430389" y="5732851"/>
            <a:ext cx="257041" cy="257041"/>
          </a:xfrm>
          <a:prstGeom prst="ellipse">
            <a:avLst/>
          </a:prstGeom>
          <a:solidFill>
            <a:schemeClr val="tx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45" name="椭圆 44"/>
          <p:cNvSpPr/>
          <p:nvPr/>
        </p:nvSpPr>
        <p:spPr>
          <a:xfrm>
            <a:off x="3811191" y="5732851"/>
            <a:ext cx="257041" cy="257041"/>
          </a:xfrm>
          <a:prstGeom prst="ellipse">
            <a:avLst/>
          </a:prstGeom>
          <a:solidFill>
            <a:schemeClr val="tx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46" name="椭圆 45"/>
          <p:cNvSpPr/>
          <p:nvPr/>
        </p:nvSpPr>
        <p:spPr>
          <a:xfrm>
            <a:off x="4166605" y="5732851"/>
            <a:ext cx="257041" cy="257041"/>
          </a:xfrm>
          <a:prstGeom prst="ellipse">
            <a:avLst/>
          </a:prstGeom>
          <a:solidFill>
            <a:schemeClr val="tx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47" name="椭圆 46"/>
          <p:cNvSpPr/>
          <p:nvPr/>
        </p:nvSpPr>
        <p:spPr>
          <a:xfrm>
            <a:off x="4531540" y="5732851"/>
            <a:ext cx="257041" cy="257041"/>
          </a:xfrm>
          <a:prstGeom prst="ellipse">
            <a:avLst/>
          </a:prstGeom>
          <a:solidFill>
            <a:schemeClr val="tx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48" name="椭圆 47"/>
          <p:cNvSpPr/>
          <p:nvPr/>
        </p:nvSpPr>
        <p:spPr>
          <a:xfrm>
            <a:off x="4886955" y="5732851"/>
            <a:ext cx="257041" cy="257041"/>
          </a:xfrm>
          <a:prstGeom prst="ellipse">
            <a:avLst/>
          </a:prstGeom>
          <a:solidFill>
            <a:schemeClr val="tx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49" name="椭圆 48"/>
          <p:cNvSpPr/>
          <p:nvPr/>
        </p:nvSpPr>
        <p:spPr>
          <a:xfrm>
            <a:off x="5267757" y="5732851"/>
            <a:ext cx="257041" cy="257041"/>
          </a:xfrm>
          <a:prstGeom prst="ellipse">
            <a:avLst/>
          </a:prstGeom>
          <a:solidFill>
            <a:schemeClr val="tx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50" name="椭圆 49"/>
          <p:cNvSpPr/>
          <p:nvPr/>
        </p:nvSpPr>
        <p:spPr>
          <a:xfrm>
            <a:off x="5623172" y="5732851"/>
            <a:ext cx="257041" cy="257041"/>
          </a:xfrm>
          <a:prstGeom prst="ellipse">
            <a:avLst/>
          </a:prstGeom>
          <a:solidFill>
            <a:schemeClr val="tx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51" name="椭圆 50"/>
          <p:cNvSpPr/>
          <p:nvPr/>
        </p:nvSpPr>
        <p:spPr>
          <a:xfrm>
            <a:off x="155495" y="6104132"/>
            <a:ext cx="257041" cy="257041"/>
          </a:xfrm>
          <a:prstGeom prst="ellipse">
            <a:avLst/>
          </a:prstGeom>
          <a:solidFill>
            <a:schemeClr val="tx2">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52" name="椭圆 51"/>
          <p:cNvSpPr/>
          <p:nvPr/>
        </p:nvSpPr>
        <p:spPr>
          <a:xfrm>
            <a:off x="510909" y="6104132"/>
            <a:ext cx="257041" cy="257041"/>
          </a:xfrm>
          <a:prstGeom prst="ellipse">
            <a:avLst/>
          </a:prstGeom>
          <a:solidFill>
            <a:schemeClr val="tx2">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53" name="椭圆 52"/>
          <p:cNvSpPr/>
          <p:nvPr/>
        </p:nvSpPr>
        <p:spPr>
          <a:xfrm>
            <a:off x="891711" y="6104132"/>
            <a:ext cx="257041" cy="257041"/>
          </a:xfrm>
          <a:prstGeom prst="ellipse">
            <a:avLst/>
          </a:prstGeom>
          <a:solidFill>
            <a:schemeClr val="tx2">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54" name="椭圆 53"/>
          <p:cNvSpPr/>
          <p:nvPr/>
        </p:nvSpPr>
        <p:spPr>
          <a:xfrm>
            <a:off x="1247126" y="6104132"/>
            <a:ext cx="257041" cy="257041"/>
          </a:xfrm>
          <a:prstGeom prst="ellipse">
            <a:avLst/>
          </a:prstGeom>
          <a:solidFill>
            <a:schemeClr val="tx2">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55" name="椭圆 54"/>
          <p:cNvSpPr/>
          <p:nvPr/>
        </p:nvSpPr>
        <p:spPr>
          <a:xfrm>
            <a:off x="1612061" y="6104132"/>
            <a:ext cx="257041" cy="257041"/>
          </a:xfrm>
          <a:prstGeom prst="ellipse">
            <a:avLst/>
          </a:prstGeom>
          <a:solidFill>
            <a:schemeClr val="tx2">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56" name="椭圆 55"/>
          <p:cNvSpPr/>
          <p:nvPr/>
        </p:nvSpPr>
        <p:spPr>
          <a:xfrm>
            <a:off x="1967476" y="6104132"/>
            <a:ext cx="257041" cy="257041"/>
          </a:xfrm>
          <a:prstGeom prst="ellipse">
            <a:avLst/>
          </a:prstGeom>
          <a:solidFill>
            <a:schemeClr val="tx2">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57" name="椭圆 56"/>
          <p:cNvSpPr/>
          <p:nvPr/>
        </p:nvSpPr>
        <p:spPr>
          <a:xfrm>
            <a:off x="2348278" y="6104132"/>
            <a:ext cx="257041" cy="257041"/>
          </a:xfrm>
          <a:prstGeom prst="ellipse">
            <a:avLst/>
          </a:prstGeom>
          <a:solidFill>
            <a:schemeClr val="tx2">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58" name="椭圆 57"/>
          <p:cNvSpPr/>
          <p:nvPr/>
        </p:nvSpPr>
        <p:spPr>
          <a:xfrm>
            <a:off x="2703692" y="6104132"/>
            <a:ext cx="257041" cy="257041"/>
          </a:xfrm>
          <a:prstGeom prst="ellipse">
            <a:avLst/>
          </a:prstGeom>
          <a:solidFill>
            <a:schemeClr val="tx2">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59" name="椭圆 58"/>
          <p:cNvSpPr/>
          <p:nvPr/>
        </p:nvSpPr>
        <p:spPr>
          <a:xfrm>
            <a:off x="3074974" y="6104132"/>
            <a:ext cx="257041" cy="257041"/>
          </a:xfrm>
          <a:prstGeom prst="ellipse">
            <a:avLst/>
          </a:prstGeom>
          <a:solidFill>
            <a:schemeClr val="tx2">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60" name="椭圆 59"/>
          <p:cNvSpPr/>
          <p:nvPr/>
        </p:nvSpPr>
        <p:spPr>
          <a:xfrm>
            <a:off x="3430389" y="6104132"/>
            <a:ext cx="257041" cy="257041"/>
          </a:xfrm>
          <a:prstGeom prst="ellipse">
            <a:avLst/>
          </a:prstGeom>
          <a:solidFill>
            <a:schemeClr val="tx2">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61" name="椭圆 60"/>
          <p:cNvSpPr/>
          <p:nvPr/>
        </p:nvSpPr>
        <p:spPr>
          <a:xfrm>
            <a:off x="3811191" y="6104132"/>
            <a:ext cx="257041" cy="257041"/>
          </a:xfrm>
          <a:prstGeom prst="ellipse">
            <a:avLst/>
          </a:prstGeom>
          <a:solidFill>
            <a:schemeClr val="tx2">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62" name="椭圆 61"/>
          <p:cNvSpPr/>
          <p:nvPr/>
        </p:nvSpPr>
        <p:spPr>
          <a:xfrm>
            <a:off x="4166605" y="6104132"/>
            <a:ext cx="257041" cy="257041"/>
          </a:xfrm>
          <a:prstGeom prst="ellipse">
            <a:avLst/>
          </a:prstGeom>
          <a:solidFill>
            <a:schemeClr val="tx2">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63" name="椭圆 62"/>
          <p:cNvSpPr/>
          <p:nvPr/>
        </p:nvSpPr>
        <p:spPr>
          <a:xfrm>
            <a:off x="4531540" y="6104132"/>
            <a:ext cx="257041" cy="257041"/>
          </a:xfrm>
          <a:prstGeom prst="ellipse">
            <a:avLst/>
          </a:prstGeom>
          <a:solidFill>
            <a:schemeClr val="tx2">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64" name="椭圆 63"/>
          <p:cNvSpPr/>
          <p:nvPr/>
        </p:nvSpPr>
        <p:spPr>
          <a:xfrm>
            <a:off x="4886955" y="6104132"/>
            <a:ext cx="257041" cy="257041"/>
          </a:xfrm>
          <a:prstGeom prst="ellipse">
            <a:avLst/>
          </a:prstGeom>
          <a:solidFill>
            <a:schemeClr val="tx2">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65" name="椭圆 64"/>
          <p:cNvSpPr/>
          <p:nvPr/>
        </p:nvSpPr>
        <p:spPr>
          <a:xfrm>
            <a:off x="5267757" y="6104132"/>
            <a:ext cx="257041" cy="257041"/>
          </a:xfrm>
          <a:prstGeom prst="ellipse">
            <a:avLst/>
          </a:prstGeom>
          <a:solidFill>
            <a:schemeClr val="tx2">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66" name="椭圆 65"/>
          <p:cNvSpPr/>
          <p:nvPr/>
        </p:nvSpPr>
        <p:spPr>
          <a:xfrm>
            <a:off x="5623172" y="6104132"/>
            <a:ext cx="257041" cy="257041"/>
          </a:xfrm>
          <a:prstGeom prst="ellipse">
            <a:avLst/>
          </a:prstGeom>
          <a:solidFill>
            <a:schemeClr val="tx2">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67" name="椭圆 66"/>
          <p:cNvSpPr/>
          <p:nvPr/>
        </p:nvSpPr>
        <p:spPr>
          <a:xfrm>
            <a:off x="155495" y="6446854"/>
            <a:ext cx="257041" cy="257041"/>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68" name="椭圆 67"/>
          <p:cNvSpPr/>
          <p:nvPr/>
        </p:nvSpPr>
        <p:spPr>
          <a:xfrm>
            <a:off x="510909" y="6446854"/>
            <a:ext cx="257041" cy="257041"/>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69" name="椭圆 68"/>
          <p:cNvSpPr/>
          <p:nvPr/>
        </p:nvSpPr>
        <p:spPr>
          <a:xfrm>
            <a:off x="891711" y="6446854"/>
            <a:ext cx="257041" cy="257041"/>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70" name="椭圆 69"/>
          <p:cNvSpPr/>
          <p:nvPr/>
        </p:nvSpPr>
        <p:spPr>
          <a:xfrm>
            <a:off x="1247126" y="6446854"/>
            <a:ext cx="257041" cy="257041"/>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71" name="椭圆 70"/>
          <p:cNvSpPr/>
          <p:nvPr/>
        </p:nvSpPr>
        <p:spPr>
          <a:xfrm>
            <a:off x="1612061" y="6446854"/>
            <a:ext cx="257041" cy="257041"/>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72" name="椭圆 71"/>
          <p:cNvSpPr/>
          <p:nvPr/>
        </p:nvSpPr>
        <p:spPr>
          <a:xfrm>
            <a:off x="1967476" y="6446854"/>
            <a:ext cx="257041" cy="257041"/>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73" name="椭圆 72"/>
          <p:cNvSpPr/>
          <p:nvPr/>
        </p:nvSpPr>
        <p:spPr>
          <a:xfrm>
            <a:off x="2348278" y="6446854"/>
            <a:ext cx="257041" cy="257041"/>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74" name="椭圆 73"/>
          <p:cNvSpPr/>
          <p:nvPr/>
        </p:nvSpPr>
        <p:spPr>
          <a:xfrm>
            <a:off x="2703692" y="6446854"/>
            <a:ext cx="257041" cy="257041"/>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75" name="椭圆 74"/>
          <p:cNvSpPr/>
          <p:nvPr/>
        </p:nvSpPr>
        <p:spPr>
          <a:xfrm>
            <a:off x="3074974" y="6446854"/>
            <a:ext cx="257041" cy="257041"/>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76" name="椭圆 75"/>
          <p:cNvSpPr/>
          <p:nvPr/>
        </p:nvSpPr>
        <p:spPr>
          <a:xfrm>
            <a:off x="3430389" y="6446854"/>
            <a:ext cx="257041" cy="257041"/>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77" name="椭圆 76"/>
          <p:cNvSpPr/>
          <p:nvPr/>
        </p:nvSpPr>
        <p:spPr>
          <a:xfrm>
            <a:off x="3811191" y="6446854"/>
            <a:ext cx="257041" cy="257041"/>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78" name="椭圆 77"/>
          <p:cNvSpPr/>
          <p:nvPr/>
        </p:nvSpPr>
        <p:spPr>
          <a:xfrm>
            <a:off x="4166605" y="6446854"/>
            <a:ext cx="257041" cy="257041"/>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79" name="椭圆 78"/>
          <p:cNvSpPr/>
          <p:nvPr/>
        </p:nvSpPr>
        <p:spPr>
          <a:xfrm>
            <a:off x="4531540" y="6446854"/>
            <a:ext cx="257041" cy="257041"/>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80" name="椭圆 79"/>
          <p:cNvSpPr/>
          <p:nvPr/>
        </p:nvSpPr>
        <p:spPr>
          <a:xfrm>
            <a:off x="4886955" y="6446854"/>
            <a:ext cx="257041" cy="257041"/>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81" name="椭圆 80"/>
          <p:cNvSpPr/>
          <p:nvPr/>
        </p:nvSpPr>
        <p:spPr>
          <a:xfrm>
            <a:off x="5267757" y="6446854"/>
            <a:ext cx="257041" cy="257041"/>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82" name="椭圆 81"/>
          <p:cNvSpPr/>
          <p:nvPr/>
        </p:nvSpPr>
        <p:spPr>
          <a:xfrm>
            <a:off x="5623172" y="6446854"/>
            <a:ext cx="257041" cy="257041"/>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83" name="等腰三角形 82"/>
          <p:cNvSpPr/>
          <p:nvPr/>
        </p:nvSpPr>
        <p:spPr>
          <a:xfrm>
            <a:off x="569615" y="4878426"/>
            <a:ext cx="330028" cy="330028"/>
          </a:xfrm>
          <a:prstGeom prst="triangle">
            <a:avLst/>
          </a:prstGeom>
          <a:solidFill>
            <a:srgbClr val="E6A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84" name="等腰三角形 83"/>
          <p:cNvSpPr/>
          <p:nvPr/>
        </p:nvSpPr>
        <p:spPr>
          <a:xfrm>
            <a:off x="986911" y="4878426"/>
            <a:ext cx="330028" cy="330028"/>
          </a:xfrm>
          <a:prstGeom prst="triangle">
            <a:avLst/>
          </a:prstGeom>
          <a:solidFill>
            <a:srgbClr val="E6A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85" name="等腰三角形 84"/>
          <p:cNvSpPr/>
          <p:nvPr/>
        </p:nvSpPr>
        <p:spPr>
          <a:xfrm>
            <a:off x="1401032" y="4878426"/>
            <a:ext cx="330028" cy="330028"/>
          </a:xfrm>
          <a:prstGeom prst="triangle">
            <a:avLst/>
          </a:prstGeom>
          <a:solidFill>
            <a:srgbClr val="E6A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86" name="等腰三角形 85"/>
          <p:cNvSpPr/>
          <p:nvPr/>
        </p:nvSpPr>
        <p:spPr>
          <a:xfrm>
            <a:off x="1826262" y="4878426"/>
            <a:ext cx="330028" cy="330028"/>
          </a:xfrm>
          <a:prstGeom prst="triangle">
            <a:avLst/>
          </a:prstGeom>
          <a:solidFill>
            <a:srgbClr val="E6A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87" name="等腰三角形 86"/>
          <p:cNvSpPr/>
          <p:nvPr/>
        </p:nvSpPr>
        <p:spPr>
          <a:xfrm>
            <a:off x="2240383" y="4878426"/>
            <a:ext cx="330028" cy="330028"/>
          </a:xfrm>
          <a:prstGeom prst="triangle">
            <a:avLst/>
          </a:prstGeom>
          <a:solidFill>
            <a:srgbClr val="E6A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88" name="等腰三角形 87"/>
          <p:cNvSpPr/>
          <p:nvPr/>
        </p:nvSpPr>
        <p:spPr>
          <a:xfrm>
            <a:off x="2657679" y="4878426"/>
            <a:ext cx="330028" cy="330028"/>
          </a:xfrm>
          <a:prstGeom prst="triangle">
            <a:avLst/>
          </a:prstGeom>
          <a:solidFill>
            <a:srgbClr val="E6A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89" name="等腰三角形 88"/>
          <p:cNvSpPr/>
          <p:nvPr/>
        </p:nvSpPr>
        <p:spPr>
          <a:xfrm>
            <a:off x="3071800" y="4878426"/>
            <a:ext cx="330028" cy="330028"/>
          </a:xfrm>
          <a:prstGeom prst="triangle">
            <a:avLst/>
          </a:prstGeom>
          <a:solidFill>
            <a:srgbClr val="E6A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90" name="等腰三角形 89"/>
          <p:cNvSpPr/>
          <p:nvPr/>
        </p:nvSpPr>
        <p:spPr>
          <a:xfrm>
            <a:off x="3497029" y="4878426"/>
            <a:ext cx="330028" cy="330028"/>
          </a:xfrm>
          <a:prstGeom prst="triangle">
            <a:avLst/>
          </a:prstGeom>
          <a:solidFill>
            <a:srgbClr val="E6A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91" name="等腰三角形 90"/>
          <p:cNvSpPr/>
          <p:nvPr/>
        </p:nvSpPr>
        <p:spPr>
          <a:xfrm>
            <a:off x="3911150" y="4878426"/>
            <a:ext cx="330028" cy="330028"/>
          </a:xfrm>
          <a:prstGeom prst="triangle">
            <a:avLst/>
          </a:prstGeom>
          <a:solidFill>
            <a:srgbClr val="E6A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92" name="等腰三角形 91"/>
          <p:cNvSpPr/>
          <p:nvPr/>
        </p:nvSpPr>
        <p:spPr>
          <a:xfrm>
            <a:off x="4328446" y="4878426"/>
            <a:ext cx="330028" cy="330028"/>
          </a:xfrm>
          <a:prstGeom prst="triangle">
            <a:avLst/>
          </a:prstGeom>
          <a:solidFill>
            <a:srgbClr val="E6A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93" name="等腰三角形 92"/>
          <p:cNvSpPr/>
          <p:nvPr/>
        </p:nvSpPr>
        <p:spPr>
          <a:xfrm>
            <a:off x="4742567" y="4878426"/>
            <a:ext cx="330028" cy="330028"/>
          </a:xfrm>
          <a:prstGeom prst="triangle">
            <a:avLst/>
          </a:prstGeom>
          <a:solidFill>
            <a:srgbClr val="E6A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94" name="等腰三角形 93"/>
          <p:cNvSpPr/>
          <p:nvPr/>
        </p:nvSpPr>
        <p:spPr>
          <a:xfrm>
            <a:off x="5167796" y="4878426"/>
            <a:ext cx="330028" cy="330028"/>
          </a:xfrm>
          <a:prstGeom prst="triangle">
            <a:avLst/>
          </a:prstGeom>
          <a:solidFill>
            <a:srgbClr val="E6A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95" name="等腰三角形 94"/>
          <p:cNvSpPr/>
          <p:nvPr/>
        </p:nvSpPr>
        <p:spPr>
          <a:xfrm>
            <a:off x="5581918" y="4878426"/>
            <a:ext cx="330028" cy="330028"/>
          </a:xfrm>
          <a:prstGeom prst="triangle">
            <a:avLst/>
          </a:prstGeom>
          <a:solidFill>
            <a:srgbClr val="E6A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96" name="椭圆 95"/>
          <p:cNvSpPr/>
          <p:nvPr/>
        </p:nvSpPr>
        <p:spPr>
          <a:xfrm>
            <a:off x="6029360" y="5390129"/>
            <a:ext cx="257041" cy="257041"/>
          </a:xfrm>
          <a:prstGeom prst="ellipse">
            <a:avLst/>
          </a:prstGeom>
          <a:solidFill>
            <a:schemeClr val="tx2">
              <a:lumMod val="60000"/>
              <a:lumOff val="4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97" name="椭圆 96"/>
          <p:cNvSpPr/>
          <p:nvPr/>
        </p:nvSpPr>
        <p:spPr>
          <a:xfrm>
            <a:off x="6410162" y="5390129"/>
            <a:ext cx="257041" cy="257041"/>
          </a:xfrm>
          <a:prstGeom prst="ellipse">
            <a:avLst/>
          </a:prstGeom>
          <a:solidFill>
            <a:schemeClr val="tx2">
              <a:lumMod val="60000"/>
              <a:lumOff val="4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98" name="椭圆 97"/>
          <p:cNvSpPr/>
          <p:nvPr/>
        </p:nvSpPr>
        <p:spPr>
          <a:xfrm>
            <a:off x="6765577" y="5390129"/>
            <a:ext cx="257041" cy="257041"/>
          </a:xfrm>
          <a:prstGeom prst="ellipse">
            <a:avLst/>
          </a:prstGeom>
          <a:solidFill>
            <a:schemeClr val="tx2">
              <a:lumMod val="60000"/>
              <a:lumOff val="4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99" name="椭圆 98"/>
          <p:cNvSpPr/>
          <p:nvPr/>
        </p:nvSpPr>
        <p:spPr>
          <a:xfrm>
            <a:off x="6029360" y="5732851"/>
            <a:ext cx="257041" cy="257041"/>
          </a:xfrm>
          <a:prstGeom prst="ellipse">
            <a:avLst/>
          </a:prstGeom>
          <a:solidFill>
            <a:schemeClr val="tx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00" name="椭圆 99"/>
          <p:cNvSpPr/>
          <p:nvPr/>
        </p:nvSpPr>
        <p:spPr>
          <a:xfrm>
            <a:off x="6410162" y="5732851"/>
            <a:ext cx="257041" cy="257041"/>
          </a:xfrm>
          <a:prstGeom prst="ellipse">
            <a:avLst/>
          </a:prstGeom>
          <a:solidFill>
            <a:schemeClr val="tx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01" name="椭圆 100"/>
          <p:cNvSpPr/>
          <p:nvPr/>
        </p:nvSpPr>
        <p:spPr>
          <a:xfrm>
            <a:off x="6765577" y="5732851"/>
            <a:ext cx="257041" cy="257041"/>
          </a:xfrm>
          <a:prstGeom prst="ellipse">
            <a:avLst/>
          </a:prstGeom>
          <a:solidFill>
            <a:schemeClr val="tx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03" name="椭圆 102"/>
          <p:cNvSpPr/>
          <p:nvPr/>
        </p:nvSpPr>
        <p:spPr>
          <a:xfrm>
            <a:off x="6029360" y="6104132"/>
            <a:ext cx="257041" cy="257041"/>
          </a:xfrm>
          <a:prstGeom prst="ellipse">
            <a:avLst/>
          </a:prstGeom>
          <a:solidFill>
            <a:schemeClr val="tx2">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04" name="椭圆 103"/>
          <p:cNvSpPr/>
          <p:nvPr/>
        </p:nvSpPr>
        <p:spPr>
          <a:xfrm>
            <a:off x="6410162" y="6104132"/>
            <a:ext cx="257041" cy="257041"/>
          </a:xfrm>
          <a:prstGeom prst="ellipse">
            <a:avLst/>
          </a:prstGeom>
          <a:solidFill>
            <a:schemeClr val="tx2">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05" name="椭圆 104"/>
          <p:cNvSpPr/>
          <p:nvPr/>
        </p:nvSpPr>
        <p:spPr>
          <a:xfrm>
            <a:off x="6765577" y="6104132"/>
            <a:ext cx="257041" cy="257041"/>
          </a:xfrm>
          <a:prstGeom prst="ellipse">
            <a:avLst/>
          </a:prstGeom>
          <a:solidFill>
            <a:schemeClr val="tx2">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06" name="椭圆 105"/>
          <p:cNvSpPr/>
          <p:nvPr/>
        </p:nvSpPr>
        <p:spPr>
          <a:xfrm>
            <a:off x="6029360" y="6446854"/>
            <a:ext cx="257041" cy="257041"/>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07" name="椭圆 106"/>
          <p:cNvSpPr/>
          <p:nvPr/>
        </p:nvSpPr>
        <p:spPr>
          <a:xfrm>
            <a:off x="6410162" y="6446854"/>
            <a:ext cx="257041" cy="257041"/>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08" name="椭圆 107"/>
          <p:cNvSpPr/>
          <p:nvPr/>
        </p:nvSpPr>
        <p:spPr>
          <a:xfrm>
            <a:off x="6765577" y="6446854"/>
            <a:ext cx="257041" cy="257041"/>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10" name="等腰三角形 109"/>
          <p:cNvSpPr/>
          <p:nvPr/>
        </p:nvSpPr>
        <p:spPr>
          <a:xfrm>
            <a:off x="7213018" y="4878426"/>
            <a:ext cx="330028" cy="330028"/>
          </a:xfrm>
          <a:prstGeom prst="triangle">
            <a:avLst/>
          </a:prstGeom>
          <a:solidFill>
            <a:srgbClr val="E6A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11" name="椭圆 110"/>
          <p:cNvSpPr/>
          <p:nvPr/>
        </p:nvSpPr>
        <p:spPr>
          <a:xfrm>
            <a:off x="7147451" y="5390129"/>
            <a:ext cx="257041" cy="257041"/>
          </a:xfrm>
          <a:prstGeom prst="ellipse">
            <a:avLst/>
          </a:prstGeom>
          <a:solidFill>
            <a:schemeClr val="tx2">
              <a:lumMod val="60000"/>
              <a:lumOff val="4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12" name="椭圆 111"/>
          <p:cNvSpPr/>
          <p:nvPr/>
        </p:nvSpPr>
        <p:spPr>
          <a:xfrm>
            <a:off x="7502866" y="5390129"/>
            <a:ext cx="257041" cy="257041"/>
          </a:xfrm>
          <a:prstGeom prst="ellipse">
            <a:avLst/>
          </a:prstGeom>
          <a:solidFill>
            <a:schemeClr val="tx2">
              <a:lumMod val="60000"/>
              <a:lumOff val="4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13" name="椭圆 112"/>
          <p:cNvSpPr/>
          <p:nvPr/>
        </p:nvSpPr>
        <p:spPr>
          <a:xfrm>
            <a:off x="7883667" y="5390129"/>
            <a:ext cx="257041" cy="257041"/>
          </a:xfrm>
          <a:prstGeom prst="ellipse">
            <a:avLst/>
          </a:prstGeom>
          <a:solidFill>
            <a:schemeClr val="tx2">
              <a:lumMod val="60000"/>
              <a:lumOff val="4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14" name="椭圆 113"/>
          <p:cNvSpPr/>
          <p:nvPr/>
        </p:nvSpPr>
        <p:spPr>
          <a:xfrm>
            <a:off x="8239082" y="5390129"/>
            <a:ext cx="257041" cy="257041"/>
          </a:xfrm>
          <a:prstGeom prst="ellipse">
            <a:avLst/>
          </a:prstGeom>
          <a:solidFill>
            <a:schemeClr val="tx2">
              <a:lumMod val="60000"/>
              <a:lumOff val="4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15" name="椭圆 114"/>
          <p:cNvSpPr/>
          <p:nvPr/>
        </p:nvSpPr>
        <p:spPr>
          <a:xfrm>
            <a:off x="8604017" y="5390129"/>
            <a:ext cx="257041" cy="257041"/>
          </a:xfrm>
          <a:prstGeom prst="ellipse">
            <a:avLst/>
          </a:prstGeom>
          <a:solidFill>
            <a:schemeClr val="tx2">
              <a:lumMod val="60000"/>
              <a:lumOff val="4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16" name="椭圆 115"/>
          <p:cNvSpPr/>
          <p:nvPr/>
        </p:nvSpPr>
        <p:spPr>
          <a:xfrm>
            <a:off x="8959432" y="5390129"/>
            <a:ext cx="257041" cy="257041"/>
          </a:xfrm>
          <a:prstGeom prst="ellipse">
            <a:avLst/>
          </a:prstGeom>
          <a:solidFill>
            <a:schemeClr val="tx2">
              <a:lumMod val="60000"/>
              <a:lumOff val="4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17" name="椭圆 116"/>
          <p:cNvSpPr/>
          <p:nvPr/>
        </p:nvSpPr>
        <p:spPr>
          <a:xfrm>
            <a:off x="9340234" y="5390129"/>
            <a:ext cx="257041" cy="257041"/>
          </a:xfrm>
          <a:prstGeom prst="ellipse">
            <a:avLst/>
          </a:prstGeom>
          <a:solidFill>
            <a:schemeClr val="tx2">
              <a:lumMod val="60000"/>
              <a:lumOff val="4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18" name="椭圆 117"/>
          <p:cNvSpPr/>
          <p:nvPr/>
        </p:nvSpPr>
        <p:spPr>
          <a:xfrm>
            <a:off x="9695649" y="5390129"/>
            <a:ext cx="257041" cy="257041"/>
          </a:xfrm>
          <a:prstGeom prst="ellipse">
            <a:avLst/>
          </a:prstGeom>
          <a:solidFill>
            <a:schemeClr val="tx2">
              <a:lumMod val="60000"/>
              <a:lumOff val="4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19" name="椭圆 118"/>
          <p:cNvSpPr/>
          <p:nvPr/>
        </p:nvSpPr>
        <p:spPr>
          <a:xfrm>
            <a:off x="10066930" y="5390129"/>
            <a:ext cx="257041" cy="257041"/>
          </a:xfrm>
          <a:prstGeom prst="ellipse">
            <a:avLst/>
          </a:prstGeom>
          <a:solidFill>
            <a:schemeClr val="tx2">
              <a:lumMod val="60000"/>
              <a:lumOff val="4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20" name="椭圆 119"/>
          <p:cNvSpPr/>
          <p:nvPr/>
        </p:nvSpPr>
        <p:spPr>
          <a:xfrm>
            <a:off x="10422345" y="5390129"/>
            <a:ext cx="257041" cy="257041"/>
          </a:xfrm>
          <a:prstGeom prst="ellipse">
            <a:avLst/>
          </a:prstGeom>
          <a:solidFill>
            <a:schemeClr val="tx2">
              <a:lumMod val="60000"/>
              <a:lumOff val="4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21" name="椭圆 120"/>
          <p:cNvSpPr/>
          <p:nvPr/>
        </p:nvSpPr>
        <p:spPr>
          <a:xfrm>
            <a:off x="10803147" y="5390129"/>
            <a:ext cx="257041" cy="257041"/>
          </a:xfrm>
          <a:prstGeom prst="ellipse">
            <a:avLst/>
          </a:prstGeom>
          <a:solidFill>
            <a:schemeClr val="tx2">
              <a:lumMod val="60000"/>
              <a:lumOff val="4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22" name="椭圆 121"/>
          <p:cNvSpPr/>
          <p:nvPr/>
        </p:nvSpPr>
        <p:spPr>
          <a:xfrm>
            <a:off x="11158562" y="5390129"/>
            <a:ext cx="257041" cy="257041"/>
          </a:xfrm>
          <a:prstGeom prst="ellipse">
            <a:avLst/>
          </a:prstGeom>
          <a:solidFill>
            <a:schemeClr val="tx2">
              <a:lumMod val="60000"/>
              <a:lumOff val="4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23" name="椭圆 122"/>
          <p:cNvSpPr/>
          <p:nvPr/>
        </p:nvSpPr>
        <p:spPr>
          <a:xfrm>
            <a:off x="11523497" y="5390129"/>
            <a:ext cx="257041" cy="257041"/>
          </a:xfrm>
          <a:prstGeom prst="ellipse">
            <a:avLst/>
          </a:prstGeom>
          <a:solidFill>
            <a:schemeClr val="tx2">
              <a:lumMod val="60000"/>
              <a:lumOff val="4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24" name="椭圆 123"/>
          <p:cNvSpPr/>
          <p:nvPr/>
        </p:nvSpPr>
        <p:spPr>
          <a:xfrm>
            <a:off x="11878912" y="5390129"/>
            <a:ext cx="257041" cy="257041"/>
          </a:xfrm>
          <a:prstGeom prst="ellipse">
            <a:avLst/>
          </a:prstGeom>
          <a:solidFill>
            <a:schemeClr val="tx2">
              <a:lumMod val="60000"/>
              <a:lumOff val="4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26" name="椭圆 125"/>
          <p:cNvSpPr/>
          <p:nvPr/>
        </p:nvSpPr>
        <p:spPr>
          <a:xfrm>
            <a:off x="7147451" y="5732851"/>
            <a:ext cx="257041" cy="257041"/>
          </a:xfrm>
          <a:prstGeom prst="ellipse">
            <a:avLst/>
          </a:prstGeom>
          <a:solidFill>
            <a:schemeClr val="tx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27" name="椭圆 126"/>
          <p:cNvSpPr/>
          <p:nvPr/>
        </p:nvSpPr>
        <p:spPr>
          <a:xfrm>
            <a:off x="7502866" y="5732851"/>
            <a:ext cx="257041" cy="257041"/>
          </a:xfrm>
          <a:prstGeom prst="ellipse">
            <a:avLst/>
          </a:prstGeom>
          <a:solidFill>
            <a:schemeClr val="tx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28" name="椭圆 127"/>
          <p:cNvSpPr/>
          <p:nvPr/>
        </p:nvSpPr>
        <p:spPr>
          <a:xfrm>
            <a:off x="7883667" y="5732851"/>
            <a:ext cx="257041" cy="257041"/>
          </a:xfrm>
          <a:prstGeom prst="ellipse">
            <a:avLst/>
          </a:prstGeom>
          <a:solidFill>
            <a:schemeClr val="tx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29" name="椭圆 128"/>
          <p:cNvSpPr/>
          <p:nvPr/>
        </p:nvSpPr>
        <p:spPr>
          <a:xfrm>
            <a:off x="8239082" y="5732851"/>
            <a:ext cx="257041" cy="257041"/>
          </a:xfrm>
          <a:prstGeom prst="ellipse">
            <a:avLst/>
          </a:prstGeom>
          <a:solidFill>
            <a:schemeClr val="tx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30" name="椭圆 129"/>
          <p:cNvSpPr/>
          <p:nvPr/>
        </p:nvSpPr>
        <p:spPr>
          <a:xfrm>
            <a:off x="8604017" y="5732851"/>
            <a:ext cx="257041" cy="257041"/>
          </a:xfrm>
          <a:prstGeom prst="ellipse">
            <a:avLst/>
          </a:prstGeom>
          <a:solidFill>
            <a:schemeClr val="tx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31" name="椭圆 130"/>
          <p:cNvSpPr/>
          <p:nvPr/>
        </p:nvSpPr>
        <p:spPr>
          <a:xfrm>
            <a:off x="8959432" y="5732851"/>
            <a:ext cx="257041" cy="257041"/>
          </a:xfrm>
          <a:prstGeom prst="ellipse">
            <a:avLst/>
          </a:prstGeom>
          <a:solidFill>
            <a:schemeClr val="tx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32" name="椭圆 131"/>
          <p:cNvSpPr/>
          <p:nvPr/>
        </p:nvSpPr>
        <p:spPr>
          <a:xfrm>
            <a:off x="9340234" y="5732851"/>
            <a:ext cx="257041" cy="257041"/>
          </a:xfrm>
          <a:prstGeom prst="ellipse">
            <a:avLst/>
          </a:prstGeom>
          <a:solidFill>
            <a:schemeClr val="tx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33" name="椭圆 132"/>
          <p:cNvSpPr/>
          <p:nvPr/>
        </p:nvSpPr>
        <p:spPr>
          <a:xfrm>
            <a:off x="9695649" y="5732851"/>
            <a:ext cx="257041" cy="257041"/>
          </a:xfrm>
          <a:prstGeom prst="ellipse">
            <a:avLst/>
          </a:prstGeom>
          <a:solidFill>
            <a:schemeClr val="tx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34" name="椭圆 133"/>
          <p:cNvSpPr/>
          <p:nvPr/>
        </p:nvSpPr>
        <p:spPr>
          <a:xfrm>
            <a:off x="10066930" y="5732851"/>
            <a:ext cx="257041" cy="257041"/>
          </a:xfrm>
          <a:prstGeom prst="ellipse">
            <a:avLst/>
          </a:prstGeom>
          <a:solidFill>
            <a:schemeClr val="tx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35" name="椭圆 134"/>
          <p:cNvSpPr/>
          <p:nvPr/>
        </p:nvSpPr>
        <p:spPr>
          <a:xfrm>
            <a:off x="10422345" y="5732851"/>
            <a:ext cx="257041" cy="257041"/>
          </a:xfrm>
          <a:prstGeom prst="ellipse">
            <a:avLst/>
          </a:prstGeom>
          <a:solidFill>
            <a:schemeClr val="tx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36" name="椭圆 135"/>
          <p:cNvSpPr/>
          <p:nvPr/>
        </p:nvSpPr>
        <p:spPr>
          <a:xfrm>
            <a:off x="10803147" y="5732851"/>
            <a:ext cx="257041" cy="257041"/>
          </a:xfrm>
          <a:prstGeom prst="ellipse">
            <a:avLst/>
          </a:prstGeom>
          <a:solidFill>
            <a:schemeClr val="tx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37" name="椭圆 136"/>
          <p:cNvSpPr/>
          <p:nvPr/>
        </p:nvSpPr>
        <p:spPr>
          <a:xfrm>
            <a:off x="11158562" y="5732851"/>
            <a:ext cx="257041" cy="257041"/>
          </a:xfrm>
          <a:prstGeom prst="ellipse">
            <a:avLst/>
          </a:prstGeom>
          <a:solidFill>
            <a:schemeClr val="tx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38" name="椭圆 137"/>
          <p:cNvSpPr/>
          <p:nvPr/>
        </p:nvSpPr>
        <p:spPr>
          <a:xfrm>
            <a:off x="11523497" y="5732851"/>
            <a:ext cx="257041" cy="257041"/>
          </a:xfrm>
          <a:prstGeom prst="ellipse">
            <a:avLst/>
          </a:prstGeom>
          <a:solidFill>
            <a:schemeClr val="tx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39" name="椭圆 138"/>
          <p:cNvSpPr/>
          <p:nvPr/>
        </p:nvSpPr>
        <p:spPr>
          <a:xfrm>
            <a:off x="11878912" y="5732851"/>
            <a:ext cx="257041" cy="257041"/>
          </a:xfrm>
          <a:prstGeom prst="ellipse">
            <a:avLst/>
          </a:prstGeom>
          <a:solidFill>
            <a:schemeClr val="tx2">
              <a:lumMod val="60000"/>
              <a:lumOff val="4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41" name="椭圆 140"/>
          <p:cNvSpPr/>
          <p:nvPr/>
        </p:nvSpPr>
        <p:spPr>
          <a:xfrm>
            <a:off x="7147451" y="6104132"/>
            <a:ext cx="257041" cy="257041"/>
          </a:xfrm>
          <a:prstGeom prst="ellipse">
            <a:avLst/>
          </a:prstGeom>
          <a:solidFill>
            <a:schemeClr val="tx2">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42" name="椭圆 141"/>
          <p:cNvSpPr/>
          <p:nvPr/>
        </p:nvSpPr>
        <p:spPr>
          <a:xfrm>
            <a:off x="7502866" y="6104132"/>
            <a:ext cx="257041" cy="257041"/>
          </a:xfrm>
          <a:prstGeom prst="ellipse">
            <a:avLst/>
          </a:prstGeom>
          <a:solidFill>
            <a:schemeClr val="tx2">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43" name="椭圆 142"/>
          <p:cNvSpPr/>
          <p:nvPr/>
        </p:nvSpPr>
        <p:spPr>
          <a:xfrm>
            <a:off x="7883667" y="6104132"/>
            <a:ext cx="257041" cy="257041"/>
          </a:xfrm>
          <a:prstGeom prst="ellipse">
            <a:avLst/>
          </a:prstGeom>
          <a:solidFill>
            <a:schemeClr val="tx2">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44" name="椭圆 143"/>
          <p:cNvSpPr/>
          <p:nvPr/>
        </p:nvSpPr>
        <p:spPr>
          <a:xfrm>
            <a:off x="8239082" y="6104132"/>
            <a:ext cx="257041" cy="257041"/>
          </a:xfrm>
          <a:prstGeom prst="ellipse">
            <a:avLst/>
          </a:prstGeom>
          <a:solidFill>
            <a:schemeClr val="tx2">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45" name="椭圆 144"/>
          <p:cNvSpPr/>
          <p:nvPr/>
        </p:nvSpPr>
        <p:spPr>
          <a:xfrm>
            <a:off x="8604017" y="6104132"/>
            <a:ext cx="257041" cy="257041"/>
          </a:xfrm>
          <a:prstGeom prst="ellipse">
            <a:avLst/>
          </a:prstGeom>
          <a:solidFill>
            <a:schemeClr val="tx2">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46" name="椭圆 145"/>
          <p:cNvSpPr/>
          <p:nvPr/>
        </p:nvSpPr>
        <p:spPr>
          <a:xfrm>
            <a:off x="8959432" y="6104132"/>
            <a:ext cx="257041" cy="257041"/>
          </a:xfrm>
          <a:prstGeom prst="ellipse">
            <a:avLst/>
          </a:prstGeom>
          <a:solidFill>
            <a:schemeClr val="tx2">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47" name="椭圆 146"/>
          <p:cNvSpPr/>
          <p:nvPr/>
        </p:nvSpPr>
        <p:spPr>
          <a:xfrm>
            <a:off x="9340234" y="6104132"/>
            <a:ext cx="257041" cy="257041"/>
          </a:xfrm>
          <a:prstGeom prst="ellipse">
            <a:avLst/>
          </a:prstGeom>
          <a:solidFill>
            <a:schemeClr val="tx2">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48" name="椭圆 147"/>
          <p:cNvSpPr/>
          <p:nvPr/>
        </p:nvSpPr>
        <p:spPr>
          <a:xfrm>
            <a:off x="9695649" y="6104132"/>
            <a:ext cx="257041" cy="257041"/>
          </a:xfrm>
          <a:prstGeom prst="ellipse">
            <a:avLst/>
          </a:prstGeom>
          <a:solidFill>
            <a:schemeClr val="tx2">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49" name="椭圆 148"/>
          <p:cNvSpPr/>
          <p:nvPr/>
        </p:nvSpPr>
        <p:spPr>
          <a:xfrm>
            <a:off x="10066930" y="6104132"/>
            <a:ext cx="257041" cy="257041"/>
          </a:xfrm>
          <a:prstGeom prst="ellipse">
            <a:avLst/>
          </a:prstGeom>
          <a:solidFill>
            <a:schemeClr val="tx2">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50" name="椭圆 149"/>
          <p:cNvSpPr/>
          <p:nvPr/>
        </p:nvSpPr>
        <p:spPr>
          <a:xfrm>
            <a:off x="10422345" y="6104132"/>
            <a:ext cx="257041" cy="257041"/>
          </a:xfrm>
          <a:prstGeom prst="ellipse">
            <a:avLst/>
          </a:prstGeom>
          <a:solidFill>
            <a:schemeClr val="tx2">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51" name="椭圆 150"/>
          <p:cNvSpPr/>
          <p:nvPr/>
        </p:nvSpPr>
        <p:spPr>
          <a:xfrm>
            <a:off x="10803147" y="6104132"/>
            <a:ext cx="257041" cy="257041"/>
          </a:xfrm>
          <a:prstGeom prst="ellipse">
            <a:avLst/>
          </a:prstGeom>
          <a:solidFill>
            <a:schemeClr val="tx2">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52" name="椭圆 151"/>
          <p:cNvSpPr/>
          <p:nvPr/>
        </p:nvSpPr>
        <p:spPr>
          <a:xfrm>
            <a:off x="11158562" y="6104132"/>
            <a:ext cx="257041" cy="257041"/>
          </a:xfrm>
          <a:prstGeom prst="ellipse">
            <a:avLst/>
          </a:prstGeom>
          <a:solidFill>
            <a:schemeClr val="tx2">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53" name="椭圆 152"/>
          <p:cNvSpPr/>
          <p:nvPr/>
        </p:nvSpPr>
        <p:spPr>
          <a:xfrm>
            <a:off x="11523497" y="6104132"/>
            <a:ext cx="257041" cy="257041"/>
          </a:xfrm>
          <a:prstGeom prst="ellipse">
            <a:avLst/>
          </a:prstGeom>
          <a:solidFill>
            <a:schemeClr val="tx2">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54" name="椭圆 153"/>
          <p:cNvSpPr/>
          <p:nvPr/>
        </p:nvSpPr>
        <p:spPr>
          <a:xfrm>
            <a:off x="11878912" y="6104132"/>
            <a:ext cx="257041" cy="257041"/>
          </a:xfrm>
          <a:prstGeom prst="ellipse">
            <a:avLst/>
          </a:prstGeom>
          <a:solidFill>
            <a:schemeClr val="tx2">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56" name="椭圆 155"/>
          <p:cNvSpPr/>
          <p:nvPr/>
        </p:nvSpPr>
        <p:spPr>
          <a:xfrm>
            <a:off x="7147451" y="6446854"/>
            <a:ext cx="257041" cy="257041"/>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57" name="椭圆 156"/>
          <p:cNvSpPr/>
          <p:nvPr/>
        </p:nvSpPr>
        <p:spPr>
          <a:xfrm>
            <a:off x="7502866" y="6446854"/>
            <a:ext cx="257041" cy="257041"/>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58" name="椭圆 157"/>
          <p:cNvSpPr/>
          <p:nvPr/>
        </p:nvSpPr>
        <p:spPr>
          <a:xfrm>
            <a:off x="7883667" y="6446854"/>
            <a:ext cx="257041" cy="257041"/>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59" name="椭圆 158"/>
          <p:cNvSpPr/>
          <p:nvPr/>
        </p:nvSpPr>
        <p:spPr>
          <a:xfrm>
            <a:off x="8239082" y="6446854"/>
            <a:ext cx="257041" cy="257041"/>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60" name="椭圆 159"/>
          <p:cNvSpPr/>
          <p:nvPr/>
        </p:nvSpPr>
        <p:spPr>
          <a:xfrm>
            <a:off x="8604017" y="6446854"/>
            <a:ext cx="257041" cy="257041"/>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61" name="椭圆 160"/>
          <p:cNvSpPr/>
          <p:nvPr/>
        </p:nvSpPr>
        <p:spPr>
          <a:xfrm>
            <a:off x="8959432" y="6446854"/>
            <a:ext cx="257041" cy="257041"/>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62" name="椭圆 161"/>
          <p:cNvSpPr/>
          <p:nvPr/>
        </p:nvSpPr>
        <p:spPr>
          <a:xfrm>
            <a:off x="9340234" y="6446854"/>
            <a:ext cx="257041" cy="257041"/>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63" name="椭圆 162"/>
          <p:cNvSpPr/>
          <p:nvPr/>
        </p:nvSpPr>
        <p:spPr>
          <a:xfrm>
            <a:off x="9695649" y="6446854"/>
            <a:ext cx="257041" cy="257041"/>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64" name="椭圆 163"/>
          <p:cNvSpPr/>
          <p:nvPr/>
        </p:nvSpPr>
        <p:spPr>
          <a:xfrm>
            <a:off x="10066930" y="6446854"/>
            <a:ext cx="257041" cy="257041"/>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65" name="椭圆 164"/>
          <p:cNvSpPr/>
          <p:nvPr/>
        </p:nvSpPr>
        <p:spPr>
          <a:xfrm>
            <a:off x="10422345" y="6446854"/>
            <a:ext cx="257041" cy="257041"/>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66" name="椭圆 165"/>
          <p:cNvSpPr/>
          <p:nvPr/>
        </p:nvSpPr>
        <p:spPr>
          <a:xfrm>
            <a:off x="10803147" y="6446854"/>
            <a:ext cx="257041" cy="257041"/>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67" name="椭圆 166"/>
          <p:cNvSpPr/>
          <p:nvPr/>
        </p:nvSpPr>
        <p:spPr>
          <a:xfrm>
            <a:off x="11158562" y="6446854"/>
            <a:ext cx="257041" cy="257041"/>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68" name="椭圆 167"/>
          <p:cNvSpPr/>
          <p:nvPr/>
        </p:nvSpPr>
        <p:spPr>
          <a:xfrm>
            <a:off x="11523497" y="6446854"/>
            <a:ext cx="257041" cy="257041"/>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69" name="椭圆 168"/>
          <p:cNvSpPr/>
          <p:nvPr/>
        </p:nvSpPr>
        <p:spPr>
          <a:xfrm>
            <a:off x="11878912" y="6446854"/>
            <a:ext cx="257041" cy="257041"/>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71" name="等腰三角形 170"/>
          <p:cNvSpPr/>
          <p:nvPr/>
        </p:nvSpPr>
        <p:spPr>
          <a:xfrm>
            <a:off x="7561572" y="4878426"/>
            <a:ext cx="330028" cy="330028"/>
          </a:xfrm>
          <a:prstGeom prst="triangle">
            <a:avLst/>
          </a:prstGeom>
          <a:solidFill>
            <a:srgbClr val="E6A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72" name="等腰三角形 171"/>
          <p:cNvSpPr/>
          <p:nvPr/>
        </p:nvSpPr>
        <p:spPr>
          <a:xfrm>
            <a:off x="7978867" y="4878426"/>
            <a:ext cx="330028" cy="330028"/>
          </a:xfrm>
          <a:prstGeom prst="triangle">
            <a:avLst/>
          </a:prstGeom>
          <a:solidFill>
            <a:srgbClr val="E6A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73" name="等腰三角形 172"/>
          <p:cNvSpPr/>
          <p:nvPr/>
        </p:nvSpPr>
        <p:spPr>
          <a:xfrm>
            <a:off x="8392989" y="4878426"/>
            <a:ext cx="330028" cy="330028"/>
          </a:xfrm>
          <a:prstGeom prst="triangle">
            <a:avLst/>
          </a:prstGeom>
          <a:solidFill>
            <a:srgbClr val="E6A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74" name="等腰三角形 173"/>
          <p:cNvSpPr/>
          <p:nvPr/>
        </p:nvSpPr>
        <p:spPr>
          <a:xfrm>
            <a:off x="8818218" y="4878426"/>
            <a:ext cx="330028" cy="330028"/>
          </a:xfrm>
          <a:prstGeom prst="triangle">
            <a:avLst/>
          </a:prstGeom>
          <a:solidFill>
            <a:srgbClr val="E6A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75" name="等腰三角形 174"/>
          <p:cNvSpPr/>
          <p:nvPr/>
        </p:nvSpPr>
        <p:spPr>
          <a:xfrm>
            <a:off x="9232340" y="4878426"/>
            <a:ext cx="330028" cy="330028"/>
          </a:xfrm>
          <a:prstGeom prst="triangle">
            <a:avLst/>
          </a:prstGeom>
          <a:solidFill>
            <a:srgbClr val="E6A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76" name="等腰三角形 175"/>
          <p:cNvSpPr/>
          <p:nvPr/>
        </p:nvSpPr>
        <p:spPr>
          <a:xfrm>
            <a:off x="9649635" y="4878426"/>
            <a:ext cx="330028" cy="330028"/>
          </a:xfrm>
          <a:prstGeom prst="triangle">
            <a:avLst/>
          </a:prstGeom>
          <a:solidFill>
            <a:srgbClr val="E6A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77" name="等腰三角形 176"/>
          <p:cNvSpPr/>
          <p:nvPr/>
        </p:nvSpPr>
        <p:spPr>
          <a:xfrm>
            <a:off x="10063757" y="4878426"/>
            <a:ext cx="330028" cy="330028"/>
          </a:xfrm>
          <a:prstGeom prst="triangle">
            <a:avLst/>
          </a:prstGeom>
          <a:solidFill>
            <a:srgbClr val="E6A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78" name="等腰三角形 177"/>
          <p:cNvSpPr/>
          <p:nvPr/>
        </p:nvSpPr>
        <p:spPr>
          <a:xfrm>
            <a:off x="10488985" y="4878426"/>
            <a:ext cx="330028" cy="330028"/>
          </a:xfrm>
          <a:prstGeom prst="triangle">
            <a:avLst/>
          </a:prstGeom>
          <a:solidFill>
            <a:srgbClr val="E6A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79" name="等腰三角形 178"/>
          <p:cNvSpPr/>
          <p:nvPr/>
        </p:nvSpPr>
        <p:spPr>
          <a:xfrm>
            <a:off x="10903106" y="4878426"/>
            <a:ext cx="330028" cy="330028"/>
          </a:xfrm>
          <a:prstGeom prst="triangle">
            <a:avLst/>
          </a:prstGeom>
          <a:solidFill>
            <a:srgbClr val="E6A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80" name="等腰三角形 179"/>
          <p:cNvSpPr/>
          <p:nvPr/>
        </p:nvSpPr>
        <p:spPr>
          <a:xfrm>
            <a:off x="11320402" y="4878426"/>
            <a:ext cx="330028" cy="330028"/>
          </a:xfrm>
          <a:prstGeom prst="triangle">
            <a:avLst/>
          </a:prstGeom>
          <a:solidFill>
            <a:srgbClr val="E6A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81" name="等腰三角形 180"/>
          <p:cNvSpPr/>
          <p:nvPr/>
        </p:nvSpPr>
        <p:spPr>
          <a:xfrm>
            <a:off x="11734523" y="4878426"/>
            <a:ext cx="330028" cy="330028"/>
          </a:xfrm>
          <a:prstGeom prst="triangle">
            <a:avLst/>
          </a:prstGeom>
          <a:solidFill>
            <a:srgbClr val="E6A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83" name="等腰三角形 182"/>
          <p:cNvSpPr/>
          <p:nvPr/>
        </p:nvSpPr>
        <p:spPr>
          <a:xfrm>
            <a:off x="6025774" y="4893499"/>
            <a:ext cx="330028" cy="330028"/>
          </a:xfrm>
          <a:prstGeom prst="triangle">
            <a:avLst/>
          </a:prstGeom>
          <a:solidFill>
            <a:srgbClr val="E6A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84" name="等腰三角形 183"/>
          <p:cNvSpPr/>
          <p:nvPr/>
        </p:nvSpPr>
        <p:spPr>
          <a:xfrm>
            <a:off x="6439895" y="4893499"/>
            <a:ext cx="330028" cy="330028"/>
          </a:xfrm>
          <a:prstGeom prst="triangle">
            <a:avLst/>
          </a:prstGeom>
          <a:solidFill>
            <a:srgbClr val="E6A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85" name="等腰三角形 184"/>
          <p:cNvSpPr/>
          <p:nvPr/>
        </p:nvSpPr>
        <p:spPr>
          <a:xfrm>
            <a:off x="6857191" y="4893499"/>
            <a:ext cx="330028" cy="330028"/>
          </a:xfrm>
          <a:prstGeom prst="triangle">
            <a:avLst/>
          </a:prstGeom>
          <a:solidFill>
            <a:srgbClr val="E6A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70" name="矩形 169">
            <a:extLst>
              <a:ext uri="{FF2B5EF4-FFF2-40B4-BE49-F238E27FC236}">
                <a16:creationId xmlns:a16="http://schemas.microsoft.com/office/drawing/2014/main" id="{ADFA951A-978E-4E8D-A85A-85B6177AC588}"/>
              </a:ext>
            </a:extLst>
          </p:cNvPr>
          <p:cNvSpPr/>
          <p:nvPr/>
        </p:nvSpPr>
        <p:spPr>
          <a:xfrm>
            <a:off x="0" y="-21316"/>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smtClean="0">
                <a:cs typeface="+mn-ea"/>
                <a:sym typeface="+mn-lt"/>
              </a:rPr>
              <a:t>3.2</a:t>
            </a:r>
            <a:r>
              <a:rPr lang="zh-CN" altLang="en-US" sz="2800" b="1" dirty="0" smtClean="0">
                <a:cs typeface="+mn-ea"/>
                <a:sym typeface="+mn-lt"/>
              </a:rPr>
              <a:t>创建单任务</a:t>
            </a:r>
            <a:endParaRPr lang="zh-CN" altLang="en-US" sz="2800" b="1" dirty="0">
              <a:solidFill>
                <a:schemeClr val="bg1"/>
              </a:solidFill>
              <a:cs typeface="+mn-ea"/>
              <a:sym typeface="+mn-lt"/>
            </a:endParaRPr>
          </a:p>
        </p:txBody>
      </p:sp>
      <p:sp>
        <p:nvSpPr>
          <p:cNvPr id="182"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Tree>
    <p:extLst>
      <p:ext uri="{BB962C8B-B14F-4D97-AF65-F5344CB8AC3E}">
        <p14:creationId xmlns:p14="http://schemas.microsoft.com/office/powerpoint/2010/main" val="388892597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31654" y="1572617"/>
            <a:ext cx="11652531" cy="21050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9" name="内容占位符 2"/>
          <p:cNvSpPr>
            <a:spLocks noGrp="1"/>
          </p:cNvSpPr>
          <p:nvPr>
            <p:ph idx="1"/>
          </p:nvPr>
        </p:nvSpPr>
        <p:spPr>
          <a:xfrm>
            <a:off x="383975" y="991871"/>
            <a:ext cx="11500210" cy="533122"/>
          </a:xfrm>
        </p:spPr>
        <p:txBody>
          <a:bodyPr>
            <a:normAutofit/>
          </a:bodyPr>
          <a:lstStyle/>
          <a:p>
            <a:pPr marL="0" indent="456971">
              <a:lnSpc>
                <a:spcPct val="135000"/>
              </a:lnSpc>
              <a:buClr>
                <a:schemeClr val="tx2">
                  <a:lumMod val="75000"/>
                </a:schemeClr>
              </a:buClr>
              <a:buNone/>
            </a:pPr>
            <a:r>
              <a:rPr lang="zh-CN" altLang="en-US" sz="2000" b="1" dirty="0"/>
              <a:t>创建具体任务</a:t>
            </a:r>
          </a:p>
        </p:txBody>
      </p:sp>
      <p:sp>
        <p:nvSpPr>
          <p:cNvPr id="170" name="内容占位符 2"/>
          <p:cNvSpPr>
            <a:spLocks noGrp="1"/>
          </p:cNvSpPr>
          <p:nvPr>
            <p:ph idx="1"/>
          </p:nvPr>
        </p:nvSpPr>
        <p:spPr>
          <a:xfrm>
            <a:off x="383975" y="2346983"/>
            <a:ext cx="3112600" cy="2536032"/>
          </a:xfrm>
        </p:spPr>
        <p:txBody>
          <a:bodyPr>
            <a:noAutofit/>
          </a:bodyPr>
          <a:lstStyle/>
          <a:p>
            <a:pPr marL="0" indent="456971">
              <a:lnSpc>
                <a:spcPct val="130000"/>
              </a:lnSpc>
              <a:buClr>
                <a:schemeClr val="tx2">
                  <a:lumMod val="75000"/>
                </a:schemeClr>
              </a:buClr>
              <a:buNone/>
            </a:pPr>
            <a:r>
              <a:rPr lang="zh-CN" altLang="en-US" dirty="0" smtClean="0"/>
              <a:t>创建</a:t>
            </a:r>
            <a:r>
              <a:rPr lang="zh-CN" altLang="en-US" dirty="0"/>
              <a:t>具体任务的时候，可使用</a:t>
            </a:r>
            <a:r>
              <a:rPr lang="en-US" altLang="zh-CN" dirty="0" err="1">
                <a:solidFill>
                  <a:srgbClr val="C00000"/>
                </a:solidFill>
              </a:rPr>
              <a:t>LOS_TaskCreate</a:t>
            </a:r>
            <a:r>
              <a:rPr lang="zh-CN" altLang="en-US" dirty="0"/>
              <a:t>函数，每个任务的</a:t>
            </a:r>
            <a:r>
              <a:rPr lang="zh-CN" altLang="en-US" dirty="0">
                <a:solidFill>
                  <a:srgbClr val="FF0000"/>
                </a:solidFill>
              </a:rPr>
              <a:t>具体配置</a:t>
            </a:r>
            <a:r>
              <a:rPr lang="zh-CN" altLang="en-US" dirty="0"/>
              <a:t>是需要</a:t>
            </a:r>
            <a:r>
              <a:rPr lang="zh-CN" altLang="en-US" dirty="0">
                <a:solidFill>
                  <a:srgbClr val="C00000"/>
                </a:solidFill>
              </a:rPr>
              <a:t>用户定义</a:t>
            </a:r>
            <a:r>
              <a:rPr lang="zh-CN" altLang="en-US" dirty="0"/>
              <a:t>的，不同的任务之间参数是不一样的，如代码</a:t>
            </a:r>
            <a:r>
              <a:rPr lang="zh-CN" altLang="en-US" dirty="0" smtClean="0"/>
              <a:t>清单所</a:t>
            </a:r>
            <a:r>
              <a:rPr lang="zh-CN" altLang="en-US" dirty="0"/>
              <a:t>示。</a:t>
            </a:r>
          </a:p>
        </p:txBody>
      </p:sp>
      <p:sp>
        <p:nvSpPr>
          <p:cNvPr id="182" name="矩形 181"/>
          <p:cNvSpPr/>
          <p:nvPr/>
        </p:nvSpPr>
        <p:spPr>
          <a:xfrm>
            <a:off x="3589102" y="1783125"/>
            <a:ext cx="8602898" cy="462860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86" name="内容占位符 2"/>
          <p:cNvSpPr>
            <a:spLocks noGrp="1"/>
          </p:cNvSpPr>
          <p:nvPr>
            <p:ph idx="1"/>
          </p:nvPr>
        </p:nvSpPr>
        <p:spPr>
          <a:xfrm>
            <a:off x="3589101" y="1863700"/>
            <a:ext cx="8324003" cy="4628604"/>
          </a:xfrm>
        </p:spPr>
        <p:txBody>
          <a:bodyPr>
            <a:noAutofit/>
          </a:bodyPr>
          <a:lstStyle/>
          <a:p>
            <a:pPr marL="0" indent="456971">
              <a:lnSpc>
                <a:spcPct val="125000"/>
              </a:lnSpc>
              <a:spcBef>
                <a:spcPts val="0"/>
              </a:spcBef>
              <a:buClr>
                <a:schemeClr val="tx2">
                  <a:lumMod val="75000"/>
                </a:schemeClr>
              </a:buClr>
              <a:buNone/>
            </a:pPr>
            <a:r>
              <a:rPr lang="zh-CN" altLang="en-US" sz="1400" b="1" dirty="0">
                <a:solidFill>
                  <a:schemeClr val="tx1"/>
                </a:solidFill>
              </a:rPr>
              <a:t> </a:t>
            </a:r>
            <a:r>
              <a:rPr lang="en-US" altLang="zh-CN" sz="1400" b="1" dirty="0">
                <a:solidFill>
                  <a:schemeClr val="tx1"/>
                </a:solidFill>
              </a:rPr>
              <a:t> /*************************************************************************</a:t>
            </a:r>
          </a:p>
          <a:p>
            <a:pPr marL="0" indent="456971">
              <a:lnSpc>
                <a:spcPct val="125000"/>
              </a:lnSpc>
              <a:spcBef>
                <a:spcPts val="0"/>
              </a:spcBef>
              <a:buClr>
                <a:schemeClr val="tx2">
                  <a:lumMod val="75000"/>
                </a:schemeClr>
              </a:buClr>
              <a:buNone/>
            </a:pPr>
            <a:r>
              <a:rPr lang="en-US" altLang="zh-CN" sz="1400" b="1" dirty="0">
                <a:solidFill>
                  <a:schemeClr val="tx1"/>
                </a:solidFill>
              </a:rPr>
              <a:t>      * @ </a:t>
            </a:r>
            <a:r>
              <a:rPr lang="zh-CN" altLang="en-US" sz="1400" b="1" dirty="0">
                <a:solidFill>
                  <a:schemeClr val="tx1"/>
                </a:solidFill>
              </a:rPr>
              <a:t>函数名  ： </a:t>
            </a:r>
            <a:r>
              <a:rPr lang="en-US" altLang="zh-CN" sz="1400" b="1" dirty="0">
                <a:solidFill>
                  <a:schemeClr val="tx1"/>
                </a:solidFill>
              </a:rPr>
              <a:t>Creat_Test1_Task</a:t>
            </a:r>
          </a:p>
          <a:p>
            <a:pPr marL="0" indent="456971">
              <a:lnSpc>
                <a:spcPct val="125000"/>
              </a:lnSpc>
              <a:spcBef>
                <a:spcPts val="0"/>
              </a:spcBef>
              <a:buClr>
                <a:schemeClr val="tx2">
                  <a:lumMod val="75000"/>
                </a:schemeClr>
              </a:buClr>
              <a:buNone/>
            </a:pPr>
            <a:r>
              <a:rPr lang="en-US" altLang="zh-CN" sz="1400" b="1" dirty="0">
                <a:solidFill>
                  <a:schemeClr val="tx1"/>
                </a:solidFill>
              </a:rPr>
              <a:t>      * @ </a:t>
            </a:r>
            <a:r>
              <a:rPr lang="zh-CN" altLang="en-US" sz="1400" b="1" dirty="0">
                <a:solidFill>
                  <a:schemeClr val="tx1"/>
                </a:solidFill>
              </a:rPr>
              <a:t>功能说明： 创建</a:t>
            </a:r>
            <a:r>
              <a:rPr lang="en-US" altLang="zh-CN" sz="1400" b="1" dirty="0">
                <a:solidFill>
                  <a:schemeClr val="tx1"/>
                </a:solidFill>
              </a:rPr>
              <a:t>Test1_Task</a:t>
            </a:r>
            <a:r>
              <a:rPr lang="zh-CN" altLang="en-US" sz="1400" b="1" dirty="0">
                <a:solidFill>
                  <a:schemeClr val="tx1"/>
                </a:solidFill>
              </a:rPr>
              <a:t>任务</a:t>
            </a:r>
          </a:p>
          <a:p>
            <a:pPr marL="0" indent="456971">
              <a:lnSpc>
                <a:spcPct val="125000"/>
              </a:lnSpc>
              <a:spcBef>
                <a:spcPts val="0"/>
              </a:spcBef>
              <a:buClr>
                <a:schemeClr val="tx2">
                  <a:lumMod val="75000"/>
                </a:schemeClr>
              </a:buClr>
              <a:buNone/>
            </a:pPr>
            <a:r>
              <a:rPr lang="zh-CN" altLang="en-US" sz="1400" b="1" dirty="0">
                <a:solidFill>
                  <a:schemeClr val="tx1"/>
                </a:solidFill>
              </a:rPr>
              <a:t> </a:t>
            </a:r>
            <a:r>
              <a:rPr lang="en-US" altLang="zh-CN" sz="1400" b="1" dirty="0">
                <a:solidFill>
                  <a:schemeClr val="tx1"/>
                </a:solidFill>
              </a:rPr>
              <a:t>     * @ </a:t>
            </a:r>
            <a:r>
              <a:rPr lang="zh-CN" altLang="en-US" sz="1400" b="1" dirty="0">
                <a:solidFill>
                  <a:schemeClr val="tx1"/>
                </a:solidFill>
              </a:rPr>
              <a:t>参数    ：</a:t>
            </a:r>
          </a:p>
          <a:p>
            <a:pPr marL="0" indent="456971">
              <a:lnSpc>
                <a:spcPct val="125000"/>
              </a:lnSpc>
              <a:spcBef>
                <a:spcPts val="0"/>
              </a:spcBef>
              <a:buClr>
                <a:schemeClr val="tx2">
                  <a:lumMod val="75000"/>
                </a:schemeClr>
              </a:buClr>
              <a:buNone/>
            </a:pPr>
            <a:r>
              <a:rPr lang="zh-CN" altLang="en-US" sz="1400" b="1" dirty="0">
                <a:solidFill>
                  <a:schemeClr val="tx1"/>
                </a:solidFill>
              </a:rPr>
              <a:t> </a:t>
            </a:r>
            <a:r>
              <a:rPr lang="en-US" altLang="zh-CN" sz="1400" b="1" dirty="0">
                <a:solidFill>
                  <a:schemeClr val="tx1"/>
                </a:solidFill>
              </a:rPr>
              <a:t>     * @ </a:t>
            </a:r>
            <a:r>
              <a:rPr lang="zh-CN" altLang="en-US" sz="1400" b="1" dirty="0">
                <a:solidFill>
                  <a:schemeClr val="tx1"/>
                </a:solidFill>
              </a:rPr>
              <a:t>返回值  ： 无</a:t>
            </a:r>
          </a:p>
          <a:p>
            <a:pPr marL="0" indent="456971">
              <a:lnSpc>
                <a:spcPct val="125000"/>
              </a:lnSpc>
              <a:spcBef>
                <a:spcPts val="0"/>
              </a:spcBef>
              <a:buClr>
                <a:schemeClr val="tx2">
                  <a:lumMod val="75000"/>
                </a:schemeClr>
              </a:buClr>
              <a:buNone/>
            </a:pPr>
            <a:r>
              <a:rPr lang="zh-CN" altLang="en-US" sz="1400" b="1" dirty="0">
                <a:solidFill>
                  <a:schemeClr val="tx1"/>
                </a:solidFill>
              </a:rPr>
              <a:t> </a:t>
            </a:r>
            <a:r>
              <a:rPr lang="en-US" altLang="zh-CN" sz="1400" b="1" dirty="0">
                <a:solidFill>
                  <a:schemeClr val="tx1"/>
                </a:solidFill>
              </a:rPr>
              <a:t>     ********************************************************************/</a:t>
            </a:r>
          </a:p>
          <a:p>
            <a:pPr marL="0" indent="456971">
              <a:lnSpc>
                <a:spcPct val="125000"/>
              </a:lnSpc>
              <a:spcBef>
                <a:spcPts val="0"/>
              </a:spcBef>
              <a:buClr>
                <a:schemeClr val="tx2">
                  <a:lumMod val="75000"/>
                </a:schemeClr>
              </a:buClr>
              <a:buNone/>
            </a:pPr>
            <a:r>
              <a:rPr lang="en-US" altLang="zh-CN" sz="1400" b="1" dirty="0">
                <a:solidFill>
                  <a:schemeClr val="tx1"/>
                </a:solidFill>
              </a:rPr>
              <a:t>  static UINT32 Creat_Test1_Task() {</a:t>
            </a:r>
          </a:p>
          <a:p>
            <a:pPr marL="0" indent="456971">
              <a:lnSpc>
                <a:spcPct val="125000"/>
              </a:lnSpc>
              <a:spcBef>
                <a:spcPts val="0"/>
              </a:spcBef>
              <a:buClr>
                <a:schemeClr val="tx2">
                  <a:lumMod val="75000"/>
                </a:schemeClr>
              </a:buClr>
              <a:buNone/>
            </a:pPr>
            <a:r>
              <a:rPr lang="en-US" altLang="zh-CN" sz="1400" b="1" dirty="0" smtClean="0">
                <a:solidFill>
                  <a:schemeClr val="tx1"/>
                </a:solidFill>
              </a:rPr>
              <a:t>      UINT32 </a:t>
            </a:r>
            <a:r>
              <a:rPr lang="en-US" altLang="zh-CN" sz="1400" b="1" dirty="0" err="1">
                <a:solidFill>
                  <a:schemeClr val="tx1"/>
                </a:solidFill>
              </a:rPr>
              <a:t>uwRet</a:t>
            </a:r>
            <a:r>
              <a:rPr lang="en-US" altLang="zh-CN" sz="1400" b="1" dirty="0">
                <a:solidFill>
                  <a:schemeClr val="tx1"/>
                </a:solidFill>
              </a:rPr>
              <a:t> = LOS_OK; //</a:t>
            </a:r>
            <a:r>
              <a:rPr lang="zh-CN" altLang="en-US" sz="1400" b="1" dirty="0">
                <a:solidFill>
                  <a:schemeClr val="tx1"/>
                </a:solidFill>
              </a:rPr>
              <a:t>定义一个创建任务的返回类型，默认为创建成功的返回值 </a:t>
            </a:r>
          </a:p>
          <a:p>
            <a:pPr marL="0" indent="456971">
              <a:lnSpc>
                <a:spcPct val="125000"/>
              </a:lnSpc>
              <a:spcBef>
                <a:spcPts val="0"/>
              </a:spcBef>
              <a:buClr>
                <a:schemeClr val="tx2">
                  <a:lumMod val="75000"/>
                </a:schemeClr>
              </a:buClr>
              <a:buNone/>
            </a:pPr>
            <a:r>
              <a:rPr lang="en-US" altLang="zh-CN" sz="1400" b="1" dirty="0">
                <a:solidFill>
                  <a:schemeClr val="tx1"/>
                </a:solidFill>
              </a:rPr>
              <a:t>      TSK_INIT_PARAM_S </a:t>
            </a:r>
            <a:r>
              <a:rPr lang="en-US" altLang="zh-CN" sz="1400" b="1" dirty="0" err="1">
                <a:solidFill>
                  <a:schemeClr val="tx1"/>
                </a:solidFill>
              </a:rPr>
              <a:t>task_init_param</a:t>
            </a:r>
            <a:r>
              <a:rPr lang="en-US" altLang="zh-CN" sz="1400" b="1" dirty="0">
                <a:solidFill>
                  <a:schemeClr val="tx1"/>
                </a:solidFill>
              </a:rPr>
              <a:t>; /*</a:t>
            </a:r>
            <a:r>
              <a:rPr lang="zh-CN" altLang="en-US" sz="1400" b="1" dirty="0">
                <a:solidFill>
                  <a:schemeClr val="tx1"/>
                </a:solidFill>
              </a:rPr>
              <a:t>定义一个局部变量 *</a:t>
            </a:r>
            <a:r>
              <a:rPr lang="en-US" altLang="zh-CN" sz="1400" b="1" dirty="0">
                <a:solidFill>
                  <a:schemeClr val="tx1"/>
                </a:solidFill>
              </a:rPr>
              <a:t>/		  (1)</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en-US" altLang="zh-CN" sz="1400" b="1" dirty="0" err="1">
                <a:solidFill>
                  <a:schemeClr val="tx1"/>
                </a:solidFill>
              </a:rPr>
              <a:t>task_init_param.usTaskPrio</a:t>
            </a:r>
            <a:r>
              <a:rPr lang="en-US" altLang="zh-CN" sz="1400" b="1" dirty="0">
                <a:solidFill>
                  <a:schemeClr val="tx1"/>
                </a:solidFill>
              </a:rPr>
              <a:t> = 5; /* </a:t>
            </a:r>
            <a:r>
              <a:rPr lang="zh-CN" altLang="en-US" sz="1400" b="1" dirty="0">
                <a:solidFill>
                  <a:schemeClr val="tx1"/>
                </a:solidFill>
              </a:rPr>
              <a:t>任务优先级，数值越小，优先级越高*</a:t>
            </a:r>
            <a:r>
              <a:rPr lang="en-US" altLang="zh-CN" sz="1400" b="1" dirty="0">
                <a:solidFill>
                  <a:schemeClr val="tx1"/>
                </a:solidFill>
              </a:rPr>
              <a:t>/ </a:t>
            </a:r>
            <a:r>
              <a:rPr lang="en-US" altLang="zh-CN" sz="1400" b="1" dirty="0" smtClean="0">
                <a:solidFill>
                  <a:schemeClr val="tx1"/>
                </a:solidFill>
              </a:rPr>
              <a:t>          (</a:t>
            </a:r>
            <a:r>
              <a:rPr lang="en-US" altLang="zh-CN" sz="1400" b="1" dirty="0">
                <a:solidFill>
                  <a:schemeClr val="tx1"/>
                </a:solidFill>
              </a:rPr>
              <a:t>2)</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en-US" altLang="zh-CN" sz="1400" b="1" dirty="0" err="1">
                <a:solidFill>
                  <a:schemeClr val="tx1"/>
                </a:solidFill>
              </a:rPr>
              <a:t>task_init_param.pcName</a:t>
            </a:r>
            <a:r>
              <a:rPr lang="en-US" altLang="zh-CN" sz="1400" b="1" dirty="0">
                <a:solidFill>
                  <a:schemeClr val="tx1"/>
                </a:solidFill>
              </a:rPr>
              <a:t> = "Test1_Task";/* </a:t>
            </a:r>
            <a:r>
              <a:rPr lang="zh-CN" altLang="en-US" sz="1400" b="1" dirty="0">
                <a:solidFill>
                  <a:schemeClr val="tx1"/>
                </a:solidFill>
              </a:rPr>
              <a:t>任务名称 *</a:t>
            </a:r>
            <a:r>
              <a:rPr lang="en-US" altLang="zh-CN" sz="1400" b="1" dirty="0">
                <a:solidFill>
                  <a:schemeClr val="tx1"/>
                </a:solidFill>
              </a:rPr>
              <a:t>/		  (3)</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en-US" altLang="zh-CN" sz="1400" b="1" dirty="0" err="1">
                <a:solidFill>
                  <a:schemeClr val="tx1"/>
                </a:solidFill>
              </a:rPr>
              <a:t>task_init_param.pfnTaskEntry</a:t>
            </a:r>
            <a:r>
              <a:rPr lang="en-US" altLang="zh-CN" sz="1400" b="1" dirty="0">
                <a:solidFill>
                  <a:schemeClr val="tx1"/>
                </a:solidFill>
              </a:rPr>
              <a:t> = (TSK_ENTRY_FUNC)Test1_Task;		  (4)</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en-US" altLang="zh-CN" sz="1400" b="1" dirty="0" err="1">
                <a:solidFill>
                  <a:schemeClr val="tx1"/>
                </a:solidFill>
              </a:rPr>
              <a:t>task_init_param.uwStackSize</a:t>
            </a:r>
            <a:r>
              <a:rPr lang="en-US" altLang="zh-CN" sz="1400" b="1" dirty="0">
                <a:solidFill>
                  <a:schemeClr val="tx1"/>
                </a:solidFill>
              </a:rPr>
              <a:t> = </a:t>
            </a:r>
            <a:r>
              <a:rPr lang="en-US" altLang="zh-CN" sz="1400" b="1" dirty="0" smtClean="0">
                <a:solidFill>
                  <a:schemeClr val="tx1"/>
                </a:solidFill>
              </a:rPr>
              <a:t>0x1000</a:t>
            </a:r>
            <a:r>
              <a:rPr lang="en-US" altLang="zh-CN" sz="1400" b="1" dirty="0">
                <a:solidFill>
                  <a:schemeClr val="tx1"/>
                </a:solidFill>
              </a:rPr>
              <a:t>;	/* </a:t>
            </a:r>
            <a:r>
              <a:rPr lang="zh-CN" altLang="en-US" sz="1400" b="1" dirty="0">
                <a:solidFill>
                  <a:schemeClr val="tx1"/>
                </a:solidFill>
              </a:rPr>
              <a:t>任务栈大小 *</a:t>
            </a:r>
            <a:r>
              <a:rPr lang="en-US" altLang="zh-CN" sz="1400" b="1" dirty="0">
                <a:solidFill>
                  <a:schemeClr val="tx1"/>
                </a:solidFill>
              </a:rPr>
              <a:t>/		  (5)</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en-US" altLang="zh-CN" sz="1400" b="1" dirty="0" err="1">
                <a:solidFill>
                  <a:schemeClr val="tx1"/>
                </a:solidFill>
              </a:rPr>
              <a:t>uwRet</a:t>
            </a:r>
            <a:r>
              <a:rPr lang="en-US" altLang="zh-CN" sz="1400" b="1" dirty="0">
                <a:solidFill>
                  <a:schemeClr val="tx1"/>
                </a:solidFill>
              </a:rPr>
              <a:t> = </a:t>
            </a:r>
            <a:r>
              <a:rPr lang="en-US" altLang="zh-CN" sz="1400" b="1" dirty="0" err="1">
                <a:solidFill>
                  <a:schemeClr val="tx1"/>
                </a:solidFill>
              </a:rPr>
              <a:t>LOS_TaskCreate</a:t>
            </a:r>
            <a:r>
              <a:rPr lang="en-US" altLang="zh-CN" sz="1400" b="1" dirty="0">
                <a:solidFill>
                  <a:schemeClr val="tx1"/>
                </a:solidFill>
              </a:rPr>
              <a:t>(&amp;Test1_Task_Handle, &amp;</a:t>
            </a:r>
            <a:r>
              <a:rPr lang="en-US" altLang="zh-CN" sz="1400" b="1" dirty="0" err="1">
                <a:solidFill>
                  <a:schemeClr val="tx1"/>
                </a:solidFill>
              </a:rPr>
              <a:t>task_init_param</a:t>
            </a:r>
            <a:r>
              <a:rPr lang="en-US" altLang="zh-CN" sz="1400" b="1" dirty="0" smtClean="0">
                <a:solidFill>
                  <a:schemeClr val="tx1"/>
                </a:solidFill>
              </a:rPr>
              <a:t>); </a:t>
            </a:r>
            <a:r>
              <a:rPr lang="en-US" altLang="zh-CN" sz="1400" b="1" dirty="0">
                <a:solidFill>
                  <a:schemeClr val="tx1"/>
                </a:solidFill>
              </a:rPr>
              <a:t>	 (6)</a:t>
            </a:r>
          </a:p>
          <a:p>
            <a:pPr marL="0" indent="456971">
              <a:lnSpc>
                <a:spcPct val="125000"/>
              </a:lnSpc>
              <a:spcBef>
                <a:spcPts val="0"/>
              </a:spcBef>
              <a:buClr>
                <a:schemeClr val="tx2">
                  <a:lumMod val="75000"/>
                </a:schemeClr>
              </a:buClr>
              <a:buNone/>
            </a:pPr>
            <a:r>
              <a:rPr lang="en-US" altLang="zh-CN" sz="1400" b="1" dirty="0">
                <a:solidFill>
                  <a:schemeClr val="tx1"/>
                </a:solidFill>
              </a:rPr>
              <a:t>      return </a:t>
            </a:r>
            <a:r>
              <a:rPr lang="en-US" altLang="zh-CN" sz="1400" b="1" dirty="0" err="1">
                <a:solidFill>
                  <a:schemeClr val="tx1"/>
                </a:solidFill>
              </a:rPr>
              <a:t>uwRet</a:t>
            </a:r>
            <a:r>
              <a:rPr lang="en-US" altLang="zh-CN" sz="1400" b="1" dirty="0">
                <a:solidFill>
                  <a:schemeClr val="tx1"/>
                </a:solidFill>
              </a:rPr>
              <a:t>;					  (7)</a:t>
            </a:r>
          </a:p>
          <a:p>
            <a:pPr marL="0" indent="456971">
              <a:lnSpc>
                <a:spcPct val="125000"/>
              </a:lnSpc>
              <a:spcBef>
                <a:spcPts val="0"/>
              </a:spcBef>
              <a:buClr>
                <a:schemeClr val="tx2">
                  <a:lumMod val="75000"/>
                </a:schemeClr>
              </a:buClr>
              <a:buNone/>
            </a:pPr>
            <a:r>
              <a:rPr lang="en-US" altLang="zh-CN" sz="1400" b="1" dirty="0">
                <a:solidFill>
                  <a:schemeClr val="tx1"/>
                </a:solidFill>
              </a:rPr>
              <a:t> }</a:t>
            </a:r>
          </a:p>
        </p:txBody>
      </p:sp>
      <p:sp>
        <p:nvSpPr>
          <p:cNvPr id="9" name="矩形 8">
            <a:extLst>
              <a:ext uri="{FF2B5EF4-FFF2-40B4-BE49-F238E27FC236}">
                <a16:creationId xmlns:a16="http://schemas.microsoft.com/office/drawing/2014/main" id="{ADFA951A-978E-4E8D-A85A-85B6177AC588}"/>
              </a:ext>
            </a:extLst>
          </p:cNvPr>
          <p:cNvSpPr/>
          <p:nvPr/>
        </p:nvSpPr>
        <p:spPr>
          <a:xfrm>
            <a:off x="0" y="-21316"/>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smtClean="0">
                <a:cs typeface="+mn-ea"/>
                <a:sym typeface="+mn-lt"/>
              </a:rPr>
              <a:t>3.2</a:t>
            </a:r>
            <a:r>
              <a:rPr lang="zh-CN" altLang="en-US" sz="2800" b="1" dirty="0" smtClean="0">
                <a:cs typeface="+mn-ea"/>
                <a:sym typeface="+mn-lt"/>
              </a:rPr>
              <a:t>创建单任务</a:t>
            </a:r>
            <a:endParaRPr lang="zh-CN" altLang="en-US" sz="2800" b="1" dirty="0">
              <a:solidFill>
                <a:schemeClr val="bg1"/>
              </a:solidFill>
              <a:cs typeface="+mn-ea"/>
              <a:sym typeface="+mn-lt"/>
            </a:endParaRPr>
          </a:p>
        </p:txBody>
      </p:sp>
      <p:sp>
        <p:nvSpPr>
          <p:cNvPr id="10"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
        <p:nvSpPr>
          <p:cNvPr id="2" name="Rectangle 1"/>
          <p:cNvSpPr>
            <a:spLocks noChangeArrowheads="1"/>
          </p:cNvSpPr>
          <p:nvPr/>
        </p:nvSpPr>
        <p:spPr bwMode="auto">
          <a:xfrm>
            <a:off x="724838" y="4883015"/>
            <a:ext cx="2585367" cy="11079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b="1" i="0" u="none" strike="noStrike" cap="none" normalizeH="0" baseline="0" dirty="0" smtClean="0">
                <a:ln>
                  <a:noFill/>
                </a:ln>
                <a:solidFill>
                  <a:srgbClr val="FF0000"/>
                </a:solidFill>
                <a:effectLst/>
                <a:latin typeface="+mn-ea"/>
              </a:rPr>
              <a:t>TSK_INIT_PARAM_S </a:t>
            </a:r>
            <a:r>
              <a:rPr kumimoji="0" lang="zh-CN" altLang="zh-CN" i="0" u="none" strike="noStrike" cap="none" normalizeH="0" baseline="0" dirty="0" smtClean="0">
                <a:ln>
                  <a:noFill/>
                </a:ln>
                <a:effectLst/>
                <a:latin typeface="+mn-ea"/>
              </a:rPr>
              <a:t>是任务创建时的初始化参数结构体</a:t>
            </a:r>
            <a:r>
              <a:rPr kumimoji="0" lang="zh-CN" altLang="en-US" i="0" u="none" strike="noStrike" cap="none" normalizeH="0" baseline="0" dirty="0" smtClean="0">
                <a:ln>
                  <a:noFill/>
                </a:ln>
                <a:effectLst/>
                <a:latin typeface="+mn-ea"/>
              </a:rPr>
              <a:t>，与任务控制块结构体不同</a:t>
            </a:r>
            <a:r>
              <a:rPr kumimoji="0" lang="zh-CN" altLang="zh-CN" i="0" u="none" strike="noStrike" cap="none" normalizeH="0" baseline="0" dirty="0" smtClean="0">
                <a:ln>
                  <a:noFill/>
                </a:ln>
                <a:effectLst/>
                <a:latin typeface="+mn-ea"/>
              </a:rPr>
              <a:t> </a:t>
            </a:r>
          </a:p>
        </p:txBody>
      </p:sp>
    </p:spTree>
    <p:extLst>
      <p:ext uri="{BB962C8B-B14F-4D97-AF65-F5344CB8AC3E}">
        <p14:creationId xmlns:p14="http://schemas.microsoft.com/office/powerpoint/2010/main" val="188126333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31654" y="1572617"/>
            <a:ext cx="11652531" cy="21050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9" name="内容占位符 2"/>
          <p:cNvSpPr>
            <a:spLocks noGrp="1"/>
          </p:cNvSpPr>
          <p:nvPr>
            <p:ph idx="1"/>
          </p:nvPr>
        </p:nvSpPr>
        <p:spPr>
          <a:xfrm>
            <a:off x="383975" y="991871"/>
            <a:ext cx="9407725" cy="533122"/>
          </a:xfrm>
        </p:spPr>
        <p:txBody>
          <a:bodyPr>
            <a:normAutofit/>
          </a:bodyPr>
          <a:lstStyle/>
          <a:p>
            <a:pPr marL="0" indent="266700">
              <a:lnSpc>
                <a:spcPct val="135000"/>
              </a:lnSpc>
              <a:buClr>
                <a:schemeClr val="tx2">
                  <a:lumMod val="75000"/>
                </a:schemeClr>
              </a:buClr>
              <a:buNone/>
            </a:pPr>
            <a:r>
              <a:rPr lang="zh-CN" altLang="en-US" sz="2000" b="1" dirty="0"/>
              <a:t>创建具体任务</a:t>
            </a:r>
          </a:p>
        </p:txBody>
      </p:sp>
      <p:sp>
        <p:nvSpPr>
          <p:cNvPr id="170" name="内容占位符 2"/>
          <p:cNvSpPr>
            <a:spLocks noGrp="1"/>
          </p:cNvSpPr>
          <p:nvPr>
            <p:ph idx="1"/>
          </p:nvPr>
        </p:nvSpPr>
        <p:spPr>
          <a:xfrm>
            <a:off x="269735" y="1830749"/>
            <a:ext cx="11652530" cy="3960337"/>
          </a:xfrm>
        </p:spPr>
        <p:txBody>
          <a:bodyPr>
            <a:noAutofit/>
          </a:bodyPr>
          <a:lstStyle/>
          <a:p>
            <a:pPr marL="0" indent="456971">
              <a:lnSpc>
                <a:spcPct val="125000"/>
              </a:lnSpc>
              <a:spcBef>
                <a:spcPts val="0"/>
              </a:spcBef>
              <a:buClr>
                <a:schemeClr val="tx2">
                  <a:lumMod val="75000"/>
                </a:schemeClr>
              </a:buClr>
              <a:buNone/>
            </a:pPr>
            <a:r>
              <a:rPr lang="zh-CN" altLang="en-US" sz="1599" b="1" dirty="0"/>
              <a:t>代码清单</a:t>
            </a:r>
            <a:r>
              <a:rPr lang="en-US" altLang="zh-CN" sz="1599" b="1" dirty="0"/>
              <a:t>3~7</a:t>
            </a:r>
            <a:r>
              <a:rPr lang="zh-CN" altLang="en-US" sz="1599" b="1" dirty="0"/>
              <a:t>（</a:t>
            </a:r>
            <a:r>
              <a:rPr lang="en-US" altLang="zh-CN" sz="1599" b="1" dirty="0"/>
              <a:t>1</a:t>
            </a:r>
            <a:r>
              <a:rPr lang="zh-CN" altLang="en-US" sz="1599" b="1" dirty="0"/>
              <a:t>）：定义一个局部的</a:t>
            </a:r>
            <a:r>
              <a:rPr lang="zh-CN" altLang="en-US" sz="1599" b="1" dirty="0">
                <a:solidFill>
                  <a:srgbClr val="C00000"/>
                </a:solidFill>
              </a:rPr>
              <a:t>任务参数结构体变量</a:t>
            </a:r>
            <a:r>
              <a:rPr lang="zh-CN" altLang="en-US" sz="1599" b="1" dirty="0"/>
              <a:t>，用于配置任务的参数，如任务优先级、任务入口函数、任务名称、任务栈大小等。</a:t>
            </a:r>
          </a:p>
          <a:p>
            <a:pPr marL="0" indent="456971">
              <a:lnSpc>
                <a:spcPct val="125000"/>
              </a:lnSpc>
              <a:spcBef>
                <a:spcPts val="0"/>
              </a:spcBef>
              <a:buClr>
                <a:schemeClr val="tx2">
                  <a:lumMod val="75000"/>
                </a:schemeClr>
              </a:buClr>
              <a:buNone/>
            </a:pPr>
            <a:r>
              <a:rPr lang="zh-CN" altLang="en-US" sz="1599" b="1" dirty="0"/>
              <a:t>代码清单</a:t>
            </a:r>
            <a:r>
              <a:rPr lang="en-US" altLang="zh-CN" sz="1599" b="1" dirty="0"/>
              <a:t>3~7</a:t>
            </a:r>
            <a:r>
              <a:rPr lang="zh-CN" altLang="en-US" sz="1599" b="1" dirty="0"/>
              <a:t>（</a:t>
            </a:r>
            <a:r>
              <a:rPr lang="en-US" altLang="zh-CN" sz="1599" b="1" dirty="0"/>
              <a:t>2</a:t>
            </a:r>
            <a:r>
              <a:rPr lang="zh-CN" altLang="en-US" sz="1599" b="1" dirty="0"/>
              <a:t>）：任务优先级范围由</a:t>
            </a:r>
            <a:r>
              <a:rPr lang="en-US" altLang="zh-CN" sz="1599" b="1" dirty="0" err="1"/>
              <a:t>target_config.h</a:t>
            </a:r>
            <a:r>
              <a:rPr lang="zh-CN" altLang="en-US" sz="1599" b="1" dirty="0"/>
              <a:t>中的宏决定，其中最高优先级为</a:t>
            </a:r>
            <a:r>
              <a:rPr lang="en-US" altLang="zh-CN" sz="1599" b="1" dirty="0">
                <a:solidFill>
                  <a:srgbClr val="C00000"/>
                </a:solidFill>
              </a:rPr>
              <a:t>LOS_TASK_ PRIORITY_HIGHEST</a:t>
            </a:r>
            <a:r>
              <a:rPr lang="zh-CN" altLang="en-US" sz="1599" b="1" dirty="0"/>
              <a:t>，最低优先级为</a:t>
            </a:r>
            <a:r>
              <a:rPr lang="en-US" altLang="zh-CN" sz="1599" b="1" dirty="0">
                <a:solidFill>
                  <a:srgbClr val="C00000"/>
                </a:solidFill>
              </a:rPr>
              <a:t>LOS_TASK_PRIORITY_LOWEST</a:t>
            </a:r>
            <a:r>
              <a:rPr lang="zh-CN" altLang="en-US" sz="1599" b="1" dirty="0"/>
              <a:t>。在</a:t>
            </a:r>
            <a:r>
              <a:rPr lang="en-US" altLang="zh-CN" sz="1599" b="1" dirty="0" err="1"/>
              <a:t>LiteOS</a:t>
            </a:r>
            <a:r>
              <a:rPr lang="zh-CN" altLang="en-US" sz="1599" b="1" dirty="0"/>
              <a:t>中，优先级数值越小，任务优先级越高，</a:t>
            </a:r>
            <a:r>
              <a:rPr lang="en-US" altLang="zh-CN" sz="1599" b="1" dirty="0"/>
              <a:t>0</a:t>
            </a:r>
            <a:r>
              <a:rPr lang="zh-CN" altLang="en-US" sz="1599" b="1" dirty="0"/>
              <a:t>代表最高优先级。</a:t>
            </a:r>
          </a:p>
          <a:p>
            <a:pPr marL="0" indent="456971">
              <a:lnSpc>
                <a:spcPct val="125000"/>
              </a:lnSpc>
              <a:spcBef>
                <a:spcPts val="0"/>
              </a:spcBef>
              <a:buClr>
                <a:schemeClr val="tx2">
                  <a:lumMod val="75000"/>
                </a:schemeClr>
              </a:buClr>
              <a:buNone/>
            </a:pPr>
            <a:r>
              <a:rPr lang="zh-CN" altLang="en-US" sz="1599" b="1" dirty="0"/>
              <a:t>代码清单</a:t>
            </a:r>
            <a:r>
              <a:rPr lang="en-US" altLang="zh-CN" sz="1599" b="1" dirty="0"/>
              <a:t>3~7</a:t>
            </a:r>
            <a:r>
              <a:rPr lang="zh-CN" altLang="en-US" sz="1599" b="1" dirty="0"/>
              <a:t>（</a:t>
            </a:r>
            <a:r>
              <a:rPr lang="en-US" altLang="zh-CN" sz="1599" b="1" dirty="0"/>
              <a:t>3</a:t>
            </a:r>
            <a:r>
              <a:rPr lang="zh-CN" altLang="en-US" sz="1599" b="1" dirty="0"/>
              <a:t>）：任务名称为</a:t>
            </a:r>
            <a:r>
              <a:rPr lang="zh-CN" altLang="en-US" sz="1599" b="1" dirty="0">
                <a:solidFill>
                  <a:srgbClr val="C00000"/>
                </a:solidFill>
              </a:rPr>
              <a:t>字符串</a:t>
            </a:r>
            <a:r>
              <a:rPr lang="zh-CN" altLang="en-US" sz="1599" b="1" dirty="0"/>
              <a:t>形式。</a:t>
            </a:r>
            <a:endParaRPr lang="en-US" altLang="zh-CN" sz="1599" b="1" dirty="0"/>
          </a:p>
          <a:p>
            <a:pPr marL="0" indent="456971">
              <a:lnSpc>
                <a:spcPct val="125000"/>
              </a:lnSpc>
              <a:spcBef>
                <a:spcPts val="0"/>
              </a:spcBef>
              <a:buClr>
                <a:schemeClr val="tx2">
                  <a:lumMod val="75000"/>
                </a:schemeClr>
              </a:buClr>
              <a:buNone/>
            </a:pPr>
            <a:r>
              <a:rPr lang="zh-CN" altLang="en-US" sz="1599" b="1" dirty="0"/>
              <a:t>代码清单</a:t>
            </a:r>
            <a:r>
              <a:rPr lang="en-US" altLang="zh-CN" sz="1599" b="1" dirty="0"/>
              <a:t>3~7</a:t>
            </a:r>
            <a:r>
              <a:rPr lang="zh-CN" altLang="en-US" sz="1599" b="1" dirty="0"/>
              <a:t>（</a:t>
            </a:r>
            <a:r>
              <a:rPr lang="en-US" altLang="zh-CN" sz="1599" b="1" dirty="0"/>
              <a:t>4</a:t>
            </a:r>
            <a:r>
              <a:rPr lang="zh-CN" altLang="en-US" sz="1599" b="1" dirty="0"/>
              <a:t>）：任务入口函数即任务的具体</a:t>
            </a:r>
            <a:r>
              <a:rPr lang="zh-CN" altLang="en-US" sz="1599" b="1" dirty="0">
                <a:solidFill>
                  <a:srgbClr val="C00000"/>
                </a:solidFill>
              </a:rPr>
              <a:t>实现函数</a:t>
            </a:r>
            <a:r>
              <a:rPr lang="zh-CN" altLang="en-US" sz="1599" b="1" dirty="0"/>
              <a:t>。</a:t>
            </a:r>
            <a:endParaRPr lang="en-US" altLang="zh-CN" sz="1599" b="1" dirty="0"/>
          </a:p>
          <a:p>
            <a:pPr marL="0" indent="456971">
              <a:lnSpc>
                <a:spcPct val="125000"/>
              </a:lnSpc>
              <a:spcBef>
                <a:spcPts val="0"/>
              </a:spcBef>
              <a:buClr>
                <a:schemeClr val="tx2">
                  <a:lumMod val="75000"/>
                </a:schemeClr>
              </a:buClr>
              <a:buNone/>
            </a:pPr>
            <a:r>
              <a:rPr lang="zh-CN" altLang="en-US" sz="1599" b="1" dirty="0"/>
              <a:t>代码清单</a:t>
            </a:r>
            <a:r>
              <a:rPr lang="en-US" altLang="zh-CN" sz="1599" b="1" dirty="0"/>
              <a:t>3~7</a:t>
            </a:r>
            <a:r>
              <a:rPr lang="zh-CN" altLang="en-US" sz="1599" b="1" dirty="0"/>
              <a:t>（</a:t>
            </a:r>
            <a:r>
              <a:rPr lang="en-US" altLang="zh-CN" sz="1599" b="1" dirty="0"/>
              <a:t>5</a:t>
            </a:r>
            <a:r>
              <a:rPr lang="zh-CN" altLang="en-US" sz="1599" b="1" dirty="0"/>
              <a:t>）：任务栈大小单位为字节。</a:t>
            </a:r>
            <a:endParaRPr lang="en-US" altLang="zh-CN" sz="1599" b="1" dirty="0"/>
          </a:p>
          <a:p>
            <a:pPr marL="0" indent="456971">
              <a:lnSpc>
                <a:spcPct val="125000"/>
              </a:lnSpc>
              <a:spcBef>
                <a:spcPts val="0"/>
              </a:spcBef>
              <a:buClr>
                <a:schemeClr val="tx2">
                  <a:lumMod val="75000"/>
                </a:schemeClr>
              </a:buClr>
              <a:buNone/>
            </a:pPr>
            <a:r>
              <a:rPr lang="zh-CN" altLang="en-US" sz="1599" b="1" dirty="0"/>
              <a:t>代码清单</a:t>
            </a:r>
            <a:r>
              <a:rPr lang="en-US" altLang="zh-CN" sz="1599" b="1" dirty="0"/>
              <a:t>3~7</a:t>
            </a:r>
            <a:r>
              <a:rPr lang="zh-CN" altLang="en-US" sz="1599" b="1" dirty="0"/>
              <a:t>（</a:t>
            </a:r>
            <a:r>
              <a:rPr lang="en-US" altLang="zh-CN" sz="1599" b="1" dirty="0"/>
              <a:t>6</a:t>
            </a:r>
            <a:r>
              <a:rPr lang="zh-CN" altLang="en-US" sz="1599" b="1" dirty="0"/>
              <a:t>）：使用</a:t>
            </a:r>
            <a:r>
              <a:rPr lang="en-US" altLang="zh-CN" sz="1599" b="1" dirty="0" err="1">
                <a:solidFill>
                  <a:srgbClr val="C00000"/>
                </a:solidFill>
              </a:rPr>
              <a:t>LOS_TaskCreate</a:t>
            </a:r>
            <a:r>
              <a:rPr lang="zh-CN" altLang="en-US" sz="1599" b="1" dirty="0"/>
              <a:t>函数创建一个任务需要传递用户定义的任务</a:t>
            </a:r>
            <a:r>
              <a:rPr lang="en-US" altLang="zh-CN" sz="1599" b="1" dirty="0"/>
              <a:t>ID</a:t>
            </a:r>
            <a:r>
              <a:rPr lang="zh-CN" altLang="en-US" sz="1599" b="1" dirty="0"/>
              <a:t>变量</a:t>
            </a:r>
            <a:r>
              <a:rPr lang="en-US" altLang="zh-CN" sz="1599" b="1" dirty="0"/>
              <a:t>Test1_Task_Handle</a:t>
            </a:r>
            <a:r>
              <a:rPr lang="zh-CN" altLang="en-US" sz="1599" b="1" dirty="0"/>
              <a:t>的地址，在创建任务完成后，系统将返回一个任务</a:t>
            </a:r>
            <a:r>
              <a:rPr lang="en-US" altLang="zh-CN" sz="1599" b="1" dirty="0"/>
              <a:t>ID</a:t>
            </a:r>
            <a:r>
              <a:rPr lang="zh-CN" altLang="en-US" sz="1599" b="1" dirty="0"/>
              <a:t>，任务参数结构体</a:t>
            </a:r>
            <a:r>
              <a:rPr lang="en-US" altLang="zh-CN" sz="1599" b="1" dirty="0" err="1"/>
              <a:t>task_init_param</a:t>
            </a:r>
            <a:r>
              <a:rPr lang="zh-CN" altLang="en-US" sz="1599" b="1" dirty="0"/>
              <a:t>配置的参数作为创建任务所需的参数使用。</a:t>
            </a:r>
          </a:p>
          <a:p>
            <a:pPr marL="0" indent="456971">
              <a:lnSpc>
                <a:spcPct val="125000"/>
              </a:lnSpc>
              <a:spcBef>
                <a:spcPts val="0"/>
              </a:spcBef>
              <a:buClr>
                <a:schemeClr val="tx2">
                  <a:lumMod val="75000"/>
                </a:schemeClr>
              </a:buClr>
              <a:buNone/>
            </a:pPr>
            <a:r>
              <a:rPr lang="zh-CN" altLang="en-US" sz="1599" b="1" dirty="0"/>
              <a:t>代码清单</a:t>
            </a:r>
            <a:r>
              <a:rPr lang="en-US" altLang="zh-CN" sz="1599" b="1" dirty="0"/>
              <a:t>3~7</a:t>
            </a:r>
            <a:r>
              <a:rPr lang="zh-CN" altLang="en-US" sz="1599" b="1" dirty="0"/>
              <a:t>（</a:t>
            </a:r>
            <a:r>
              <a:rPr lang="en-US" altLang="zh-CN" sz="1599" b="1" dirty="0"/>
              <a:t>7</a:t>
            </a:r>
            <a:r>
              <a:rPr lang="zh-CN" altLang="en-US" sz="1599" b="1" dirty="0"/>
              <a:t>）：返回任务创建的结果，如果是</a:t>
            </a:r>
            <a:r>
              <a:rPr lang="en-US" altLang="zh-CN" sz="1599" b="1" dirty="0">
                <a:solidFill>
                  <a:srgbClr val="C00000"/>
                </a:solidFill>
              </a:rPr>
              <a:t>LOS_OK</a:t>
            </a:r>
            <a:r>
              <a:rPr lang="zh-CN" altLang="en-US" sz="1599" b="1" dirty="0">
                <a:solidFill>
                  <a:srgbClr val="C00000"/>
                </a:solidFill>
              </a:rPr>
              <a:t>，则表示任务创建成功</a:t>
            </a:r>
            <a:r>
              <a:rPr lang="zh-CN" altLang="en-US" sz="1599" b="1" dirty="0"/>
              <a:t>，否则表示任务创建失败，并且返回错误代码</a:t>
            </a:r>
            <a:r>
              <a:rPr lang="zh-CN" altLang="en-US" sz="1599" b="1" dirty="0" smtClean="0"/>
              <a:t>。</a:t>
            </a:r>
            <a:endParaRPr lang="zh-CN" altLang="en-US" sz="1599" b="1" dirty="0"/>
          </a:p>
        </p:txBody>
      </p:sp>
      <p:sp>
        <p:nvSpPr>
          <p:cNvPr id="9" name="矩形 8"/>
          <p:cNvSpPr/>
          <p:nvPr/>
        </p:nvSpPr>
        <p:spPr>
          <a:xfrm>
            <a:off x="231654" y="6243172"/>
            <a:ext cx="11652531" cy="21050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8" name="矩形 7">
            <a:extLst>
              <a:ext uri="{FF2B5EF4-FFF2-40B4-BE49-F238E27FC236}">
                <a16:creationId xmlns:a16="http://schemas.microsoft.com/office/drawing/2014/main" id="{ADFA951A-978E-4E8D-A85A-85B6177AC588}"/>
              </a:ext>
            </a:extLst>
          </p:cNvPr>
          <p:cNvSpPr/>
          <p:nvPr/>
        </p:nvSpPr>
        <p:spPr>
          <a:xfrm>
            <a:off x="0" y="-21316"/>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smtClean="0">
                <a:cs typeface="+mn-ea"/>
                <a:sym typeface="+mn-lt"/>
              </a:rPr>
              <a:t>3.2</a:t>
            </a:r>
            <a:r>
              <a:rPr lang="zh-CN" altLang="en-US" sz="2800" b="1" dirty="0" smtClean="0">
                <a:cs typeface="+mn-ea"/>
                <a:sym typeface="+mn-lt"/>
              </a:rPr>
              <a:t>创建单任务</a:t>
            </a:r>
            <a:endParaRPr lang="zh-CN" altLang="en-US" sz="2800" b="1" dirty="0">
              <a:solidFill>
                <a:schemeClr val="bg1"/>
              </a:solidFill>
              <a:cs typeface="+mn-ea"/>
              <a:sym typeface="+mn-lt"/>
            </a:endParaRPr>
          </a:p>
        </p:txBody>
      </p:sp>
      <p:sp>
        <p:nvSpPr>
          <p:cNvPr id="10"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Tree>
    <p:extLst>
      <p:ext uri="{BB962C8B-B14F-4D97-AF65-F5344CB8AC3E}">
        <p14:creationId xmlns:p14="http://schemas.microsoft.com/office/powerpoint/2010/main" val="186585461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矩形 28"/>
          <p:cNvSpPr/>
          <p:nvPr/>
        </p:nvSpPr>
        <p:spPr>
          <a:xfrm>
            <a:off x="4953595" y="3516802"/>
            <a:ext cx="3046413" cy="369161"/>
          </a:xfrm>
          <a:prstGeom prst="rect">
            <a:avLst/>
          </a:prstGeom>
          <a:solidFill>
            <a:srgbClr val="92D05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7" name="TextBox 1"/>
          <p:cNvSpPr txBox="1"/>
          <p:nvPr/>
        </p:nvSpPr>
        <p:spPr>
          <a:xfrm>
            <a:off x="5130800" y="2777255"/>
            <a:ext cx="1634212" cy="369161"/>
          </a:xfrm>
          <a:prstGeom prst="rect">
            <a:avLst/>
          </a:prstGeom>
          <a:noFill/>
        </p:spPr>
        <p:txBody>
          <a:bodyPr wrap="none" lIns="0" tIns="0" rIns="0" bIns="60949" rtlCol="0">
            <a:spAutoFit/>
          </a:bodyPr>
          <a:lstStyle/>
          <a:p>
            <a:pPr>
              <a:lnSpc>
                <a:spcPts val="2400"/>
              </a:lnSpc>
            </a:pPr>
            <a:r>
              <a:rPr lang="en-US" altLang="zh-CN" sz="1899" dirty="0">
                <a:solidFill>
                  <a:srgbClr val="656D8D"/>
                </a:solidFill>
                <a:latin typeface="Microsoft YaHei UI" pitchFamily="18" charset="0"/>
                <a:cs typeface="Microsoft YaHei UI" pitchFamily="18" charset="0"/>
              </a:rPr>
              <a:t>3.2 </a:t>
            </a:r>
            <a:r>
              <a:rPr lang="zh-CN" altLang="en-US" sz="1899" dirty="0">
                <a:solidFill>
                  <a:srgbClr val="656D8D"/>
                </a:solidFill>
                <a:latin typeface="Microsoft YaHei UI" pitchFamily="18" charset="0"/>
                <a:cs typeface="Microsoft YaHei UI" pitchFamily="18" charset="0"/>
              </a:rPr>
              <a:t>创建单任务</a:t>
            </a:r>
          </a:p>
        </p:txBody>
      </p:sp>
      <p:sp>
        <p:nvSpPr>
          <p:cNvPr id="18" name="TextBox 1"/>
          <p:cNvSpPr txBox="1"/>
          <p:nvPr/>
        </p:nvSpPr>
        <p:spPr>
          <a:xfrm>
            <a:off x="5130800" y="2069755"/>
            <a:ext cx="1634212" cy="369161"/>
          </a:xfrm>
          <a:prstGeom prst="rect">
            <a:avLst/>
          </a:prstGeom>
          <a:noFill/>
        </p:spPr>
        <p:txBody>
          <a:bodyPr wrap="none" lIns="0" tIns="0" rIns="0" bIns="60949" rtlCol="0">
            <a:spAutoFit/>
          </a:bodyPr>
          <a:lstStyle/>
          <a:p>
            <a:pPr>
              <a:lnSpc>
                <a:spcPts val="2400"/>
              </a:lnSpc>
            </a:pPr>
            <a:r>
              <a:rPr lang="en-US" altLang="zh-CN" sz="1899" dirty="0">
                <a:solidFill>
                  <a:srgbClr val="656D8D"/>
                </a:solidFill>
                <a:latin typeface="Microsoft YaHei UI" pitchFamily="18" charset="0"/>
                <a:cs typeface="Microsoft YaHei UI" pitchFamily="18" charset="0"/>
              </a:rPr>
              <a:t>3.1 </a:t>
            </a:r>
            <a:r>
              <a:rPr lang="zh-CN" altLang="en-US" sz="1899" dirty="0">
                <a:solidFill>
                  <a:srgbClr val="656D8D"/>
                </a:solidFill>
                <a:latin typeface="Microsoft YaHei UI" pitchFamily="18" charset="0"/>
                <a:cs typeface="Microsoft YaHei UI" pitchFamily="18" charset="0"/>
              </a:rPr>
              <a:t>硬件初始化</a:t>
            </a:r>
          </a:p>
        </p:txBody>
      </p:sp>
      <p:sp>
        <p:nvSpPr>
          <p:cNvPr id="47" name="TextBox 1"/>
          <p:cNvSpPr txBox="1"/>
          <p:nvPr/>
        </p:nvSpPr>
        <p:spPr>
          <a:xfrm>
            <a:off x="5130800" y="3534098"/>
            <a:ext cx="2707665" cy="369161"/>
          </a:xfrm>
          <a:prstGeom prst="rect">
            <a:avLst/>
          </a:prstGeom>
          <a:noFill/>
        </p:spPr>
        <p:txBody>
          <a:bodyPr wrap="none" lIns="0" tIns="0" rIns="0" bIns="60949" rtlCol="0">
            <a:spAutoFit/>
          </a:bodyPr>
          <a:lstStyle/>
          <a:p>
            <a:pPr>
              <a:lnSpc>
                <a:spcPts val="2400"/>
              </a:lnSpc>
            </a:pPr>
            <a:r>
              <a:rPr lang="en-US" altLang="zh-CN" sz="1899" dirty="0">
                <a:solidFill>
                  <a:schemeClr val="bg1"/>
                </a:solidFill>
                <a:latin typeface="Microsoft YaHei UI" pitchFamily="18" charset="0"/>
                <a:cs typeface="Microsoft YaHei UI" pitchFamily="18" charset="0"/>
              </a:rPr>
              <a:t>3.3 </a:t>
            </a:r>
            <a:r>
              <a:rPr lang="en-US" altLang="zh-CN" sz="1899" dirty="0" err="1">
                <a:solidFill>
                  <a:schemeClr val="bg1"/>
                </a:solidFill>
                <a:latin typeface="Microsoft YaHei UI" pitchFamily="18" charset="0"/>
                <a:cs typeface="Microsoft YaHei UI" pitchFamily="18" charset="0"/>
              </a:rPr>
              <a:t>main.c</a:t>
            </a:r>
            <a:r>
              <a:rPr lang="en-US" altLang="zh-CN" sz="1899" dirty="0">
                <a:solidFill>
                  <a:schemeClr val="bg1"/>
                </a:solidFill>
                <a:latin typeface="Microsoft YaHei UI" pitchFamily="18" charset="0"/>
                <a:cs typeface="Microsoft YaHei UI" pitchFamily="18" charset="0"/>
              </a:rPr>
              <a:t> </a:t>
            </a:r>
            <a:r>
              <a:rPr lang="zh-CN" altLang="en-US" sz="1899" dirty="0">
                <a:solidFill>
                  <a:schemeClr val="bg1"/>
                </a:solidFill>
                <a:latin typeface="Microsoft YaHei UI" pitchFamily="18" charset="0"/>
                <a:cs typeface="Microsoft YaHei UI" pitchFamily="18" charset="0"/>
              </a:rPr>
              <a:t>文件内容全貌</a:t>
            </a:r>
          </a:p>
        </p:txBody>
      </p:sp>
      <p:sp>
        <p:nvSpPr>
          <p:cNvPr id="48" name="TextBox 1"/>
          <p:cNvSpPr txBox="1"/>
          <p:nvPr/>
        </p:nvSpPr>
        <p:spPr>
          <a:xfrm>
            <a:off x="5130800" y="4265041"/>
            <a:ext cx="1634212" cy="369161"/>
          </a:xfrm>
          <a:prstGeom prst="rect">
            <a:avLst/>
          </a:prstGeom>
          <a:noFill/>
        </p:spPr>
        <p:txBody>
          <a:bodyPr wrap="none" lIns="0" tIns="0" rIns="0" bIns="60949" rtlCol="0">
            <a:spAutoFit/>
          </a:bodyPr>
          <a:lstStyle/>
          <a:p>
            <a:pPr>
              <a:lnSpc>
                <a:spcPts val="2400"/>
              </a:lnSpc>
            </a:pPr>
            <a:r>
              <a:rPr lang="en-US" altLang="zh-CN" sz="1899" dirty="0">
                <a:solidFill>
                  <a:srgbClr val="656D8D"/>
                </a:solidFill>
                <a:latin typeface="Microsoft YaHei UI" pitchFamily="18" charset="0"/>
                <a:cs typeface="Microsoft YaHei UI" pitchFamily="18" charset="0"/>
              </a:rPr>
              <a:t>3.4 </a:t>
            </a:r>
            <a:r>
              <a:rPr lang="zh-CN" altLang="en-US" sz="1899" dirty="0">
                <a:solidFill>
                  <a:srgbClr val="656D8D"/>
                </a:solidFill>
                <a:latin typeface="Microsoft YaHei UI" pitchFamily="18" charset="0"/>
                <a:cs typeface="Microsoft YaHei UI" pitchFamily="18" charset="0"/>
              </a:rPr>
              <a:t>创建多任务</a:t>
            </a:r>
          </a:p>
        </p:txBody>
      </p:sp>
      <p:sp>
        <p:nvSpPr>
          <p:cNvPr id="51" name="Freeform 3"/>
          <p:cNvSpPr/>
          <p:nvPr/>
        </p:nvSpPr>
        <p:spPr>
          <a:xfrm>
            <a:off x="4697645" y="1643049"/>
            <a:ext cx="79587" cy="3603417"/>
          </a:xfrm>
          <a:custGeom>
            <a:avLst/>
            <a:gdLst>
              <a:gd name="connsiteX0" fmla="*/ 6350 w 21844"/>
              <a:gd name="connsiteY0" fmla="*/ 6350 h 879855"/>
              <a:gd name="connsiteX1" fmla="*/ 6350 w 21844"/>
              <a:gd name="connsiteY1" fmla="*/ 873506 h 879855"/>
            </a:gdLst>
            <a:ahLst/>
            <a:cxnLst>
              <a:cxn ang="0">
                <a:pos x="connsiteX0" y="connsiteY0"/>
              </a:cxn>
              <a:cxn ang="1">
                <a:pos x="connsiteX1" y="connsiteY1"/>
              </a:cxn>
            </a:cxnLst>
            <a:rect l="l" t="t" r="r" b="b"/>
            <a:pathLst>
              <a:path w="21844" h="879855">
                <a:moveTo>
                  <a:pt x="6350" y="6350"/>
                </a:moveTo>
                <a:lnTo>
                  <a:pt x="6350" y="873506"/>
                </a:lnTo>
              </a:path>
            </a:pathLst>
          </a:custGeom>
          <a:ln w="12700">
            <a:solidFill>
              <a:srgbClr val="A4B3D8"/>
            </a:solidFill>
            <a:prstDash val="solid"/>
          </a:ln>
        </p:spPr>
        <p:style>
          <a:lnRef idx="1">
            <a:schemeClr val="accent1"/>
          </a:lnRef>
          <a:fillRef idx="0">
            <a:schemeClr val="accent1"/>
          </a:fillRef>
          <a:effectRef idx="0">
            <a:schemeClr val="accent1"/>
          </a:effectRef>
          <a:fontRef idx="minor">
            <a:schemeClr val="tx1"/>
          </a:fontRef>
        </p:style>
        <p:txBody>
          <a:bodyPr lIns="121900" tIns="60949" rIns="121900" bIns="60949" rtlCol="0" anchor="ctr"/>
          <a:lstStyle/>
          <a:p>
            <a:pPr algn="ctr"/>
            <a:endParaRPr lang="zh-CN" altLang="en-US" sz="1799"/>
          </a:p>
        </p:txBody>
      </p:sp>
      <p:sp>
        <p:nvSpPr>
          <p:cNvPr id="52" name="Freeform 3"/>
          <p:cNvSpPr/>
          <p:nvPr/>
        </p:nvSpPr>
        <p:spPr>
          <a:xfrm>
            <a:off x="4634992" y="2158352"/>
            <a:ext cx="142240" cy="142198"/>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00" tIns="60949" rIns="121900" bIns="60949" rtlCol="0" anchor="ctr"/>
          <a:lstStyle/>
          <a:p>
            <a:pPr algn="ctr"/>
            <a:endParaRPr lang="zh-CN" altLang="en-US" sz="1799"/>
          </a:p>
        </p:txBody>
      </p:sp>
      <p:sp>
        <p:nvSpPr>
          <p:cNvPr id="7" name="Freeform 3"/>
          <p:cNvSpPr/>
          <p:nvPr/>
        </p:nvSpPr>
        <p:spPr>
          <a:xfrm>
            <a:off x="4634992" y="2886542"/>
            <a:ext cx="142240" cy="142198"/>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00" tIns="60949" rIns="121900" bIns="60949" rtlCol="0" anchor="ctr"/>
          <a:lstStyle/>
          <a:p>
            <a:pPr algn="ctr"/>
            <a:endParaRPr lang="zh-CN" altLang="en-US" sz="1799"/>
          </a:p>
        </p:txBody>
      </p:sp>
      <p:sp>
        <p:nvSpPr>
          <p:cNvPr id="53" name="Freeform 3"/>
          <p:cNvSpPr/>
          <p:nvPr/>
        </p:nvSpPr>
        <p:spPr>
          <a:xfrm>
            <a:off x="4634992" y="3614733"/>
            <a:ext cx="142240" cy="142198"/>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00" tIns="60949" rIns="121900" bIns="60949" rtlCol="0" anchor="ctr"/>
          <a:lstStyle/>
          <a:p>
            <a:pPr algn="ctr"/>
            <a:endParaRPr lang="zh-CN" altLang="en-US" sz="1799"/>
          </a:p>
        </p:txBody>
      </p:sp>
      <p:sp>
        <p:nvSpPr>
          <p:cNvPr id="54" name="Freeform 3"/>
          <p:cNvSpPr/>
          <p:nvPr/>
        </p:nvSpPr>
        <p:spPr>
          <a:xfrm>
            <a:off x="4634992" y="4342924"/>
            <a:ext cx="142240" cy="142198"/>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00" tIns="60949" rIns="121900" bIns="60949" rtlCol="0" anchor="ctr"/>
          <a:lstStyle/>
          <a:p>
            <a:pPr algn="ctr"/>
            <a:endParaRPr lang="zh-CN" altLang="en-US" sz="1799"/>
          </a:p>
        </p:txBody>
      </p:sp>
      <p:sp>
        <p:nvSpPr>
          <p:cNvPr id="12" name="TextBox 1"/>
          <p:cNvSpPr txBox="1"/>
          <p:nvPr/>
        </p:nvSpPr>
        <p:spPr>
          <a:xfrm>
            <a:off x="5130800" y="4895763"/>
            <a:ext cx="2462085" cy="369161"/>
          </a:xfrm>
          <a:prstGeom prst="rect">
            <a:avLst/>
          </a:prstGeom>
          <a:noFill/>
        </p:spPr>
        <p:txBody>
          <a:bodyPr wrap="none" lIns="0" tIns="0" rIns="0" bIns="60949" rtlCol="0">
            <a:spAutoFit/>
          </a:bodyPr>
          <a:lstStyle/>
          <a:p>
            <a:pPr>
              <a:lnSpc>
                <a:spcPts val="2400"/>
              </a:lnSpc>
            </a:pPr>
            <a:r>
              <a:rPr lang="en-US" altLang="zh-CN" sz="1899" dirty="0">
                <a:solidFill>
                  <a:srgbClr val="656D8D"/>
                </a:solidFill>
                <a:latin typeface="Microsoft YaHei UI" pitchFamily="18" charset="0"/>
                <a:cs typeface="Microsoft YaHei UI" pitchFamily="18" charset="0"/>
              </a:rPr>
              <a:t>3.5 LiteOS </a:t>
            </a:r>
            <a:r>
              <a:rPr lang="zh-CN" altLang="en-US" sz="1899" dirty="0">
                <a:solidFill>
                  <a:srgbClr val="656D8D"/>
                </a:solidFill>
                <a:latin typeface="Microsoft YaHei UI" pitchFamily="18" charset="0"/>
                <a:cs typeface="Microsoft YaHei UI" pitchFamily="18" charset="0"/>
              </a:rPr>
              <a:t>的启动流程</a:t>
            </a:r>
          </a:p>
        </p:txBody>
      </p:sp>
      <p:sp>
        <p:nvSpPr>
          <p:cNvPr id="13" name="Freeform 3"/>
          <p:cNvSpPr/>
          <p:nvPr/>
        </p:nvSpPr>
        <p:spPr>
          <a:xfrm>
            <a:off x="4634992" y="4973646"/>
            <a:ext cx="142240" cy="142198"/>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00" tIns="60949" rIns="121900" bIns="60949" rtlCol="0" anchor="ctr"/>
          <a:lstStyle/>
          <a:p>
            <a:pPr algn="ctr"/>
            <a:endParaRPr lang="zh-CN" altLang="en-US" sz="1799"/>
          </a:p>
        </p:txBody>
      </p:sp>
      <p:sp>
        <p:nvSpPr>
          <p:cNvPr id="14" name="矩形 13">
            <a:extLst>
              <a:ext uri="{FF2B5EF4-FFF2-40B4-BE49-F238E27FC236}">
                <a16:creationId xmlns:a16="http://schemas.microsoft.com/office/drawing/2014/main" id="{ADFA951A-978E-4E8D-A85A-85B6177AC588}"/>
              </a:ext>
            </a:extLst>
          </p:cNvPr>
          <p:cNvSpPr/>
          <p:nvPr/>
        </p:nvSpPr>
        <p:spPr>
          <a:xfrm>
            <a:off x="0" y="-21316"/>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zh-CN" altLang="en-US" sz="2800" b="1" dirty="0" smtClean="0">
                <a:cs typeface="+mn-ea"/>
                <a:sym typeface="+mn-lt"/>
              </a:rPr>
              <a:t>学习内容</a:t>
            </a:r>
            <a:endParaRPr lang="zh-CN" altLang="en-US" sz="2800" b="1" dirty="0">
              <a:solidFill>
                <a:schemeClr val="bg1"/>
              </a:solidFill>
              <a:cs typeface="+mn-ea"/>
              <a:sym typeface="+mn-lt"/>
            </a:endParaRPr>
          </a:p>
        </p:txBody>
      </p:sp>
      <p:sp>
        <p:nvSpPr>
          <p:cNvPr id="15"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Tree>
    <p:extLst>
      <p:ext uri="{BB962C8B-B14F-4D97-AF65-F5344CB8AC3E}">
        <p14:creationId xmlns:p14="http://schemas.microsoft.com/office/powerpoint/2010/main" val="157294114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内容占位符 2"/>
          <p:cNvSpPr>
            <a:spLocks noGrp="1"/>
          </p:cNvSpPr>
          <p:nvPr>
            <p:ph idx="1"/>
          </p:nvPr>
        </p:nvSpPr>
        <p:spPr>
          <a:xfrm>
            <a:off x="383975" y="900430"/>
            <a:ext cx="11652530" cy="761603"/>
          </a:xfrm>
        </p:spPr>
        <p:txBody>
          <a:bodyPr>
            <a:noAutofit/>
          </a:bodyPr>
          <a:lstStyle/>
          <a:p>
            <a:pPr marL="0" indent="456971">
              <a:lnSpc>
                <a:spcPct val="130000"/>
              </a:lnSpc>
              <a:buClr>
                <a:schemeClr val="tx2">
                  <a:lumMod val="75000"/>
                </a:schemeClr>
              </a:buClr>
              <a:buNone/>
            </a:pPr>
            <a:r>
              <a:rPr lang="zh-CN" altLang="en-US" dirty="0"/>
              <a:t>把任务主体、任务</a:t>
            </a:r>
            <a:r>
              <a:rPr lang="en-US" altLang="zh-CN" dirty="0"/>
              <a:t>ID</a:t>
            </a:r>
            <a:r>
              <a:rPr lang="zh-CN" altLang="en-US" dirty="0"/>
              <a:t>变量、任务控制块这三部分的代码统一放到</a:t>
            </a:r>
            <a:r>
              <a:rPr lang="en-US" altLang="zh-CN" dirty="0" err="1"/>
              <a:t>main.c</a:t>
            </a:r>
            <a:r>
              <a:rPr lang="zh-CN" altLang="en-US" dirty="0"/>
              <a:t>中，就能组成一个系统可以运行的任务，并且可以使用串口输出调试信息以便观察，如代码</a:t>
            </a:r>
            <a:r>
              <a:rPr lang="zh-CN" altLang="en-US" dirty="0" smtClean="0"/>
              <a:t>清单所</a:t>
            </a:r>
            <a:r>
              <a:rPr lang="zh-CN" altLang="en-US" dirty="0"/>
              <a:t>示。</a:t>
            </a:r>
          </a:p>
        </p:txBody>
      </p:sp>
      <p:sp>
        <p:nvSpPr>
          <p:cNvPr id="10" name="矩形 9"/>
          <p:cNvSpPr/>
          <p:nvPr/>
        </p:nvSpPr>
        <p:spPr>
          <a:xfrm>
            <a:off x="1" y="1636776"/>
            <a:ext cx="12191999" cy="50754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1" name="内容占位符 2"/>
          <p:cNvSpPr>
            <a:spLocks noGrp="1"/>
          </p:cNvSpPr>
          <p:nvPr>
            <p:ph idx="1"/>
          </p:nvPr>
        </p:nvSpPr>
        <p:spPr>
          <a:xfrm>
            <a:off x="155498" y="1860185"/>
            <a:ext cx="5102742" cy="4628604"/>
          </a:xfrm>
        </p:spPr>
        <p:txBody>
          <a:bodyPr>
            <a:noAutofit/>
          </a:bodyPr>
          <a:lstStyle/>
          <a:p>
            <a:pPr marL="0" indent="456971">
              <a:lnSpc>
                <a:spcPct val="125000"/>
              </a:lnSpc>
              <a:spcBef>
                <a:spcPts val="0"/>
              </a:spcBef>
              <a:buClr>
                <a:schemeClr val="tx2">
                  <a:lumMod val="75000"/>
                </a:schemeClr>
              </a:buClr>
              <a:buNone/>
            </a:pPr>
            <a:r>
              <a:rPr lang="en-US" altLang="zh-CN" sz="1199" dirty="0"/>
              <a:t>  </a:t>
            </a:r>
            <a:r>
              <a:rPr lang="en-US" altLang="zh-CN" sz="1400" b="1" dirty="0" smtClean="0">
                <a:solidFill>
                  <a:schemeClr val="tx1"/>
                </a:solidFill>
              </a:rPr>
              <a:t>/***********************************************</a:t>
            </a:r>
            <a:endParaRPr lang="en-US" altLang="zh-CN" sz="1400" b="1" dirty="0">
              <a:solidFill>
                <a:schemeClr val="tx1"/>
              </a:solidFill>
            </a:endParaRPr>
          </a:p>
          <a:p>
            <a:pPr marL="0" indent="456971">
              <a:lnSpc>
                <a:spcPct val="125000"/>
              </a:lnSpc>
              <a:spcBef>
                <a:spcPts val="0"/>
              </a:spcBef>
              <a:buClr>
                <a:schemeClr val="tx2">
                  <a:lumMod val="75000"/>
                </a:schemeClr>
              </a:buClr>
              <a:buNone/>
            </a:pPr>
            <a:r>
              <a:rPr lang="en-US" altLang="zh-CN" sz="1400" b="1" dirty="0">
                <a:solidFill>
                  <a:schemeClr val="tx1"/>
                </a:solidFill>
              </a:rPr>
              <a:t>* @file    	</a:t>
            </a:r>
            <a:r>
              <a:rPr lang="en-US" altLang="zh-CN" sz="1400" b="1" dirty="0" err="1">
                <a:solidFill>
                  <a:schemeClr val="tx1"/>
                </a:solidFill>
              </a:rPr>
              <a:t>main.c</a:t>
            </a:r>
            <a:endParaRPr lang="en-US" altLang="zh-CN" sz="1400" b="1" dirty="0">
              <a:solidFill>
                <a:schemeClr val="tx1"/>
              </a:solidFill>
            </a:endParaRPr>
          </a:p>
          <a:p>
            <a:pPr marL="0" indent="456971">
              <a:lnSpc>
                <a:spcPct val="125000"/>
              </a:lnSpc>
              <a:spcBef>
                <a:spcPts val="0"/>
              </a:spcBef>
              <a:buClr>
                <a:schemeClr val="tx2">
                  <a:lumMod val="75000"/>
                </a:schemeClr>
              </a:buClr>
              <a:buNone/>
            </a:pPr>
            <a:r>
              <a:rPr lang="en-US" altLang="zh-CN" sz="1400" b="1" dirty="0">
                <a:solidFill>
                  <a:schemeClr val="tx1"/>
                </a:solidFill>
              </a:rPr>
              <a:t>* @author  	fire</a:t>
            </a:r>
          </a:p>
          <a:p>
            <a:pPr marL="0" indent="456971">
              <a:lnSpc>
                <a:spcPct val="125000"/>
              </a:lnSpc>
              <a:spcBef>
                <a:spcPts val="0"/>
              </a:spcBef>
              <a:buClr>
                <a:schemeClr val="tx2">
                  <a:lumMod val="75000"/>
                </a:schemeClr>
              </a:buClr>
              <a:buNone/>
            </a:pPr>
            <a:r>
              <a:rPr lang="en-US" altLang="zh-CN" sz="1400" b="1" dirty="0">
                <a:solidFill>
                  <a:schemeClr val="tx1"/>
                </a:solidFill>
              </a:rPr>
              <a:t>* @version 	V1.0</a:t>
            </a:r>
          </a:p>
          <a:p>
            <a:pPr marL="0" indent="456971">
              <a:lnSpc>
                <a:spcPct val="125000"/>
              </a:lnSpc>
              <a:spcBef>
                <a:spcPts val="0"/>
              </a:spcBef>
              <a:buClr>
                <a:schemeClr val="tx2">
                  <a:lumMod val="75000"/>
                </a:schemeClr>
              </a:buClr>
              <a:buNone/>
            </a:pPr>
            <a:r>
              <a:rPr lang="en-US" altLang="zh-CN" sz="1400" b="1" dirty="0">
                <a:solidFill>
                  <a:schemeClr val="tx1"/>
                </a:solidFill>
              </a:rPr>
              <a:t>* @date    	</a:t>
            </a:r>
            <a:r>
              <a:rPr lang="en-US" altLang="zh-CN" sz="1400" b="1" dirty="0" smtClean="0">
                <a:solidFill>
                  <a:schemeClr val="tx1"/>
                </a:solidFill>
              </a:rPr>
              <a:t>2023-xx-xx</a:t>
            </a:r>
            <a:endParaRPr lang="en-US" altLang="zh-CN" sz="1400" b="1" dirty="0">
              <a:solidFill>
                <a:schemeClr val="tx1"/>
              </a:solidFill>
            </a:endParaRPr>
          </a:p>
          <a:p>
            <a:pPr marL="0" indent="456971">
              <a:lnSpc>
                <a:spcPct val="125000"/>
              </a:lnSpc>
              <a:spcBef>
                <a:spcPts val="0"/>
              </a:spcBef>
              <a:buClr>
                <a:schemeClr val="tx2">
                  <a:lumMod val="75000"/>
                </a:schemeClr>
              </a:buClr>
              <a:buNone/>
            </a:pPr>
            <a:r>
              <a:rPr lang="en-US" altLang="zh-CN" sz="1400" b="1" dirty="0">
                <a:solidFill>
                  <a:schemeClr val="tx1"/>
                </a:solidFill>
              </a:rPr>
              <a:t>* @brief   	STM32</a:t>
            </a:r>
            <a:r>
              <a:rPr lang="zh-CN" altLang="en-US" sz="1400" b="1" dirty="0">
                <a:solidFill>
                  <a:schemeClr val="tx1"/>
                </a:solidFill>
              </a:rPr>
              <a:t>全系列开发板</a:t>
            </a:r>
            <a:r>
              <a:rPr lang="en-US" altLang="zh-CN" sz="1400" b="1" dirty="0">
                <a:solidFill>
                  <a:schemeClr val="tx1"/>
                </a:solidFill>
              </a:rPr>
              <a:t>-</a:t>
            </a:r>
            <a:r>
              <a:rPr lang="en-US" altLang="zh-CN" sz="1400" b="1" dirty="0" err="1">
                <a:solidFill>
                  <a:schemeClr val="tx1"/>
                </a:solidFill>
              </a:rPr>
              <a:t>LiteOS</a:t>
            </a:r>
            <a:r>
              <a:rPr lang="zh-CN" altLang="en-US"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smtClean="0">
                <a:solidFill>
                  <a:schemeClr val="tx1"/>
                </a:solidFill>
              </a:rPr>
              <a:t>****************************************</a:t>
            </a:r>
            <a:endParaRPr lang="en-US" altLang="zh-CN" sz="1400" b="1" dirty="0">
              <a:solidFill>
                <a:schemeClr val="tx1"/>
              </a:solidFill>
            </a:endParaRPr>
          </a:p>
          <a:p>
            <a:pPr marL="0" indent="456971">
              <a:lnSpc>
                <a:spcPct val="125000"/>
              </a:lnSpc>
              <a:spcBef>
                <a:spcPts val="0"/>
              </a:spcBef>
              <a:buClr>
                <a:schemeClr val="tx2">
                  <a:lumMod val="75000"/>
                </a:schemeClr>
              </a:buClr>
              <a:buNone/>
            </a:pPr>
            <a:r>
              <a:rPr lang="en-US" altLang="zh-CN" sz="1400" b="1" dirty="0">
                <a:solidFill>
                  <a:schemeClr val="tx1"/>
                </a:solidFill>
              </a:rPr>
              <a:t>* @attention</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zh-CN" altLang="en-US" sz="1400" b="1" dirty="0">
                <a:solidFill>
                  <a:schemeClr val="tx1"/>
                </a:solidFill>
              </a:rPr>
              <a:t>实验平台</a:t>
            </a:r>
            <a:r>
              <a:rPr lang="en-US" altLang="zh-CN" sz="1400" b="1" dirty="0">
                <a:solidFill>
                  <a:schemeClr val="tx1"/>
                </a:solidFill>
              </a:rPr>
              <a:t>:</a:t>
            </a:r>
            <a:r>
              <a:rPr lang="zh-CN" altLang="en-US" sz="1400" b="1" dirty="0">
                <a:solidFill>
                  <a:schemeClr val="tx1"/>
                </a:solidFill>
              </a:rPr>
              <a:t>野火 </a:t>
            </a:r>
            <a:r>
              <a:rPr lang="en-US" altLang="zh-CN" sz="1400" b="1" dirty="0">
                <a:solidFill>
                  <a:schemeClr val="tx1"/>
                </a:solidFill>
              </a:rPr>
              <a:t>F103-</a:t>
            </a:r>
            <a:r>
              <a:rPr lang="zh-CN" altLang="en-US" sz="1400" b="1" dirty="0">
                <a:solidFill>
                  <a:schemeClr val="tx1"/>
                </a:solidFill>
              </a:rPr>
              <a:t>霸道 </a:t>
            </a:r>
            <a:r>
              <a:rPr lang="en-US" altLang="zh-CN" sz="1400" b="1" dirty="0">
                <a:solidFill>
                  <a:schemeClr val="tx1"/>
                </a:solidFill>
              </a:rPr>
              <a:t>STM32 </a:t>
            </a:r>
            <a:r>
              <a:rPr lang="zh-CN" altLang="en-US" sz="1400" b="1" dirty="0">
                <a:solidFill>
                  <a:schemeClr val="tx1"/>
                </a:solidFill>
              </a:rPr>
              <a:t>开发板</a:t>
            </a:r>
          </a:p>
          <a:p>
            <a:pPr marL="0" indent="456971">
              <a:lnSpc>
                <a:spcPct val="125000"/>
              </a:lnSpc>
              <a:spcBef>
                <a:spcPts val="0"/>
              </a:spcBef>
              <a:buClr>
                <a:schemeClr val="tx2">
                  <a:lumMod val="75000"/>
                </a:schemeClr>
              </a:buClr>
              <a:buNone/>
            </a:pPr>
            <a:r>
              <a:rPr lang="en-US" altLang="zh-CN" sz="1400" b="1" dirty="0">
                <a:solidFill>
                  <a:schemeClr val="tx1"/>
                </a:solidFill>
              </a:rPr>
              <a:t>     * </a:t>
            </a:r>
            <a:r>
              <a:rPr lang="zh-CN" altLang="en-US" sz="1400" b="1" dirty="0">
                <a:solidFill>
                  <a:schemeClr val="tx1"/>
                </a:solidFill>
              </a:rPr>
              <a:t>论坛    </a:t>
            </a:r>
            <a:r>
              <a:rPr lang="en-US" altLang="zh-CN" sz="1400" b="1" dirty="0">
                <a:solidFill>
                  <a:schemeClr val="tx1"/>
                </a:solidFill>
              </a:rPr>
              <a:t>:http://www.firebbs.cn</a:t>
            </a:r>
          </a:p>
          <a:p>
            <a:pPr marL="0" indent="456971">
              <a:lnSpc>
                <a:spcPct val="125000"/>
              </a:lnSpc>
              <a:spcBef>
                <a:spcPts val="0"/>
              </a:spcBef>
              <a:buClr>
                <a:schemeClr val="tx2">
                  <a:lumMod val="75000"/>
                </a:schemeClr>
              </a:buClr>
              <a:buNone/>
            </a:pPr>
            <a:r>
              <a:rPr lang="en-US" altLang="zh-CN" sz="1400" b="1" dirty="0">
                <a:solidFill>
                  <a:schemeClr val="tx1"/>
                </a:solidFill>
              </a:rPr>
              <a:t>     * </a:t>
            </a:r>
            <a:r>
              <a:rPr lang="zh-CN" altLang="en-US" sz="1400" b="1" dirty="0">
                <a:solidFill>
                  <a:schemeClr val="tx1"/>
                </a:solidFill>
              </a:rPr>
              <a:t>淘宝    </a:t>
            </a:r>
            <a:r>
              <a:rPr lang="en-US" altLang="zh-CN" sz="1400" b="1" dirty="0">
                <a:solidFill>
                  <a:schemeClr val="tx1"/>
                </a:solidFill>
              </a:rPr>
              <a:t>:http://firestm32.taobao.com</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en-US" altLang="zh-CN" sz="1400" b="1" dirty="0" smtClean="0">
                <a:solidFill>
                  <a:schemeClr val="tx1"/>
                </a:solidFill>
              </a:rPr>
              <a:t>*********************************************/</a:t>
            </a:r>
            <a:endParaRPr lang="en-US" altLang="zh-CN" sz="1400" b="1" dirty="0">
              <a:solidFill>
                <a:schemeClr val="tx1"/>
              </a:solidFill>
            </a:endParaRPr>
          </a:p>
          <a:p>
            <a:pPr marL="0" indent="456971">
              <a:lnSpc>
                <a:spcPct val="125000"/>
              </a:lnSpc>
              <a:spcBef>
                <a:spcPts val="0"/>
              </a:spcBef>
              <a:buClr>
                <a:schemeClr val="tx2">
                  <a:lumMod val="75000"/>
                </a:schemeClr>
              </a:buClr>
              <a:buNone/>
            </a:pPr>
            <a:r>
              <a:rPr lang="en-US" altLang="zh-CN" sz="1400" b="1" dirty="0">
                <a:solidFill>
                  <a:schemeClr val="tx1"/>
                </a:solidFill>
              </a:rPr>
              <a:t> /* </a:t>
            </a:r>
            <a:r>
              <a:rPr lang="en-US" altLang="zh-CN" sz="1400" b="1" dirty="0" err="1">
                <a:solidFill>
                  <a:schemeClr val="tx1"/>
                </a:solidFill>
              </a:rPr>
              <a:t>LiteOS</a:t>
            </a:r>
            <a:r>
              <a:rPr lang="en-US" altLang="zh-CN" sz="1400" b="1" dirty="0">
                <a:solidFill>
                  <a:schemeClr val="tx1"/>
                </a:solidFill>
              </a:rPr>
              <a:t> </a:t>
            </a:r>
            <a:r>
              <a:rPr lang="zh-CN" altLang="en-US" sz="1400" b="1" dirty="0">
                <a:solidFill>
                  <a:schemeClr val="tx1"/>
                </a:solidFill>
              </a:rPr>
              <a:t>头文件 *</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 #include "</a:t>
            </a:r>
            <a:r>
              <a:rPr lang="en-US" altLang="zh-CN" sz="1400" b="1" dirty="0" err="1">
                <a:solidFill>
                  <a:schemeClr val="tx1"/>
                </a:solidFill>
              </a:rPr>
              <a:t>los_sys.h</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 #include "los_task.ph"</a:t>
            </a:r>
          </a:p>
        </p:txBody>
      </p:sp>
      <p:sp>
        <p:nvSpPr>
          <p:cNvPr id="12" name="内容占位符 2"/>
          <p:cNvSpPr>
            <a:spLocks noGrp="1"/>
          </p:cNvSpPr>
          <p:nvPr>
            <p:ph idx="1"/>
          </p:nvPr>
        </p:nvSpPr>
        <p:spPr>
          <a:xfrm>
            <a:off x="6362700" y="1676962"/>
            <a:ext cx="5425259" cy="4899316"/>
          </a:xfrm>
        </p:spPr>
        <p:txBody>
          <a:bodyPr>
            <a:noAutofit/>
          </a:bodyPr>
          <a:lstStyle/>
          <a:p>
            <a:pPr marL="0" indent="456971">
              <a:lnSpc>
                <a:spcPct val="125000"/>
              </a:lnSpc>
              <a:spcBef>
                <a:spcPts val="0"/>
              </a:spcBef>
              <a:buClr>
                <a:schemeClr val="tx2">
                  <a:lumMod val="75000"/>
                </a:schemeClr>
              </a:buClr>
              <a:buNone/>
            </a:pPr>
            <a:r>
              <a:rPr lang="en-US" altLang="zh-CN" sz="1400" b="1" dirty="0">
                <a:solidFill>
                  <a:schemeClr val="tx1"/>
                </a:solidFill>
              </a:rPr>
              <a:t>/* </a:t>
            </a:r>
            <a:r>
              <a:rPr lang="zh-CN" altLang="en-US" sz="1400" b="1" dirty="0">
                <a:solidFill>
                  <a:schemeClr val="tx1"/>
                </a:solidFill>
              </a:rPr>
              <a:t>板级外设头文件 *</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#include "</a:t>
            </a:r>
            <a:r>
              <a:rPr lang="en-US" altLang="zh-CN" sz="1400" b="1" dirty="0" err="1">
                <a:solidFill>
                  <a:schemeClr val="tx1"/>
                </a:solidFill>
              </a:rPr>
              <a:t>bsp_usart.h</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#include "</a:t>
            </a:r>
            <a:r>
              <a:rPr lang="en-US" altLang="zh-CN" sz="1400" b="1" dirty="0" err="1">
                <a:solidFill>
                  <a:schemeClr val="tx1"/>
                </a:solidFill>
              </a:rPr>
              <a:t>bsp_led.h</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rgbClr val="C00000"/>
                </a:solidFill>
              </a:rPr>
              <a:t>/* </a:t>
            </a:r>
            <a:r>
              <a:rPr lang="zh-CN" altLang="en-US" sz="1400" b="1" dirty="0">
                <a:solidFill>
                  <a:srgbClr val="C00000"/>
                </a:solidFill>
              </a:rPr>
              <a:t>定义任务</a:t>
            </a:r>
            <a:r>
              <a:rPr lang="en-US" altLang="zh-CN" sz="1400" b="1" dirty="0">
                <a:solidFill>
                  <a:srgbClr val="C00000"/>
                </a:solidFill>
              </a:rPr>
              <a:t>ID</a:t>
            </a:r>
            <a:r>
              <a:rPr lang="zh-CN" altLang="en-US" sz="1400" b="1" dirty="0">
                <a:solidFill>
                  <a:srgbClr val="C00000"/>
                </a:solidFill>
              </a:rPr>
              <a:t>变量 *</a:t>
            </a:r>
            <a:r>
              <a:rPr lang="en-US" altLang="zh-CN" sz="1400" b="1" dirty="0">
                <a:solidFill>
                  <a:srgbClr val="C00000"/>
                </a:solidFill>
              </a:rPr>
              <a:t>/</a:t>
            </a:r>
          </a:p>
          <a:p>
            <a:pPr marL="0" indent="456971">
              <a:lnSpc>
                <a:spcPct val="125000"/>
              </a:lnSpc>
              <a:spcBef>
                <a:spcPts val="0"/>
              </a:spcBef>
              <a:buClr>
                <a:schemeClr val="tx2">
                  <a:lumMod val="75000"/>
                </a:schemeClr>
              </a:buClr>
              <a:buNone/>
            </a:pPr>
            <a:r>
              <a:rPr lang="en-US" altLang="zh-CN" sz="1400" b="1" dirty="0">
                <a:solidFill>
                  <a:srgbClr val="C00000"/>
                </a:solidFill>
              </a:rPr>
              <a:t>UINT32 Test1_Task_Handle;</a:t>
            </a:r>
          </a:p>
          <a:p>
            <a:pPr marL="0" indent="456971">
              <a:lnSpc>
                <a:spcPct val="125000"/>
              </a:lnSpc>
              <a:spcBef>
                <a:spcPts val="0"/>
              </a:spcBef>
              <a:buClr>
                <a:schemeClr val="tx2">
                  <a:lumMod val="75000"/>
                </a:schemeClr>
              </a:buClr>
              <a:buNone/>
            </a:pPr>
            <a:r>
              <a:rPr lang="en-US" altLang="zh-CN" sz="1400" b="1" dirty="0">
                <a:solidFill>
                  <a:srgbClr val="C00000"/>
                </a:solidFill>
              </a:rPr>
              <a:t>/* </a:t>
            </a:r>
            <a:r>
              <a:rPr lang="zh-CN" altLang="en-US" sz="1400" b="1" dirty="0">
                <a:solidFill>
                  <a:srgbClr val="C00000"/>
                </a:solidFill>
              </a:rPr>
              <a:t>函数声明 *</a:t>
            </a:r>
            <a:r>
              <a:rPr lang="en-US" altLang="zh-CN" sz="1400" b="1" dirty="0">
                <a:solidFill>
                  <a:srgbClr val="C00000"/>
                </a:solidFill>
              </a:rPr>
              <a:t>/</a:t>
            </a:r>
          </a:p>
          <a:p>
            <a:pPr marL="0" indent="456971">
              <a:lnSpc>
                <a:spcPct val="125000"/>
              </a:lnSpc>
              <a:spcBef>
                <a:spcPts val="0"/>
              </a:spcBef>
              <a:buClr>
                <a:schemeClr val="tx2">
                  <a:lumMod val="75000"/>
                </a:schemeClr>
              </a:buClr>
              <a:buNone/>
            </a:pPr>
            <a:r>
              <a:rPr lang="en-US" altLang="zh-CN" sz="1400" b="1" dirty="0">
                <a:solidFill>
                  <a:srgbClr val="C00000"/>
                </a:solidFill>
              </a:rPr>
              <a:t>static UINT32 </a:t>
            </a:r>
            <a:r>
              <a:rPr lang="en-US" altLang="zh-CN" sz="1400" b="1" dirty="0" err="1">
                <a:solidFill>
                  <a:srgbClr val="C00000"/>
                </a:solidFill>
              </a:rPr>
              <a:t>AppTaskCreate</a:t>
            </a:r>
            <a:r>
              <a:rPr lang="en-US" altLang="zh-CN" sz="1400" b="1" dirty="0">
                <a:solidFill>
                  <a:srgbClr val="C00000"/>
                </a:solidFill>
              </a:rPr>
              <a:t>(void);</a:t>
            </a:r>
          </a:p>
          <a:p>
            <a:pPr marL="0" indent="456971">
              <a:lnSpc>
                <a:spcPct val="125000"/>
              </a:lnSpc>
              <a:spcBef>
                <a:spcPts val="0"/>
              </a:spcBef>
              <a:buClr>
                <a:schemeClr val="tx2">
                  <a:lumMod val="75000"/>
                </a:schemeClr>
              </a:buClr>
              <a:buNone/>
            </a:pPr>
            <a:r>
              <a:rPr lang="en-US" altLang="zh-CN" sz="1400" b="1" dirty="0">
                <a:solidFill>
                  <a:srgbClr val="C00000"/>
                </a:solidFill>
              </a:rPr>
              <a:t>static UINT32 Creat_Test1_Task(void);</a:t>
            </a:r>
          </a:p>
          <a:p>
            <a:pPr marL="0" indent="456971">
              <a:lnSpc>
                <a:spcPct val="125000"/>
              </a:lnSpc>
              <a:spcBef>
                <a:spcPts val="0"/>
              </a:spcBef>
              <a:buClr>
                <a:schemeClr val="tx2">
                  <a:lumMod val="75000"/>
                </a:schemeClr>
              </a:buClr>
              <a:buNone/>
            </a:pPr>
            <a:r>
              <a:rPr lang="en-US" altLang="zh-CN" sz="1400" b="1" dirty="0">
                <a:solidFill>
                  <a:srgbClr val="C00000"/>
                </a:solidFill>
              </a:rPr>
              <a:t>static void Test1_Task(void);</a:t>
            </a:r>
          </a:p>
          <a:p>
            <a:pPr marL="0" indent="456971">
              <a:lnSpc>
                <a:spcPct val="125000"/>
              </a:lnSpc>
              <a:spcBef>
                <a:spcPts val="0"/>
              </a:spcBef>
              <a:buClr>
                <a:schemeClr val="tx2">
                  <a:lumMod val="75000"/>
                </a:schemeClr>
              </a:buClr>
              <a:buNone/>
            </a:pPr>
            <a:r>
              <a:rPr lang="en-US" altLang="zh-CN" sz="1400" b="1" dirty="0">
                <a:solidFill>
                  <a:schemeClr val="tx1"/>
                </a:solidFill>
              </a:rPr>
              <a:t>static void </a:t>
            </a:r>
            <a:r>
              <a:rPr lang="en-US" altLang="zh-CN" sz="1400" b="1" dirty="0" err="1">
                <a:solidFill>
                  <a:schemeClr val="tx1"/>
                </a:solidFill>
              </a:rPr>
              <a:t>BSP_Init</a:t>
            </a:r>
            <a:r>
              <a:rPr lang="en-US" altLang="zh-CN" sz="1400" b="1" dirty="0">
                <a:solidFill>
                  <a:schemeClr val="tx1"/>
                </a:solidFill>
              </a:rPr>
              <a:t>(void);</a:t>
            </a:r>
          </a:p>
          <a:p>
            <a:pPr marL="0" indent="456971">
              <a:lnSpc>
                <a:spcPct val="125000"/>
              </a:lnSpc>
              <a:spcBef>
                <a:spcPts val="0"/>
              </a:spcBef>
              <a:buClr>
                <a:schemeClr val="tx2">
                  <a:lumMod val="75000"/>
                </a:schemeClr>
              </a:buClr>
              <a:buNone/>
            </a:pPr>
            <a:r>
              <a:rPr lang="en-US" altLang="zh-CN" sz="1400" b="1" dirty="0" smtClean="0">
                <a:solidFill>
                  <a:schemeClr val="tx1"/>
                </a:solidFill>
              </a:rPr>
              <a:t>/******************************************</a:t>
            </a:r>
            <a:endParaRPr lang="en-US" altLang="zh-CN" sz="1400" b="1" dirty="0">
              <a:solidFill>
                <a:schemeClr val="tx1"/>
              </a:solidFill>
            </a:endParaRPr>
          </a:p>
          <a:p>
            <a:pPr marL="0" indent="456971">
              <a:lnSpc>
                <a:spcPct val="125000"/>
              </a:lnSpc>
              <a:spcBef>
                <a:spcPts val="0"/>
              </a:spcBef>
              <a:buClr>
                <a:schemeClr val="tx2">
                  <a:lumMod val="75000"/>
                </a:schemeClr>
              </a:buClr>
              <a:buNone/>
            </a:pPr>
            <a:r>
              <a:rPr lang="en-US" altLang="zh-CN" sz="1400" b="1" dirty="0">
                <a:solidFill>
                  <a:schemeClr val="tx1"/>
                </a:solidFill>
              </a:rPr>
              <a:t>* @brief  </a:t>
            </a:r>
            <a:r>
              <a:rPr lang="zh-CN" altLang="en-US" sz="1400" b="1" dirty="0">
                <a:solidFill>
                  <a:schemeClr val="tx1"/>
                </a:solidFill>
              </a:rPr>
              <a:t>主函数</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en-US" altLang="zh-CN" sz="1400" b="1" dirty="0" err="1">
                <a:solidFill>
                  <a:schemeClr val="tx1"/>
                </a:solidFill>
              </a:rPr>
              <a:t>param</a:t>
            </a:r>
            <a:r>
              <a:rPr lang="en-US" altLang="zh-CN" sz="1400" b="1" dirty="0">
                <a:solidFill>
                  <a:schemeClr val="tx1"/>
                </a:solidFill>
              </a:rPr>
              <a:t>  </a:t>
            </a:r>
            <a:r>
              <a:rPr lang="zh-CN" altLang="en-US" sz="1400" b="1" dirty="0">
                <a:solidFill>
                  <a:schemeClr val="tx1"/>
                </a:solidFill>
              </a:rPr>
              <a:t>无</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en-US" altLang="zh-CN" sz="1400" b="1" dirty="0" err="1">
                <a:solidFill>
                  <a:schemeClr val="tx1"/>
                </a:solidFill>
              </a:rPr>
              <a:t>retval</a:t>
            </a:r>
            <a:r>
              <a:rPr lang="en-US" altLang="zh-CN" sz="1400" b="1" dirty="0">
                <a:solidFill>
                  <a:schemeClr val="tx1"/>
                </a:solidFill>
              </a:rPr>
              <a:t> </a:t>
            </a:r>
            <a:r>
              <a:rPr lang="zh-CN" altLang="en-US" sz="1400" b="1" dirty="0">
                <a:solidFill>
                  <a:schemeClr val="tx1"/>
                </a:solidFill>
              </a:rPr>
              <a:t>无</a:t>
            </a:r>
          </a:p>
          <a:p>
            <a:pPr marL="0" indent="456971">
              <a:lnSpc>
                <a:spcPct val="125000"/>
              </a:lnSpc>
              <a:spcBef>
                <a:spcPts val="0"/>
              </a:spcBef>
              <a:buClr>
                <a:schemeClr val="tx2">
                  <a:lumMod val="75000"/>
                </a:schemeClr>
              </a:buClr>
              <a:buNone/>
            </a:pPr>
            <a:r>
              <a:rPr lang="en-US" altLang="zh-CN" sz="1400" b="1" dirty="0">
                <a:solidFill>
                  <a:schemeClr val="tx1"/>
                </a:solidFill>
              </a:rPr>
              <a:t>* @note   </a:t>
            </a:r>
            <a:r>
              <a:rPr lang="zh-CN" altLang="en-US" sz="1400" b="1" dirty="0">
                <a:solidFill>
                  <a:schemeClr val="tx1"/>
                </a:solidFill>
              </a:rPr>
              <a:t>第一步：开发板硬件初始化</a:t>
            </a:r>
          </a:p>
          <a:p>
            <a:pPr marL="0" indent="456971">
              <a:lnSpc>
                <a:spcPct val="125000"/>
              </a:lnSpc>
              <a:spcBef>
                <a:spcPts val="0"/>
              </a:spcBef>
              <a:buClr>
                <a:schemeClr val="tx2">
                  <a:lumMod val="75000"/>
                </a:schemeClr>
              </a:buClr>
              <a:buNone/>
            </a:pPr>
            <a:r>
              <a:rPr lang="zh-CN" altLang="en-US" sz="1400" b="1" dirty="0" smtClean="0">
                <a:solidFill>
                  <a:schemeClr val="tx1"/>
                </a:solidFill>
              </a:rPr>
              <a:t>                 第二</a:t>
            </a:r>
            <a:r>
              <a:rPr lang="zh-CN" altLang="en-US" sz="1400" b="1" dirty="0">
                <a:solidFill>
                  <a:schemeClr val="tx1"/>
                </a:solidFill>
              </a:rPr>
              <a:t>步：创建</a:t>
            </a:r>
            <a:r>
              <a:rPr lang="en-US" altLang="zh-CN" sz="1400" b="1" dirty="0">
                <a:solidFill>
                  <a:schemeClr val="tx1"/>
                </a:solidFill>
              </a:rPr>
              <a:t>App</a:t>
            </a:r>
            <a:r>
              <a:rPr lang="zh-CN" altLang="en-US" sz="1400" b="1" dirty="0">
                <a:solidFill>
                  <a:schemeClr val="tx1"/>
                </a:solidFill>
              </a:rPr>
              <a:t>应用</a:t>
            </a:r>
            <a:r>
              <a:rPr lang="zh-CN" altLang="en-US" sz="1400" b="1" dirty="0" smtClean="0">
                <a:solidFill>
                  <a:schemeClr val="tx1"/>
                </a:solidFill>
              </a:rPr>
              <a:t>任务</a:t>
            </a:r>
            <a:endParaRPr lang="en-US" altLang="zh-CN" sz="1400" b="1" dirty="0" smtClean="0">
              <a:solidFill>
                <a:schemeClr val="tx1"/>
              </a:solidFill>
            </a:endParaRPr>
          </a:p>
          <a:p>
            <a:pPr marL="0" indent="456971">
              <a:lnSpc>
                <a:spcPct val="125000"/>
              </a:lnSpc>
              <a:spcBef>
                <a:spcPts val="0"/>
              </a:spcBef>
              <a:buClr>
                <a:schemeClr val="tx2">
                  <a:lumMod val="75000"/>
                </a:schemeClr>
              </a:buClr>
              <a:buNone/>
            </a:pPr>
            <a:r>
              <a:rPr lang="zh-CN" altLang="en-US" sz="1400" b="1" dirty="0" smtClean="0">
                <a:solidFill>
                  <a:schemeClr val="tx1"/>
                </a:solidFill>
              </a:rPr>
              <a:t>                 第三</a:t>
            </a:r>
            <a:r>
              <a:rPr lang="zh-CN" altLang="en-US" sz="1400" b="1" dirty="0">
                <a:solidFill>
                  <a:schemeClr val="tx1"/>
                </a:solidFill>
              </a:rPr>
              <a:t>步：启动</a:t>
            </a:r>
            <a:r>
              <a:rPr lang="en-US" altLang="zh-CN" sz="1400" b="1" dirty="0" err="1">
                <a:solidFill>
                  <a:schemeClr val="tx1"/>
                </a:solidFill>
              </a:rPr>
              <a:t>LiteOS</a:t>
            </a:r>
            <a:r>
              <a:rPr lang="zh-CN" altLang="en-US" sz="1400" b="1" dirty="0">
                <a:solidFill>
                  <a:schemeClr val="tx1"/>
                </a:solidFill>
              </a:rPr>
              <a:t>，开始多任务调度，启动失败时输出错误信息</a:t>
            </a:r>
          </a:p>
          <a:p>
            <a:pPr marL="0" indent="456971">
              <a:lnSpc>
                <a:spcPct val="125000"/>
              </a:lnSpc>
              <a:spcBef>
                <a:spcPts val="0"/>
              </a:spcBef>
              <a:buClr>
                <a:schemeClr val="tx2">
                  <a:lumMod val="75000"/>
                </a:schemeClr>
              </a:buClr>
              <a:buNone/>
            </a:pPr>
            <a:endParaRPr lang="zh-CN" altLang="en-US" sz="1400" b="1" dirty="0">
              <a:solidFill>
                <a:schemeClr val="tx1"/>
              </a:solidFill>
            </a:endParaRPr>
          </a:p>
        </p:txBody>
      </p:sp>
      <p:cxnSp>
        <p:nvCxnSpPr>
          <p:cNvPr id="7" name="直接连接符 6"/>
          <p:cNvCxnSpPr>
            <a:stCxn id="10" idx="0"/>
            <a:endCxn id="10" idx="2"/>
          </p:cNvCxnSpPr>
          <p:nvPr/>
        </p:nvCxnSpPr>
        <p:spPr>
          <a:xfrm>
            <a:off x="6096001" y="1636776"/>
            <a:ext cx="0" cy="5075422"/>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sp>
        <p:nvSpPr>
          <p:cNvPr id="8" name="下弧形箭头 7"/>
          <p:cNvSpPr/>
          <p:nvPr/>
        </p:nvSpPr>
        <p:spPr>
          <a:xfrm>
            <a:off x="5258240" y="5832102"/>
            <a:ext cx="1294726" cy="541424"/>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solidFill>
                <a:schemeClr val="tx1"/>
              </a:solidFill>
            </a:endParaRPr>
          </a:p>
        </p:txBody>
      </p:sp>
      <p:sp>
        <p:nvSpPr>
          <p:cNvPr id="13" name="矩形 12">
            <a:extLst>
              <a:ext uri="{FF2B5EF4-FFF2-40B4-BE49-F238E27FC236}">
                <a16:creationId xmlns:a16="http://schemas.microsoft.com/office/drawing/2014/main" id="{ADFA951A-978E-4E8D-A85A-85B6177AC588}"/>
              </a:ext>
            </a:extLst>
          </p:cNvPr>
          <p:cNvSpPr/>
          <p:nvPr/>
        </p:nvSpPr>
        <p:spPr>
          <a:xfrm>
            <a:off x="0" y="-21316"/>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smtClean="0">
                <a:cs typeface="+mn-ea"/>
                <a:sym typeface="+mn-lt"/>
              </a:rPr>
              <a:t>3.3main.c</a:t>
            </a:r>
            <a:r>
              <a:rPr lang="zh-CN" altLang="en-US" sz="2800" b="1" dirty="0" smtClean="0">
                <a:cs typeface="+mn-ea"/>
                <a:sym typeface="+mn-lt"/>
              </a:rPr>
              <a:t>文件内容全貌</a:t>
            </a:r>
            <a:endParaRPr lang="zh-CN" altLang="en-US" sz="2800" b="1" dirty="0">
              <a:solidFill>
                <a:schemeClr val="bg1"/>
              </a:solidFill>
              <a:cs typeface="+mn-ea"/>
              <a:sym typeface="+mn-lt"/>
            </a:endParaRPr>
          </a:p>
        </p:txBody>
      </p:sp>
      <p:sp>
        <p:nvSpPr>
          <p:cNvPr id="14"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Tree>
    <p:extLst>
      <p:ext uri="{BB962C8B-B14F-4D97-AF65-F5344CB8AC3E}">
        <p14:creationId xmlns:p14="http://schemas.microsoft.com/office/powerpoint/2010/main" val="167657291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 y="896112"/>
            <a:ext cx="12191999" cy="52829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1" name="内容占位符 2"/>
          <p:cNvSpPr>
            <a:spLocks noGrp="1"/>
          </p:cNvSpPr>
          <p:nvPr>
            <p:ph idx="1"/>
          </p:nvPr>
        </p:nvSpPr>
        <p:spPr>
          <a:xfrm>
            <a:off x="-57118" y="1105468"/>
            <a:ext cx="6095999" cy="4628604"/>
          </a:xfrm>
        </p:spPr>
        <p:txBody>
          <a:bodyPr vert="horz" lIns="91440" tIns="45720" rIns="91440" bIns="45720" rtlCol="0">
            <a:noAutofit/>
          </a:bodyPr>
          <a:lstStyle/>
          <a:p>
            <a:pPr marL="0" indent="456971">
              <a:lnSpc>
                <a:spcPct val="125000"/>
              </a:lnSpc>
              <a:spcBef>
                <a:spcPts val="0"/>
              </a:spcBef>
              <a:buClr>
                <a:schemeClr val="tx2">
                  <a:lumMod val="75000"/>
                </a:schemeClr>
              </a:buClr>
              <a:buNone/>
            </a:pPr>
            <a:r>
              <a:rPr lang="zh-CN" altLang="en-US" sz="1400" b="1" dirty="0" smtClean="0">
                <a:solidFill>
                  <a:schemeClr val="tx1"/>
                </a:solidFill>
              </a:rPr>
              <a:t>*********************************************************</a:t>
            </a:r>
            <a:r>
              <a:rPr lang="en-US" altLang="zh-CN" sz="1400" b="1" dirty="0" smtClean="0">
                <a:solidFill>
                  <a:schemeClr val="tx1"/>
                </a:solidFill>
              </a:rPr>
              <a:t>/</a:t>
            </a:r>
            <a:endParaRPr lang="en-US" altLang="zh-CN" sz="1400" b="1" dirty="0">
              <a:solidFill>
                <a:schemeClr val="tx1"/>
              </a:solidFill>
            </a:endParaRPr>
          </a:p>
          <a:p>
            <a:pPr marL="0" indent="456971">
              <a:lnSpc>
                <a:spcPct val="125000"/>
              </a:lnSpc>
              <a:spcBef>
                <a:spcPts val="0"/>
              </a:spcBef>
              <a:buClr>
                <a:schemeClr val="tx2">
                  <a:lumMod val="75000"/>
                </a:schemeClr>
              </a:buClr>
              <a:buNone/>
            </a:pPr>
            <a:r>
              <a:rPr lang="en-US" altLang="zh-CN" sz="1400" b="1" dirty="0">
                <a:solidFill>
                  <a:schemeClr val="tx1"/>
                </a:solidFill>
              </a:rPr>
              <a:t>int main(void)</a:t>
            </a:r>
          </a:p>
          <a:p>
            <a:pPr marL="0" indent="456971">
              <a:lnSpc>
                <a:spcPct val="125000"/>
              </a:lnSpc>
              <a:spcBef>
                <a:spcPts val="0"/>
              </a:spcBef>
              <a:buClr>
                <a:schemeClr val="tx2">
                  <a:lumMod val="75000"/>
                </a:schemeClr>
              </a:buClr>
              <a:buNone/>
            </a:pPr>
            <a:r>
              <a:rPr lang="en-US" altLang="zh-CN" sz="1400" b="1" dirty="0">
                <a:solidFill>
                  <a:schemeClr val="tx1"/>
                </a:solidFill>
              </a:rPr>
              <a:t> {</a:t>
            </a:r>
          </a:p>
          <a:p>
            <a:pPr marL="0" indent="456971">
              <a:lnSpc>
                <a:spcPct val="125000"/>
              </a:lnSpc>
              <a:spcBef>
                <a:spcPts val="0"/>
              </a:spcBef>
              <a:buClr>
                <a:schemeClr val="tx2">
                  <a:lumMod val="75000"/>
                </a:schemeClr>
              </a:buClr>
              <a:buNone/>
            </a:pPr>
            <a:r>
              <a:rPr lang="en-US" altLang="zh-CN" sz="1400" b="1" dirty="0">
                <a:solidFill>
                  <a:schemeClr val="tx1"/>
                </a:solidFill>
              </a:rPr>
              <a:t>UINT32 </a:t>
            </a:r>
            <a:r>
              <a:rPr lang="en-US" altLang="zh-CN" sz="1400" b="1" dirty="0" err="1">
                <a:solidFill>
                  <a:schemeClr val="tx1"/>
                </a:solidFill>
              </a:rPr>
              <a:t>uwRet</a:t>
            </a:r>
            <a:r>
              <a:rPr lang="en-US" altLang="zh-CN" sz="1400" b="1" dirty="0">
                <a:solidFill>
                  <a:schemeClr val="tx1"/>
                </a:solidFill>
              </a:rPr>
              <a:t> = LOS_OK;  //</a:t>
            </a:r>
            <a:r>
              <a:rPr lang="zh-CN" altLang="en-US" sz="1400" b="1" dirty="0">
                <a:solidFill>
                  <a:schemeClr val="tx1"/>
                </a:solidFill>
              </a:rPr>
              <a:t>定义一个任务创建的返回值，默认为创建成功</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zh-CN" altLang="en-US" sz="1400" b="1" dirty="0">
                <a:solidFill>
                  <a:schemeClr val="tx1"/>
                </a:solidFill>
              </a:rPr>
              <a:t>板级硬件初始化 *</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err="1">
                <a:solidFill>
                  <a:schemeClr val="tx1"/>
                </a:solidFill>
              </a:rPr>
              <a:t>BSP_Init</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printf("</a:t>
            </a:r>
            <a:r>
              <a:rPr lang="zh-CN" altLang="en-US" sz="1400" b="1" dirty="0">
                <a:solidFill>
                  <a:schemeClr val="tx1"/>
                </a:solidFill>
              </a:rPr>
              <a:t>这是一</a:t>
            </a:r>
            <a:r>
              <a:rPr lang="zh-CN" altLang="en-US" sz="1400" b="1" dirty="0" smtClean="0">
                <a:solidFill>
                  <a:schemeClr val="tx1"/>
                </a:solidFill>
              </a:rPr>
              <a:t>个</a:t>
            </a:r>
            <a:r>
              <a:rPr lang="en-US" altLang="zh-CN" sz="1400" b="1" dirty="0" smtClean="0">
                <a:solidFill>
                  <a:schemeClr val="tx1"/>
                </a:solidFill>
              </a:rPr>
              <a:t>STM32</a:t>
            </a:r>
            <a:r>
              <a:rPr lang="zh-CN" altLang="en-US" sz="1400" b="1" dirty="0" smtClean="0">
                <a:solidFill>
                  <a:schemeClr val="tx1"/>
                </a:solidFill>
              </a:rPr>
              <a:t>开发</a:t>
            </a:r>
            <a:r>
              <a:rPr lang="zh-CN" altLang="en-US" sz="1400" b="1" dirty="0">
                <a:solidFill>
                  <a:schemeClr val="tx1"/>
                </a:solidFill>
              </a:rPr>
              <a:t>板</a:t>
            </a:r>
            <a:r>
              <a:rPr lang="en-US" altLang="zh-CN" sz="1400" b="1" dirty="0">
                <a:solidFill>
                  <a:schemeClr val="tx1"/>
                </a:solidFill>
              </a:rPr>
              <a:t>-</a:t>
            </a:r>
            <a:r>
              <a:rPr lang="en-US" altLang="zh-CN" sz="1400" b="1" dirty="0" err="1">
                <a:solidFill>
                  <a:schemeClr val="tx1"/>
                </a:solidFill>
              </a:rPr>
              <a:t>LiteOS</a:t>
            </a:r>
            <a:r>
              <a:rPr lang="en-US" altLang="zh-CN" sz="1400" b="1" dirty="0">
                <a:solidFill>
                  <a:schemeClr val="tx1"/>
                </a:solidFill>
              </a:rPr>
              <a:t>-SRAM</a:t>
            </a:r>
            <a:r>
              <a:rPr lang="zh-CN" altLang="en-US" sz="1400" b="1" dirty="0">
                <a:solidFill>
                  <a:schemeClr val="tx1"/>
                </a:solidFill>
              </a:rPr>
              <a:t>动态创建单任务实验！</a:t>
            </a:r>
            <a:r>
              <a:rPr lang="en-US" altLang="zh-CN" sz="1400" b="1" dirty="0">
                <a:solidFill>
                  <a:schemeClr val="tx1"/>
                </a:solidFill>
              </a:rPr>
              <a:t>\n\n");</a:t>
            </a:r>
          </a:p>
          <a:p>
            <a:pPr marL="0" indent="456971">
              <a:lnSpc>
                <a:spcPct val="125000"/>
              </a:lnSpc>
              <a:spcBef>
                <a:spcPts val="0"/>
              </a:spcBef>
              <a:buClr>
                <a:schemeClr val="tx2">
                  <a:lumMod val="75000"/>
                </a:schemeClr>
              </a:buClr>
              <a:buNone/>
            </a:pPr>
            <a:r>
              <a:rPr lang="en-US" altLang="zh-CN" sz="1400" b="1" dirty="0">
                <a:solidFill>
                  <a:schemeClr val="tx1"/>
                </a:solidFill>
              </a:rPr>
              <a:t>       /* </a:t>
            </a:r>
            <a:r>
              <a:rPr lang="en-US" altLang="zh-CN" sz="1400" b="1" dirty="0" err="1">
                <a:solidFill>
                  <a:schemeClr val="tx1"/>
                </a:solidFill>
              </a:rPr>
              <a:t>LiteOS</a:t>
            </a:r>
            <a:r>
              <a:rPr lang="en-US" altLang="zh-CN" sz="1400" b="1" dirty="0">
                <a:solidFill>
                  <a:schemeClr val="tx1"/>
                </a:solidFill>
              </a:rPr>
              <a:t> </a:t>
            </a:r>
            <a:r>
              <a:rPr lang="zh-CN" altLang="en-US" sz="1400" b="1" dirty="0">
                <a:solidFill>
                  <a:schemeClr val="tx1"/>
                </a:solidFill>
              </a:rPr>
              <a:t>内核初始化 *</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en-US" altLang="zh-CN" sz="1400" b="1" dirty="0" err="1">
                <a:solidFill>
                  <a:schemeClr val="tx1"/>
                </a:solidFill>
              </a:rPr>
              <a:t>uwRet</a:t>
            </a:r>
            <a:r>
              <a:rPr lang="en-US" altLang="zh-CN" sz="1400" b="1" dirty="0">
                <a:solidFill>
                  <a:schemeClr val="tx1"/>
                </a:solidFill>
              </a:rPr>
              <a:t> = </a:t>
            </a:r>
            <a:r>
              <a:rPr lang="en-US" altLang="zh-CN" sz="1400" b="1" dirty="0" err="1">
                <a:solidFill>
                  <a:schemeClr val="tx1"/>
                </a:solidFill>
              </a:rPr>
              <a:t>LOS_KernelInit</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      if (</a:t>
            </a:r>
            <a:r>
              <a:rPr lang="en-US" altLang="zh-CN" sz="1400" b="1" dirty="0" err="1">
                <a:solidFill>
                  <a:schemeClr val="tx1"/>
                </a:solidFill>
              </a:rPr>
              <a:t>uwRet</a:t>
            </a:r>
            <a:r>
              <a:rPr lang="en-US" altLang="zh-CN" sz="1400" b="1" dirty="0">
                <a:solidFill>
                  <a:schemeClr val="tx1"/>
                </a:solidFill>
              </a:rPr>
              <a:t> != LOS_OK) {</a:t>
            </a:r>
          </a:p>
          <a:p>
            <a:pPr marL="0" indent="456971">
              <a:lnSpc>
                <a:spcPct val="125000"/>
              </a:lnSpc>
              <a:spcBef>
                <a:spcPts val="0"/>
              </a:spcBef>
              <a:buClr>
                <a:schemeClr val="tx2">
                  <a:lumMod val="75000"/>
                </a:schemeClr>
              </a:buClr>
              <a:buNone/>
            </a:pPr>
            <a:r>
              <a:rPr lang="en-US" altLang="zh-CN" sz="1400" b="1" dirty="0">
                <a:solidFill>
                  <a:schemeClr val="tx1"/>
                </a:solidFill>
              </a:rPr>
              <a:t>           printf("</a:t>
            </a:r>
            <a:r>
              <a:rPr lang="en-US" altLang="zh-CN" sz="1400" b="1" dirty="0" err="1">
                <a:solidFill>
                  <a:schemeClr val="tx1"/>
                </a:solidFill>
              </a:rPr>
              <a:t>LiteOS</a:t>
            </a:r>
            <a:r>
              <a:rPr lang="en-US" altLang="zh-CN" sz="1400" b="1" dirty="0">
                <a:solidFill>
                  <a:schemeClr val="tx1"/>
                </a:solidFill>
              </a:rPr>
              <a:t> </a:t>
            </a:r>
            <a:r>
              <a:rPr lang="zh-CN" altLang="en-US" sz="1400" b="1" dirty="0">
                <a:solidFill>
                  <a:schemeClr val="tx1"/>
                </a:solidFill>
              </a:rPr>
              <a:t>核心初始化失败！失败代码</a:t>
            </a:r>
            <a:r>
              <a:rPr lang="en-US" altLang="zh-CN" sz="1400" b="1" dirty="0">
                <a:solidFill>
                  <a:schemeClr val="tx1"/>
                </a:solidFill>
              </a:rPr>
              <a:t>0x%X\n",</a:t>
            </a:r>
            <a:r>
              <a:rPr lang="en-US" altLang="zh-CN" sz="1400" b="1" dirty="0" err="1">
                <a:solidFill>
                  <a:schemeClr val="tx1"/>
                </a:solidFill>
              </a:rPr>
              <a:t>uwRet</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           return LOS_NOK;</a:t>
            </a:r>
          </a:p>
          <a:p>
            <a:pPr marL="0" indent="456971">
              <a:lnSpc>
                <a:spcPct val="125000"/>
              </a:lnSpc>
              <a:spcBef>
                <a:spcPts val="0"/>
              </a:spcBef>
              <a:buClr>
                <a:schemeClr val="tx2">
                  <a:lumMod val="75000"/>
                </a:schemeClr>
              </a:buClr>
              <a:buNone/>
            </a:pPr>
            <a:r>
              <a:rPr lang="en-US" altLang="zh-CN" sz="1400" b="1" dirty="0">
                <a:solidFill>
                  <a:schemeClr val="tx1"/>
                </a:solidFill>
              </a:rPr>
              <a:t>      }</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en-US" altLang="zh-CN" sz="1400" b="1" dirty="0" err="1">
                <a:solidFill>
                  <a:schemeClr val="tx1"/>
                </a:solidFill>
              </a:rPr>
              <a:t>uwRet</a:t>
            </a:r>
            <a:r>
              <a:rPr lang="en-US" altLang="zh-CN" sz="1400" b="1" dirty="0">
                <a:solidFill>
                  <a:schemeClr val="tx1"/>
                </a:solidFill>
              </a:rPr>
              <a:t> = </a:t>
            </a:r>
            <a:r>
              <a:rPr lang="en-US" altLang="zh-CN" sz="1400" b="1" dirty="0" err="1">
                <a:solidFill>
                  <a:schemeClr val="tx1"/>
                </a:solidFill>
              </a:rPr>
              <a:t>AppTaskCreate</a:t>
            </a:r>
            <a:r>
              <a:rPr lang="en-US" altLang="zh-CN" sz="1400" b="1" dirty="0">
                <a:solidFill>
                  <a:schemeClr val="tx1"/>
                </a:solidFill>
              </a:rPr>
              <a:t>();</a:t>
            </a:r>
          </a:p>
        </p:txBody>
      </p:sp>
      <p:sp>
        <p:nvSpPr>
          <p:cNvPr id="12" name="内容占位符 2"/>
          <p:cNvSpPr>
            <a:spLocks noGrp="1"/>
          </p:cNvSpPr>
          <p:nvPr>
            <p:ph idx="1"/>
          </p:nvPr>
        </p:nvSpPr>
        <p:spPr>
          <a:xfrm>
            <a:off x="6249906" y="1173556"/>
            <a:ext cx="5673948" cy="4628604"/>
          </a:xfrm>
        </p:spPr>
        <p:txBody>
          <a:bodyPr vert="horz" lIns="91440" tIns="45720" rIns="91440" bIns="45720" rtlCol="0">
            <a:noAutofit/>
          </a:bodyPr>
          <a:lstStyle/>
          <a:p>
            <a:pPr marL="0" indent="456971">
              <a:lnSpc>
                <a:spcPct val="125000"/>
              </a:lnSpc>
              <a:spcBef>
                <a:spcPts val="0"/>
              </a:spcBef>
              <a:buClr>
                <a:schemeClr val="tx2">
                  <a:lumMod val="75000"/>
                </a:schemeClr>
              </a:buClr>
              <a:buNone/>
            </a:pPr>
            <a:r>
              <a:rPr lang="en-US" altLang="zh-CN" sz="1400" b="1" dirty="0">
                <a:solidFill>
                  <a:schemeClr val="tx1"/>
                </a:solidFill>
              </a:rPr>
              <a:t>if (</a:t>
            </a:r>
            <a:r>
              <a:rPr lang="en-US" altLang="zh-CN" sz="1400" b="1" dirty="0" err="1">
                <a:solidFill>
                  <a:schemeClr val="tx1"/>
                </a:solidFill>
              </a:rPr>
              <a:t>uwRet</a:t>
            </a:r>
            <a:r>
              <a:rPr lang="en-US" altLang="zh-CN" sz="1400" b="1" dirty="0">
                <a:solidFill>
                  <a:schemeClr val="tx1"/>
                </a:solidFill>
              </a:rPr>
              <a:t> != LOS_OK) {</a:t>
            </a:r>
          </a:p>
          <a:p>
            <a:pPr marL="0" indent="456971">
              <a:lnSpc>
                <a:spcPct val="125000"/>
              </a:lnSpc>
              <a:spcBef>
                <a:spcPts val="0"/>
              </a:spcBef>
              <a:buClr>
                <a:schemeClr val="tx2">
                  <a:lumMod val="75000"/>
                </a:schemeClr>
              </a:buClr>
              <a:buNone/>
            </a:pPr>
            <a:r>
              <a:rPr lang="en-US" altLang="zh-CN" sz="1400" b="1" dirty="0">
                <a:solidFill>
                  <a:schemeClr val="tx1"/>
                </a:solidFill>
              </a:rPr>
              <a:t>           printf("</a:t>
            </a:r>
            <a:r>
              <a:rPr lang="en-US" altLang="zh-CN" sz="1400" b="1" dirty="0" err="1">
                <a:solidFill>
                  <a:schemeClr val="tx1"/>
                </a:solidFill>
              </a:rPr>
              <a:t>AppTaskCreate</a:t>
            </a:r>
            <a:r>
              <a:rPr lang="zh-CN" altLang="en-US" sz="1400" b="1" dirty="0">
                <a:solidFill>
                  <a:schemeClr val="tx1"/>
                </a:solidFill>
              </a:rPr>
              <a:t>创建任务失败！失败代码</a:t>
            </a:r>
            <a:r>
              <a:rPr lang="en-US" altLang="zh-CN" sz="1400" b="1" dirty="0">
                <a:solidFill>
                  <a:schemeClr val="tx1"/>
                </a:solidFill>
              </a:rPr>
              <a:t>0x%X\n",</a:t>
            </a:r>
            <a:r>
              <a:rPr lang="en-US" altLang="zh-CN" sz="1400" b="1" dirty="0" err="1">
                <a:solidFill>
                  <a:schemeClr val="tx1"/>
                </a:solidFill>
              </a:rPr>
              <a:t>uwRet</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return LOS_NOK;</a:t>
            </a:r>
          </a:p>
          <a:p>
            <a:pPr marL="0" indent="456971">
              <a:lnSpc>
                <a:spcPct val="125000"/>
              </a:lnSpc>
              <a:spcBef>
                <a:spcPts val="0"/>
              </a:spcBef>
              <a:buClr>
                <a:schemeClr val="tx2">
                  <a:lumMod val="75000"/>
                </a:schemeClr>
              </a:buClr>
              <a:buNone/>
            </a:pP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zh-CN" altLang="en-US" sz="1400" b="1" dirty="0">
                <a:solidFill>
                  <a:schemeClr val="tx1"/>
                </a:solidFill>
              </a:rPr>
              <a:t>开启</a:t>
            </a:r>
            <a:r>
              <a:rPr lang="en-US" altLang="zh-CN" sz="1400" b="1" dirty="0" err="1">
                <a:solidFill>
                  <a:schemeClr val="tx1"/>
                </a:solidFill>
              </a:rPr>
              <a:t>LiteOS</a:t>
            </a:r>
            <a:r>
              <a:rPr lang="zh-CN" altLang="en-US" sz="1400" b="1" dirty="0">
                <a:solidFill>
                  <a:schemeClr val="tx1"/>
                </a:solidFill>
              </a:rPr>
              <a:t>任务调度 *</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err="1">
                <a:solidFill>
                  <a:schemeClr val="tx1"/>
                </a:solidFill>
              </a:rPr>
              <a:t>LOS_Start</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a:t>
            </a:r>
            <a:r>
              <a:rPr lang="zh-CN" altLang="en-US" sz="1400" b="1" dirty="0">
                <a:solidFill>
                  <a:schemeClr val="tx1"/>
                </a:solidFill>
              </a:rPr>
              <a:t>正常情况下不会执行到这里</a:t>
            </a:r>
          </a:p>
          <a:p>
            <a:pPr marL="0" indent="456971">
              <a:lnSpc>
                <a:spcPct val="125000"/>
              </a:lnSpc>
              <a:spcBef>
                <a:spcPts val="0"/>
              </a:spcBef>
              <a:buClr>
                <a:schemeClr val="tx2">
                  <a:lumMod val="75000"/>
                </a:schemeClr>
              </a:buClr>
              <a:buNone/>
            </a:pPr>
            <a:r>
              <a:rPr lang="en-US" altLang="zh-CN" sz="1400" b="1" dirty="0">
                <a:solidFill>
                  <a:schemeClr val="tx1"/>
                </a:solidFill>
              </a:rPr>
              <a:t>while (1);</a:t>
            </a:r>
          </a:p>
          <a:p>
            <a:pPr marL="0" indent="456971">
              <a:lnSpc>
                <a:spcPct val="125000"/>
              </a:lnSpc>
              <a:spcBef>
                <a:spcPts val="0"/>
              </a:spcBef>
              <a:buClr>
                <a:schemeClr val="tx2">
                  <a:lumMod val="75000"/>
                </a:schemeClr>
              </a:buClr>
              <a:buNone/>
            </a:pP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en-US" altLang="zh-CN" sz="1400" b="1" dirty="0" smtClean="0">
                <a:solidFill>
                  <a:schemeClr val="tx1"/>
                </a:solidFill>
              </a:rPr>
              <a:t>/*************************************************</a:t>
            </a:r>
            <a:endParaRPr lang="en-US" altLang="zh-CN" sz="1400" b="1" dirty="0">
              <a:solidFill>
                <a:schemeClr val="tx1"/>
              </a:solidFill>
            </a:endParaRPr>
          </a:p>
          <a:p>
            <a:pPr marL="0" indent="456971">
              <a:lnSpc>
                <a:spcPct val="125000"/>
              </a:lnSpc>
              <a:spcBef>
                <a:spcPts val="0"/>
              </a:spcBef>
              <a:buClr>
                <a:schemeClr val="tx2">
                  <a:lumMod val="75000"/>
                </a:schemeClr>
              </a:buClr>
              <a:buNone/>
            </a:pPr>
            <a:r>
              <a:rPr lang="en-US" altLang="zh-CN" sz="1400" b="1" dirty="0">
                <a:solidFill>
                  <a:schemeClr val="tx1"/>
                </a:solidFill>
              </a:rPr>
              <a:t>   * @ </a:t>
            </a:r>
            <a:r>
              <a:rPr lang="zh-CN" altLang="en-US" sz="1400" b="1" dirty="0">
                <a:solidFill>
                  <a:schemeClr val="tx1"/>
                </a:solidFill>
              </a:rPr>
              <a:t>函数名  ：</a:t>
            </a:r>
            <a:r>
              <a:rPr lang="en-US" altLang="zh-CN" sz="1400" b="1" dirty="0" err="1">
                <a:solidFill>
                  <a:schemeClr val="tx1"/>
                </a:solidFill>
              </a:rPr>
              <a:t>AppTaskCreate</a:t>
            </a:r>
            <a:endParaRPr lang="en-US" altLang="zh-CN" sz="1400" b="1" dirty="0">
              <a:solidFill>
                <a:schemeClr val="tx1"/>
              </a:solidFill>
            </a:endParaRPr>
          </a:p>
          <a:p>
            <a:pPr marL="0" indent="456971">
              <a:lnSpc>
                <a:spcPct val="125000"/>
              </a:lnSpc>
              <a:spcBef>
                <a:spcPts val="0"/>
              </a:spcBef>
              <a:buClr>
                <a:schemeClr val="tx2">
                  <a:lumMod val="75000"/>
                </a:schemeClr>
              </a:buClr>
              <a:buNone/>
            </a:pPr>
            <a:r>
              <a:rPr lang="en-US" altLang="zh-CN" sz="1400" b="1" dirty="0">
                <a:solidFill>
                  <a:schemeClr val="tx1"/>
                </a:solidFill>
              </a:rPr>
              <a:t>   * @ </a:t>
            </a:r>
            <a:r>
              <a:rPr lang="zh-CN" altLang="en-US" sz="1400" b="1" dirty="0">
                <a:solidFill>
                  <a:schemeClr val="tx1"/>
                </a:solidFill>
              </a:rPr>
              <a:t>功能说明：任务创建，为了方便管理，所有的任务创建函数都可以放在这个函数中</a:t>
            </a:r>
          </a:p>
          <a:p>
            <a:pPr marL="0" indent="456971">
              <a:lnSpc>
                <a:spcPct val="125000"/>
              </a:lnSpc>
              <a:spcBef>
                <a:spcPts val="0"/>
              </a:spcBef>
              <a:buClr>
                <a:schemeClr val="tx2">
                  <a:lumMod val="75000"/>
                </a:schemeClr>
              </a:buClr>
              <a:buNone/>
            </a:pPr>
            <a:r>
              <a:rPr lang="en-US" altLang="zh-CN" sz="1400" b="1" dirty="0">
                <a:solidFill>
                  <a:schemeClr val="tx1"/>
                </a:solidFill>
              </a:rPr>
              <a:t>   * @ </a:t>
            </a:r>
            <a:r>
              <a:rPr lang="zh-CN" altLang="en-US" sz="1400" b="1" dirty="0">
                <a:solidFill>
                  <a:schemeClr val="tx1"/>
                </a:solidFill>
              </a:rPr>
              <a:t>参数   ：无</a:t>
            </a:r>
          </a:p>
          <a:p>
            <a:pPr marL="0" indent="456971">
              <a:lnSpc>
                <a:spcPct val="125000"/>
              </a:lnSpc>
              <a:spcBef>
                <a:spcPts val="0"/>
              </a:spcBef>
              <a:buClr>
                <a:schemeClr val="tx2">
                  <a:lumMod val="75000"/>
                </a:schemeClr>
              </a:buClr>
              <a:buNone/>
            </a:pPr>
            <a:r>
              <a:rPr lang="en-US" altLang="zh-CN" sz="1400" b="1" dirty="0">
                <a:solidFill>
                  <a:schemeClr val="tx1"/>
                </a:solidFill>
              </a:rPr>
              <a:t>   * @ </a:t>
            </a:r>
            <a:r>
              <a:rPr lang="zh-CN" altLang="en-US" sz="1400" b="1" dirty="0">
                <a:solidFill>
                  <a:schemeClr val="tx1"/>
                </a:solidFill>
              </a:rPr>
              <a:t>返回值  ：</a:t>
            </a:r>
            <a:r>
              <a:rPr lang="zh-CN" altLang="en-US" sz="1400" b="1" dirty="0" smtClean="0">
                <a:solidFill>
                  <a:schemeClr val="tx1"/>
                </a:solidFill>
              </a:rPr>
              <a:t>无</a:t>
            </a:r>
            <a:r>
              <a:rPr lang="en-US" altLang="zh-CN" sz="1400" b="1" dirty="0" smtClean="0">
                <a:solidFill>
                  <a:schemeClr val="tx1"/>
                </a:solidFill>
              </a:rPr>
              <a:t>   ********************************************************/</a:t>
            </a:r>
            <a:endParaRPr lang="en-US" altLang="zh-CN" sz="1400" b="1" dirty="0">
              <a:solidFill>
                <a:schemeClr val="tx1"/>
              </a:solidFill>
            </a:endParaRPr>
          </a:p>
        </p:txBody>
      </p:sp>
      <p:cxnSp>
        <p:nvCxnSpPr>
          <p:cNvPr id="7" name="直接连接符 6"/>
          <p:cNvCxnSpPr/>
          <p:nvPr/>
        </p:nvCxnSpPr>
        <p:spPr>
          <a:xfrm>
            <a:off x="6096000" y="1153215"/>
            <a:ext cx="0" cy="4806404"/>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sp>
        <p:nvSpPr>
          <p:cNvPr id="8" name="下弧形箭头 7"/>
          <p:cNvSpPr/>
          <p:nvPr/>
        </p:nvSpPr>
        <p:spPr>
          <a:xfrm>
            <a:off x="5506786" y="5603045"/>
            <a:ext cx="1294726" cy="541424"/>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solidFill>
                <a:schemeClr val="tx1"/>
              </a:solidFill>
            </a:endParaRPr>
          </a:p>
        </p:txBody>
      </p:sp>
      <p:sp>
        <p:nvSpPr>
          <p:cNvPr id="9" name="矩形 8">
            <a:extLst>
              <a:ext uri="{FF2B5EF4-FFF2-40B4-BE49-F238E27FC236}">
                <a16:creationId xmlns:a16="http://schemas.microsoft.com/office/drawing/2014/main" id="{ADFA951A-978E-4E8D-A85A-85B6177AC588}"/>
              </a:ext>
            </a:extLst>
          </p:cNvPr>
          <p:cNvSpPr/>
          <p:nvPr/>
        </p:nvSpPr>
        <p:spPr>
          <a:xfrm>
            <a:off x="0" y="-21316"/>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smtClean="0">
                <a:cs typeface="+mn-ea"/>
                <a:sym typeface="+mn-lt"/>
              </a:rPr>
              <a:t>3.3main.c</a:t>
            </a:r>
            <a:r>
              <a:rPr lang="zh-CN" altLang="en-US" sz="2800" b="1" dirty="0" smtClean="0">
                <a:cs typeface="+mn-ea"/>
                <a:sym typeface="+mn-lt"/>
              </a:rPr>
              <a:t>文件内容全貌</a:t>
            </a:r>
            <a:endParaRPr lang="zh-CN" altLang="en-US" sz="2800" b="1" dirty="0">
              <a:solidFill>
                <a:schemeClr val="bg1"/>
              </a:solidFill>
              <a:cs typeface="+mn-ea"/>
              <a:sym typeface="+mn-lt"/>
            </a:endParaRPr>
          </a:p>
        </p:txBody>
      </p:sp>
      <p:sp>
        <p:nvSpPr>
          <p:cNvPr id="13"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Tree>
    <p:extLst>
      <p:ext uri="{BB962C8B-B14F-4D97-AF65-F5344CB8AC3E}">
        <p14:creationId xmlns:p14="http://schemas.microsoft.com/office/powerpoint/2010/main" val="165796861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 y="859536"/>
            <a:ext cx="12191999" cy="5395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1" name="内容占位符 2"/>
          <p:cNvSpPr>
            <a:spLocks noGrp="1"/>
          </p:cNvSpPr>
          <p:nvPr>
            <p:ph idx="1"/>
          </p:nvPr>
        </p:nvSpPr>
        <p:spPr>
          <a:xfrm>
            <a:off x="1" y="1211088"/>
            <a:ext cx="6095999" cy="5043408"/>
          </a:xfrm>
        </p:spPr>
        <p:txBody>
          <a:bodyPr>
            <a:noAutofit/>
          </a:bodyPr>
          <a:lstStyle/>
          <a:p>
            <a:pPr marL="0" indent="456971">
              <a:lnSpc>
                <a:spcPct val="125000"/>
              </a:lnSpc>
              <a:spcBef>
                <a:spcPts val="0"/>
              </a:spcBef>
              <a:buClr>
                <a:schemeClr val="tx2">
                  <a:lumMod val="75000"/>
                </a:schemeClr>
              </a:buClr>
              <a:buNone/>
            </a:pPr>
            <a:r>
              <a:rPr lang="en-US" altLang="zh-CN" sz="1400" b="1" dirty="0">
                <a:solidFill>
                  <a:schemeClr val="tx1"/>
                </a:solidFill>
              </a:rPr>
              <a:t>static UINT32 </a:t>
            </a:r>
            <a:r>
              <a:rPr lang="en-US" altLang="zh-CN" sz="1400" b="1" dirty="0" err="1">
                <a:solidFill>
                  <a:schemeClr val="tx1"/>
                </a:solidFill>
              </a:rPr>
              <a:t>AppTaskCreate</a:t>
            </a:r>
            <a:r>
              <a:rPr lang="en-US" altLang="zh-CN" sz="1400" b="1" dirty="0">
                <a:solidFill>
                  <a:schemeClr val="tx1"/>
                </a:solidFill>
              </a:rPr>
              <a:t>(void)</a:t>
            </a:r>
          </a:p>
          <a:p>
            <a:pPr marL="0" indent="456971">
              <a:lnSpc>
                <a:spcPct val="125000"/>
              </a:lnSpc>
              <a:spcBef>
                <a:spcPts val="0"/>
              </a:spcBef>
              <a:buClr>
                <a:schemeClr val="tx2">
                  <a:lumMod val="75000"/>
                </a:schemeClr>
              </a:buClr>
              <a:buNone/>
            </a:pP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zh-CN" altLang="en-US" sz="1400" b="1" dirty="0">
                <a:solidFill>
                  <a:schemeClr val="tx1"/>
                </a:solidFill>
              </a:rPr>
              <a:t>定义一个返回类型变量，初始化为</a:t>
            </a:r>
            <a:r>
              <a:rPr lang="en-US" altLang="zh-CN" sz="1400" b="1" dirty="0">
                <a:solidFill>
                  <a:schemeClr val="tx1"/>
                </a:solidFill>
              </a:rPr>
              <a:t>LOS_OK */</a:t>
            </a:r>
          </a:p>
          <a:p>
            <a:pPr marL="0" indent="456971">
              <a:lnSpc>
                <a:spcPct val="125000"/>
              </a:lnSpc>
              <a:spcBef>
                <a:spcPts val="0"/>
              </a:spcBef>
              <a:buClr>
                <a:schemeClr val="tx2">
                  <a:lumMod val="75000"/>
                </a:schemeClr>
              </a:buClr>
              <a:buNone/>
            </a:pPr>
            <a:r>
              <a:rPr lang="en-US" altLang="zh-CN" sz="1400" b="1" dirty="0">
                <a:solidFill>
                  <a:schemeClr val="tx1"/>
                </a:solidFill>
              </a:rPr>
              <a:t>UINT32 </a:t>
            </a:r>
            <a:r>
              <a:rPr lang="en-US" altLang="zh-CN" sz="1400" b="1" dirty="0" err="1">
                <a:solidFill>
                  <a:schemeClr val="tx1"/>
                </a:solidFill>
              </a:rPr>
              <a:t>uwRet</a:t>
            </a:r>
            <a:r>
              <a:rPr lang="en-US" altLang="zh-CN" sz="1400" b="1" dirty="0">
                <a:solidFill>
                  <a:schemeClr val="tx1"/>
                </a:solidFill>
              </a:rPr>
              <a:t> = LOS_OK;</a:t>
            </a:r>
          </a:p>
          <a:p>
            <a:pPr marL="0" indent="456971">
              <a:lnSpc>
                <a:spcPct val="125000"/>
              </a:lnSpc>
              <a:spcBef>
                <a:spcPts val="0"/>
              </a:spcBef>
              <a:buClr>
                <a:schemeClr val="tx2">
                  <a:lumMod val="75000"/>
                </a:schemeClr>
              </a:buClr>
              <a:buNone/>
            </a:pPr>
            <a:r>
              <a:rPr lang="en-US" altLang="zh-CN" sz="1400" b="1" dirty="0" err="1">
                <a:solidFill>
                  <a:schemeClr val="tx1"/>
                </a:solidFill>
              </a:rPr>
              <a:t>uwRet</a:t>
            </a:r>
            <a:r>
              <a:rPr lang="en-US" altLang="zh-CN" sz="1400" b="1" dirty="0">
                <a:solidFill>
                  <a:schemeClr val="tx1"/>
                </a:solidFill>
              </a:rPr>
              <a:t> = Creat_Test1_Task();</a:t>
            </a:r>
          </a:p>
          <a:p>
            <a:pPr marL="0" indent="456971">
              <a:lnSpc>
                <a:spcPct val="125000"/>
              </a:lnSpc>
              <a:spcBef>
                <a:spcPts val="0"/>
              </a:spcBef>
              <a:buClr>
                <a:schemeClr val="tx2">
                  <a:lumMod val="75000"/>
                </a:schemeClr>
              </a:buClr>
              <a:buNone/>
            </a:pPr>
            <a:r>
              <a:rPr lang="en-US" altLang="zh-CN" sz="1400" b="1" dirty="0">
                <a:solidFill>
                  <a:schemeClr val="tx1"/>
                </a:solidFill>
              </a:rPr>
              <a:t>if (</a:t>
            </a:r>
            <a:r>
              <a:rPr lang="en-US" altLang="zh-CN" sz="1400" b="1" dirty="0" err="1">
                <a:solidFill>
                  <a:schemeClr val="tx1"/>
                </a:solidFill>
              </a:rPr>
              <a:t>uwRet</a:t>
            </a:r>
            <a:r>
              <a:rPr lang="en-US" altLang="zh-CN" sz="1400" b="1" dirty="0">
                <a:solidFill>
                  <a:schemeClr val="tx1"/>
                </a:solidFill>
              </a:rPr>
              <a:t> != LOS_OK) {</a:t>
            </a:r>
          </a:p>
          <a:p>
            <a:pPr marL="0" indent="456971">
              <a:lnSpc>
                <a:spcPct val="125000"/>
              </a:lnSpc>
              <a:spcBef>
                <a:spcPts val="0"/>
              </a:spcBef>
              <a:buClr>
                <a:schemeClr val="tx2">
                  <a:lumMod val="75000"/>
                </a:schemeClr>
              </a:buClr>
              <a:buNone/>
            </a:pPr>
            <a:r>
              <a:rPr lang="en-US" altLang="zh-CN" sz="1400" b="1" dirty="0">
                <a:solidFill>
                  <a:schemeClr val="tx1"/>
                </a:solidFill>
              </a:rPr>
              <a:t>printf("Test1_Task</a:t>
            </a:r>
            <a:r>
              <a:rPr lang="zh-CN" altLang="en-US" sz="1400" b="1" dirty="0">
                <a:solidFill>
                  <a:schemeClr val="tx1"/>
                </a:solidFill>
              </a:rPr>
              <a:t>任务创建失败！失败代码</a:t>
            </a:r>
            <a:r>
              <a:rPr lang="en-US" altLang="zh-CN" sz="1400" b="1" dirty="0">
                <a:solidFill>
                  <a:schemeClr val="tx1"/>
                </a:solidFill>
              </a:rPr>
              <a:t>0x%X\n",</a:t>
            </a:r>
            <a:r>
              <a:rPr lang="en-US" altLang="zh-CN" sz="1400" b="1" dirty="0" err="1">
                <a:solidFill>
                  <a:schemeClr val="tx1"/>
                </a:solidFill>
              </a:rPr>
              <a:t>uwRet</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return </a:t>
            </a:r>
            <a:r>
              <a:rPr lang="en-US" altLang="zh-CN" sz="1400" b="1" dirty="0" err="1">
                <a:solidFill>
                  <a:schemeClr val="tx1"/>
                </a:solidFill>
              </a:rPr>
              <a:t>uwRet</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return LOS_OK;</a:t>
            </a:r>
          </a:p>
          <a:p>
            <a:pPr marL="0" indent="456971">
              <a:lnSpc>
                <a:spcPct val="125000"/>
              </a:lnSpc>
              <a:spcBef>
                <a:spcPts val="0"/>
              </a:spcBef>
              <a:buClr>
                <a:schemeClr val="tx2">
                  <a:lumMod val="75000"/>
                </a:schemeClr>
              </a:buClr>
              <a:buNone/>
            </a:pP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en-US" altLang="zh-CN" sz="1400" b="1" dirty="0" smtClean="0">
                <a:solidFill>
                  <a:schemeClr val="tx1"/>
                </a:solidFill>
              </a:rPr>
              <a:t>/***************************************************************</a:t>
            </a:r>
            <a:endParaRPr lang="en-US" altLang="zh-CN" sz="1400" b="1" dirty="0">
              <a:solidFill>
                <a:schemeClr val="tx1"/>
              </a:solidFill>
            </a:endParaRPr>
          </a:p>
          <a:p>
            <a:pPr marL="0" indent="456971">
              <a:lnSpc>
                <a:spcPct val="125000"/>
              </a:lnSpc>
              <a:spcBef>
                <a:spcPts val="0"/>
              </a:spcBef>
              <a:buClr>
                <a:schemeClr val="tx2">
                  <a:lumMod val="75000"/>
                </a:schemeClr>
              </a:buClr>
              <a:buNone/>
            </a:pPr>
            <a:r>
              <a:rPr lang="en-US" altLang="zh-CN" sz="1400" b="1" dirty="0">
                <a:solidFill>
                  <a:schemeClr val="tx1"/>
                </a:solidFill>
              </a:rPr>
              <a:t>* @ </a:t>
            </a:r>
            <a:r>
              <a:rPr lang="zh-CN" altLang="en-US" sz="1400" b="1" dirty="0">
                <a:solidFill>
                  <a:schemeClr val="tx1"/>
                </a:solidFill>
              </a:rPr>
              <a:t>函数名  ： </a:t>
            </a:r>
            <a:r>
              <a:rPr lang="en-US" altLang="zh-CN" sz="1400" b="1" dirty="0">
                <a:solidFill>
                  <a:schemeClr val="tx1"/>
                </a:solidFill>
              </a:rPr>
              <a:t>Creat_Test1_Task</a:t>
            </a:r>
          </a:p>
          <a:p>
            <a:pPr marL="0" indent="456971">
              <a:lnSpc>
                <a:spcPct val="125000"/>
              </a:lnSpc>
              <a:spcBef>
                <a:spcPts val="0"/>
              </a:spcBef>
              <a:buClr>
                <a:schemeClr val="tx2">
                  <a:lumMod val="75000"/>
                </a:schemeClr>
              </a:buClr>
              <a:buNone/>
            </a:pPr>
            <a:r>
              <a:rPr lang="en-US" altLang="zh-CN" sz="1400" b="1" dirty="0">
                <a:solidFill>
                  <a:schemeClr val="tx1"/>
                </a:solidFill>
              </a:rPr>
              <a:t>* @ </a:t>
            </a:r>
            <a:r>
              <a:rPr lang="zh-CN" altLang="en-US" sz="1400" b="1" dirty="0">
                <a:solidFill>
                  <a:schemeClr val="tx1"/>
                </a:solidFill>
              </a:rPr>
              <a:t>功能说明： 创建</a:t>
            </a:r>
            <a:r>
              <a:rPr lang="en-US" altLang="zh-CN" sz="1400" b="1" dirty="0">
                <a:solidFill>
                  <a:schemeClr val="tx1"/>
                </a:solidFill>
              </a:rPr>
              <a:t>Test1_Task</a:t>
            </a:r>
            <a:r>
              <a:rPr lang="zh-CN" altLang="en-US" sz="1400" b="1" dirty="0">
                <a:solidFill>
                  <a:schemeClr val="tx1"/>
                </a:solidFill>
              </a:rPr>
              <a:t>任务</a:t>
            </a:r>
          </a:p>
          <a:p>
            <a:pPr marL="0" indent="456971">
              <a:lnSpc>
                <a:spcPct val="125000"/>
              </a:lnSpc>
              <a:spcBef>
                <a:spcPts val="0"/>
              </a:spcBef>
              <a:buClr>
                <a:schemeClr val="tx2">
                  <a:lumMod val="75000"/>
                </a:schemeClr>
              </a:buClr>
              <a:buNone/>
            </a:pPr>
            <a:r>
              <a:rPr lang="zh-CN" altLang="en-US" sz="1400" b="1" dirty="0">
                <a:solidFill>
                  <a:schemeClr val="tx1"/>
                </a:solidFill>
              </a:rPr>
              <a:t>* </a:t>
            </a:r>
            <a:r>
              <a:rPr lang="en-US" altLang="zh-CN" sz="1400" b="1" dirty="0">
                <a:solidFill>
                  <a:schemeClr val="tx1"/>
                </a:solidFill>
              </a:rPr>
              <a:t>@ </a:t>
            </a:r>
            <a:r>
              <a:rPr lang="zh-CN" altLang="en-US" sz="1400" b="1" dirty="0">
                <a:solidFill>
                  <a:schemeClr val="tx1"/>
                </a:solidFill>
              </a:rPr>
              <a:t>参数    ：</a:t>
            </a:r>
          </a:p>
          <a:p>
            <a:pPr marL="0" indent="456971">
              <a:lnSpc>
                <a:spcPct val="125000"/>
              </a:lnSpc>
              <a:spcBef>
                <a:spcPts val="0"/>
              </a:spcBef>
              <a:buClr>
                <a:schemeClr val="tx2">
                  <a:lumMod val="75000"/>
                </a:schemeClr>
              </a:buClr>
              <a:buNone/>
            </a:pPr>
            <a:r>
              <a:rPr lang="zh-CN" altLang="en-US" sz="1400" b="1" dirty="0">
                <a:solidFill>
                  <a:schemeClr val="tx1"/>
                </a:solidFill>
              </a:rPr>
              <a:t>  * </a:t>
            </a:r>
            <a:r>
              <a:rPr lang="en-US" altLang="zh-CN" sz="1400" b="1" dirty="0">
                <a:solidFill>
                  <a:schemeClr val="tx1"/>
                </a:solidFill>
              </a:rPr>
              <a:t>@ </a:t>
            </a:r>
            <a:r>
              <a:rPr lang="zh-CN" altLang="en-US" sz="1400" b="1" dirty="0">
                <a:solidFill>
                  <a:schemeClr val="tx1"/>
                </a:solidFill>
              </a:rPr>
              <a:t>返回值  ： 无</a:t>
            </a:r>
          </a:p>
          <a:p>
            <a:pPr marL="0" indent="456971">
              <a:lnSpc>
                <a:spcPct val="125000"/>
              </a:lnSpc>
              <a:spcBef>
                <a:spcPts val="0"/>
              </a:spcBef>
              <a:buClr>
                <a:schemeClr val="tx2">
                  <a:lumMod val="75000"/>
                </a:schemeClr>
              </a:buClr>
              <a:buNone/>
            </a:pPr>
            <a:r>
              <a:rPr lang="zh-CN" altLang="en-US" sz="1400" b="1" dirty="0" smtClean="0">
                <a:solidFill>
                  <a:schemeClr val="tx1"/>
                </a:solidFill>
              </a:rPr>
              <a:t>**************************************************</a:t>
            </a:r>
            <a:r>
              <a:rPr lang="en-US" altLang="zh-CN" sz="1400" b="1" dirty="0" smtClean="0">
                <a:solidFill>
                  <a:schemeClr val="tx1"/>
                </a:solidFill>
              </a:rPr>
              <a:t>/</a:t>
            </a:r>
            <a:endParaRPr lang="en-US" altLang="zh-CN" sz="1400" b="1" dirty="0">
              <a:solidFill>
                <a:schemeClr val="tx1"/>
              </a:solidFill>
            </a:endParaRPr>
          </a:p>
        </p:txBody>
      </p:sp>
      <p:sp>
        <p:nvSpPr>
          <p:cNvPr id="12" name="内容占位符 2"/>
          <p:cNvSpPr>
            <a:spLocks noGrp="1"/>
          </p:cNvSpPr>
          <p:nvPr>
            <p:ph idx="1"/>
          </p:nvPr>
        </p:nvSpPr>
        <p:spPr>
          <a:xfrm>
            <a:off x="6230866" y="1050601"/>
            <a:ext cx="5826267" cy="4628604"/>
          </a:xfrm>
        </p:spPr>
        <p:txBody>
          <a:bodyPr>
            <a:noAutofit/>
          </a:bodyPr>
          <a:lstStyle/>
          <a:p>
            <a:pPr marL="0" indent="456971">
              <a:lnSpc>
                <a:spcPct val="125000"/>
              </a:lnSpc>
              <a:spcBef>
                <a:spcPts val="0"/>
              </a:spcBef>
              <a:buClr>
                <a:schemeClr val="tx2">
                  <a:lumMod val="75000"/>
                </a:schemeClr>
              </a:buClr>
              <a:buNone/>
            </a:pPr>
            <a:r>
              <a:rPr lang="en-US" altLang="zh-CN" sz="1400" b="1" dirty="0">
                <a:solidFill>
                  <a:schemeClr val="tx1"/>
                </a:solidFill>
              </a:rPr>
              <a:t>static UINT32 Creat_Test1_Task()</a:t>
            </a:r>
          </a:p>
          <a:p>
            <a:pPr marL="0" indent="456971">
              <a:lnSpc>
                <a:spcPct val="125000"/>
              </a:lnSpc>
              <a:spcBef>
                <a:spcPts val="0"/>
              </a:spcBef>
              <a:buClr>
                <a:schemeClr val="tx2">
                  <a:lumMod val="75000"/>
                </a:schemeClr>
              </a:buClr>
              <a:buNone/>
            </a:pPr>
            <a:r>
              <a:rPr lang="en-US" altLang="zh-CN" sz="1400" b="1" dirty="0">
                <a:solidFill>
                  <a:schemeClr val="tx1"/>
                </a:solidFill>
              </a:rPr>
              <a:t> {</a:t>
            </a:r>
          </a:p>
          <a:p>
            <a:pPr marL="0" indent="456971">
              <a:lnSpc>
                <a:spcPct val="125000"/>
              </a:lnSpc>
              <a:spcBef>
                <a:spcPts val="0"/>
              </a:spcBef>
              <a:buClr>
                <a:schemeClr val="tx2">
                  <a:lumMod val="75000"/>
                </a:schemeClr>
              </a:buClr>
              <a:buNone/>
            </a:pPr>
            <a:r>
              <a:rPr lang="en-US" altLang="zh-CN" sz="1400" b="1" dirty="0">
                <a:solidFill>
                  <a:schemeClr val="tx1"/>
                </a:solidFill>
              </a:rPr>
              <a:t>//</a:t>
            </a:r>
            <a:r>
              <a:rPr lang="zh-CN" altLang="en-US" sz="1400" b="1" dirty="0">
                <a:solidFill>
                  <a:schemeClr val="tx1"/>
                </a:solidFill>
              </a:rPr>
              <a:t>定义一个创建任务的返回类型，初始化为创建成功的返回值</a:t>
            </a:r>
          </a:p>
          <a:p>
            <a:pPr marL="0" indent="456971">
              <a:lnSpc>
                <a:spcPct val="125000"/>
              </a:lnSpc>
              <a:spcBef>
                <a:spcPts val="0"/>
              </a:spcBef>
              <a:buClr>
                <a:schemeClr val="tx2">
                  <a:lumMod val="75000"/>
                </a:schemeClr>
              </a:buClr>
              <a:buNone/>
            </a:pPr>
            <a:r>
              <a:rPr lang="en-US" altLang="zh-CN" sz="1400" b="1" dirty="0">
                <a:solidFill>
                  <a:schemeClr val="tx1"/>
                </a:solidFill>
              </a:rPr>
              <a:t>UINT32 </a:t>
            </a:r>
            <a:r>
              <a:rPr lang="en-US" altLang="zh-CN" sz="1400" b="1" dirty="0" err="1">
                <a:solidFill>
                  <a:schemeClr val="tx1"/>
                </a:solidFill>
              </a:rPr>
              <a:t>uwRet</a:t>
            </a:r>
            <a:r>
              <a:rPr lang="en-US" altLang="zh-CN" sz="1400" b="1" dirty="0">
                <a:solidFill>
                  <a:schemeClr val="tx1"/>
                </a:solidFill>
              </a:rPr>
              <a:t> = LOS_OK;</a:t>
            </a:r>
          </a:p>
          <a:p>
            <a:pPr marL="0" indent="456971">
              <a:lnSpc>
                <a:spcPct val="125000"/>
              </a:lnSpc>
              <a:spcBef>
                <a:spcPts val="0"/>
              </a:spcBef>
              <a:buClr>
                <a:schemeClr val="tx2">
                  <a:lumMod val="75000"/>
                </a:schemeClr>
              </a:buClr>
              <a:buNone/>
            </a:pPr>
            <a:r>
              <a:rPr lang="en-US" altLang="zh-CN" sz="1400" b="1" dirty="0">
                <a:solidFill>
                  <a:schemeClr val="tx1"/>
                </a:solidFill>
              </a:rPr>
              <a:t>//</a:t>
            </a:r>
            <a:r>
              <a:rPr lang="zh-CN" altLang="en-US" sz="1400" b="1" dirty="0">
                <a:solidFill>
                  <a:schemeClr val="tx1"/>
                </a:solidFill>
              </a:rPr>
              <a:t>定义一个用于创建任务的参数结构体</a:t>
            </a:r>
          </a:p>
          <a:p>
            <a:pPr marL="0" indent="456971">
              <a:lnSpc>
                <a:spcPct val="125000"/>
              </a:lnSpc>
              <a:spcBef>
                <a:spcPts val="0"/>
              </a:spcBef>
              <a:buClr>
                <a:schemeClr val="tx2">
                  <a:lumMod val="75000"/>
                </a:schemeClr>
              </a:buClr>
              <a:buNone/>
            </a:pPr>
            <a:r>
              <a:rPr lang="en-US" altLang="zh-CN" sz="1400" b="1" dirty="0">
                <a:solidFill>
                  <a:schemeClr val="tx1"/>
                </a:solidFill>
              </a:rPr>
              <a:t>TSK_INIT_PARAM_S </a:t>
            </a:r>
            <a:r>
              <a:rPr lang="en-US" altLang="zh-CN" sz="1400" b="1" dirty="0" err="1">
                <a:solidFill>
                  <a:schemeClr val="tx1"/>
                </a:solidFill>
              </a:rPr>
              <a:t>task_init_param</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err="1">
                <a:solidFill>
                  <a:schemeClr val="tx1"/>
                </a:solidFill>
              </a:rPr>
              <a:t>task_init_param.usTaskPrio</a:t>
            </a:r>
            <a:r>
              <a:rPr lang="en-US" altLang="zh-CN" sz="1400" b="1" dirty="0">
                <a:solidFill>
                  <a:schemeClr val="tx1"/>
                </a:solidFill>
              </a:rPr>
              <a:t> = 5;     /* </a:t>
            </a:r>
            <a:r>
              <a:rPr lang="zh-CN" altLang="en-US" sz="1400" b="1" dirty="0">
                <a:solidFill>
                  <a:schemeClr val="tx1"/>
                </a:solidFill>
              </a:rPr>
              <a:t>任务优先级，数值越小，优先级越高 *</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err="1">
                <a:solidFill>
                  <a:schemeClr val="tx1"/>
                </a:solidFill>
              </a:rPr>
              <a:t>task_init_param.pcName</a:t>
            </a:r>
            <a:r>
              <a:rPr lang="en-US" altLang="zh-CN" sz="1400" b="1" dirty="0">
                <a:solidFill>
                  <a:schemeClr val="tx1"/>
                </a:solidFill>
              </a:rPr>
              <a:t> = "Test1_Task";/* </a:t>
            </a:r>
            <a:r>
              <a:rPr lang="zh-CN" altLang="en-US" sz="1400" b="1" dirty="0">
                <a:solidFill>
                  <a:schemeClr val="tx1"/>
                </a:solidFill>
              </a:rPr>
              <a:t>任务名 *</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err="1">
                <a:solidFill>
                  <a:schemeClr val="tx1"/>
                </a:solidFill>
              </a:rPr>
              <a:t>task_init_param.pfnTaskEntry</a:t>
            </a:r>
            <a:r>
              <a:rPr lang="en-US" altLang="zh-CN" sz="1400" b="1" dirty="0">
                <a:solidFill>
                  <a:schemeClr val="tx1"/>
                </a:solidFill>
              </a:rPr>
              <a:t> = (TSK_ENTRY_FUNC)Test1_Task;</a:t>
            </a:r>
          </a:p>
          <a:p>
            <a:pPr marL="0" indent="456971">
              <a:lnSpc>
                <a:spcPct val="125000"/>
              </a:lnSpc>
              <a:spcBef>
                <a:spcPts val="0"/>
              </a:spcBef>
              <a:buClr>
                <a:schemeClr val="tx2">
                  <a:lumMod val="75000"/>
                </a:schemeClr>
              </a:buClr>
              <a:buNone/>
            </a:pPr>
            <a:r>
              <a:rPr lang="en-US" altLang="zh-CN" sz="1400" b="1" dirty="0" err="1">
                <a:solidFill>
                  <a:schemeClr val="tx1"/>
                </a:solidFill>
              </a:rPr>
              <a:t>task_init_param.uwStackSize</a:t>
            </a:r>
            <a:r>
              <a:rPr lang="en-US" altLang="zh-CN" sz="1400" b="1" dirty="0">
                <a:solidFill>
                  <a:schemeClr val="tx1"/>
                </a:solidFill>
              </a:rPr>
              <a:t> = 1024;	/* </a:t>
            </a:r>
            <a:r>
              <a:rPr lang="zh-CN" altLang="en-US" sz="1400" b="1" dirty="0">
                <a:solidFill>
                  <a:schemeClr val="tx1"/>
                </a:solidFill>
              </a:rPr>
              <a:t>栈大小 *</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err="1">
                <a:solidFill>
                  <a:schemeClr val="tx1"/>
                </a:solidFill>
              </a:rPr>
              <a:t>uwRet</a:t>
            </a:r>
            <a:r>
              <a:rPr lang="en-US" altLang="zh-CN" sz="1400" b="1" dirty="0">
                <a:solidFill>
                  <a:schemeClr val="tx1"/>
                </a:solidFill>
              </a:rPr>
              <a:t> = </a:t>
            </a:r>
            <a:r>
              <a:rPr lang="en-US" altLang="zh-CN" sz="1400" b="1" dirty="0" err="1">
                <a:solidFill>
                  <a:schemeClr val="tx1"/>
                </a:solidFill>
              </a:rPr>
              <a:t>LOS_TaskCreate</a:t>
            </a:r>
            <a:r>
              <a:rPr lang="en-US" altLang="zh-CN" sz="1400" b="1" dirty="0">
                <a:solidFill>
                  <a:schemeClr val="tx1"/>
                </a:solidFill>
              </a:rPr>
              <a:t>(&amp;Test1_Task_Handle, &amp;</a:t>
            </a:r>
            <a:r>
              <a:rPr lang="en-US" altLang="zh-CN" sz="1400" b="1" dirty="0" err="1">
                <a:solidFill>
                  <a:schemeClr val="tx1"/>
                </a:solidFill>
              </a:rPr>
              <a:t>task_init_param</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return </a:t>
            </a:r>
            <a:r>
              <a:rPr lang="en-US" altLang="zh-CN" sz="1400" b="1" dirty="0" err="1">
                <a:solidFill>
                  <a:schemeClr val="tx1"/>
                </a:solidFill>
              </a:rPr>
              <a:t>uwRet</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en-US" altLang="zh-CN" sz="1400" b="1" dirty="0" smtClean="0">
                <a:solidFill>
                  <a:schemeClr val="tx1"/>
                </a:solidFill>
              </a:rPr>
              <a:t>/******************************************************</a:t>
            </a:r>
            <a:endParaRPr lang="en-US" altLang="zh-CN" sz="1400" b="1" dirty="0">
              <a:solidFill>
                <a:schemeClr val="tx1"/>
              </a:solidFill>
            </a:endParaRPr>
          </a:p>
          <a:p>
            <a:pPr marL="0" indent="456971">
              <a:lnSpc>
                <a:spcPct val="125000"/>
              </a:lnSpc>
              <a:spcBef>
                <a:spcPts val="0"/>
              </a:spcBef>
              <a:buClr>
                <a:schemeClr val="tx2">
                  <a:lumMod val="75000"/>
                </a:schemeClr>
              </a:buClr>
              <a:buNone/>
            </a:pPr>
            <a:r>
              <a:rPr lang="en-US" altLang="zh-CN" sz="1400" b="1" dirty="0">
                <a:solidFill>
                  <a:schemeClr val="tx1"/>
                </a:solidFill>
              </a:rPr>
              <a:t>   * @ </a:t>
            </a:r>
            <a:r>
              <a:rPr lang="zh-CN" altLang="en-US" sz="1400" b="1" dirty="0">
                <a:solidFill>
                  <a:schemeClr val="tx1"/>
                </a:solidFill>
              </a:rPr>
              <a:t>函数名  ： </a:t>
            </a:r>
            <a:r>
              <a:rPr lang="en-US" altLang="zh-CN" sz="1400" b="1" dirty="0">
                <a:solidFill>
                  <a:schemeClr val="tx1"/>
                </a:solidFill>
              </a:rPr>
              <a:t>Test1_Task</a:t>
            </a:r>
          </a:p>
          <a:p>
            <a:pPr marL="0" indent="456971">
              <a:lnSpc>
                <a:spcPct val="125000"/>
              </a:lnSpc>
              <a:spcBef>
                <a:spcPts val="0"/>
              </a:spcBef>
              <a:buClr>
                <a:schemeClr val="tx2">
                  <a:lumMod val="75000"/>
                </a:schemeClr>
              </a:buClr>
              <a:buNone/>
            </a:pPr>
            <a:r>
              <a:rPr lang="en-US" altLang="zh-CN" sz="1400" b="1" dirty="0">
                <a:solidFill>
                  <a:schemeClr val="tx1"/>
                </a:solidFill>
              </a:rPr>
              <a:t>   * @ </a:t>
            </a:r>
            <a:r>
              <a:rPr lang="zh-CN" altLang="en-US" sz="1400" b="1" dirty="0">
                <a:solidFill>
                  <a:schemeClr val="tx1"/>
                </a:solidFill>
              </a:rPr>
              <a:t>功能说明： </a:t>
            </a:r>
            <a:r>
              <a:rPr lang="en-US" altLang="zh-CN" sz="1400" b="1" dirty="0">
                <a:solidFill>
                  <a:schemeClr val="tx1"/>
                </a:solidFill>
              </a:rPr>
              <a:t>Test1_Task</a:t>
            </a:r>
            <a:r>
              <a:rPr lang="zh-CN" altLang="en-US" sz="1400" b="1" dirty="0">
                <a:solidFill>
                  <a:schemeClr val="tx1"/>
                </a:solidFill>
              </a:rPr>
              <a:t>任务实现</a:t>
            </a:r>
          </a:p>
        </p:txBody>
      </p:sp>
      <p:cxnSp>
        <p:nvCxnSpPr>
          <p:cNvPr id="7" name="直接连接符 6"/>
          <p:cNvCxnSpPr/>
          <p:nvPr/>
        </p:nvCxnSpPr>
        <p:spPr>
          <a:xfrm>
            <a:off x="6096000" y="1064784"/>
            <a:ext cx="0" cy="4806404"/>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sp>
        <p:nvSpPr>
          <p:cNvPr id="8" name="下弧形箭头 7"/>
          <p:cNvSpPr/>
          <p:nvPr/>
        </p:nvSpPr>
        <p:spPr>
          <a:xfrm>
            <a:off x="5506786" y="5679205"/>
            <a:ext cx="1294726" cy="541424"/>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solidFill>
                <a:schemeClr val="tx1"/>
              </a:solidFill>
            </a:endParaRPr>
          </a:p>
        </p:txBody>
      </p:sp>
      <p:sp>
        <p:nvSpPr>
          <p:cNvPr id="9" name="矩形 8">
            <a:extLst>
              <a:ext uri="{FF2B5EF4-FFF2-40B4-BE49-F238E27FC236}">
                <a16:creationId xmlns:a16="http://schemas.microsoft.com/office/drawing/2014/main" id="{ADFA951A-978E-4E8D-A85A-85B6177AC588}"/>
              </a:ext>
            </a:extLst>
          </p:cNvPr>
          <p:cNvSpPr/>
          <p:nvPr/>
        </p:nvSpPr>
        <p:spPr>
          <a:xfrm>
            <a:off x="0" y="-21316"/>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smtClean="0">
                <a:cs typeface="+mn-ea"/>
                <a:sym typeface="+mn-lt"/>
              </a:rPr>
              <a:t>3.3main.c</a:t>
            </a:r>
            <a:r>
              <a:rPr lang="zh-CN" altLang="en-US" sz="2800" b="1" dirty="0" smtClean="0">
                <a:cs typeface="+mn-ea"/>
                <a:sym typeface="+mn-lt"/>
              </a:rPr>
              <a:t>文件内容全貌</a:t>
            </a:r>
            <a:endParaRPr lang="zh-CN" altLang="en-US" sz="2800" b="1" dirty="0">
              <a:solidFill>
                <a:schemeClr val="bg1"/>
              </a:solidFill>
              <a:cs typeface="+mn-ea"/>
              <a:sym typeface="+mn-lt"/>
            </a:endParaRPr>
          </a:p>
        </p:txBody>
      </p:sp>
      <p:sp>
        <p:nvSpPr>
          <p:cNvPr id="13"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Tree>
    <p:extLst>
      <p:ext uri="{BB962C8B-B14F-4D97-AF65-F5344CB8AC3E}">
        <p14:creationId xmlns:p14="http://schemas.microsoft.com/office/powerpoint/2010/main" val="9414769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 y="842319"/>
            <a:ext cx="12191999" cy="49512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1" name="内容占位符 2"/>
          <p:cNvSpPr>
            <a:spLocks noGrp="1"/>
          </p:cNvSpPr>
          <p:nvPr>
            <p:ph idx="1"/>
          </p:nvPr>
        </p:nvSpPr>
        <p:spPr>
          <a:xfrm>
            <a:off x="1" y="787456"/>
            <a:ext cx="6095999" cy="4628604"/>
          </a:xfrm>
        </p:spPr>
        <p:txBody>
          <a:bodyPr vert="horz" lIns="91440" tIns="45720" rIns="91440" bIns="45720" rtlCol="0">
            <a:noAutofit/>
          </a:bodyPr>
          <a:lstStyle/>
          <a:p>
            <a:pPr marL="0" indent="456971">
              <a:lnSpc>
                <a:spcPct val="125000"/>
              </a:lnSpc>
              <a:spcBef>
                <a:spcPts val="0"/>
              </a:spcBef>
              <a:buClr>
                <a:schemeClr val="tx2">
                  <a:lumMod val="75000"/>
                </a:schemeClr>
              </a:buClr>
              <a:buNone/>
            </a:pPr>
            <a:r>
              <a:rPr lang="zh-CN" altLang="en-US" sz="1400" b="1" dirty="0">
                <a:solidFill>
                  <a:schemeClr val="tx1"/>
                </a:solidFill>
              </a:rPr>
              <a:t>* </a:t>
            </a:r>
            <a:r>
              <a:rPr lang="en-US" altLang="zh-CN" sz="1400" b="1" dirty="0">
                <a:solidFill>
                  <a:schemeClr val="tx1"/>
                </a:solidFill>
              </a:rPr>
              <a:t>@ </a:t>
            </a:r>
            <a:r>
              <a:rPr lang="zh-CN" altLang="en-US" sz="1400" b="1" dirty="0">
                <a:solidFill>
                  <a:schemeClr val="tx1"/>
                </a:solidFill>
              </a:rPr>
              <a:t>参数    ： </a:t>
            </a:r>
            <a:r>
              <a:rPr lang="en-US" altLang="zh-CN" sz="1400" b="1" dirty="0">
                <a:solidFill>
                  <a:schemeClr val="tx1"/>
                </a:solidFill>
              </a:rPr>
              <a:t>NULL</a:t>
            </a:r>
          </a:p>
          <a:p>
            <a:pPr marL="0" indent="456971">
              <a:lnSpc>
                <a:spcPct val="125000"/>
              </a:lnSpc>
              <a:spcBef>
                <a:spcPts val="0"/>
              </a:spcBef>
              <a:buClr>
                <a:schemeClr val="tx2">
                  <a:lumMod val="75000"/>
                </a:schemeClr>
              </a:buClr>
              <a:buNone/>
            </a:pPr>
            <a:r>
              <a:rPr lang="en-US" altLang="zh-CN" sz="1400" b="1" dirty="0">
                <a:solidFill>
                  <a:schemeClr val="tx1"/>
                </a:solidFill>
              </a:rPr>
              <a:t>* @ </a:t>
            </a:r>
            <a:r>
              <a:rPr lang="zh-CN" altLang="en-US" sz="1400" b="1" dirty="0">
                <a:solidFill>
                  <a:schemeClr val="tx1"/>
                </a:solidFill>
              </a:rPr>
              <a:t>返回值  ： </a:t>
            </a:r>
            <a:r>
              <a:rPr lang="en-US" altLang="zh-CN" sz="1400" b="1" dirty="0">
                <a:solidFill>
                  <a:schemeClr val="tx1"/>
                </a:solidFill>
              </a:rPr>
              <a:t>NULL</a:t>
            </a:r>
          </a:p>
          <a:p>
            <a:pPr marL="0" indent="456971">
              <a:lnSpc>
                <a:spcPct val="125000"/>
              </a:lnSpc>
              <a:spcBef>
                <a:spcPts val="0"/>
              </a:spcBef>
              <a:buClr>
                <a:schemeClr val="tx2">
                  <a:lumMod val="75000"/>
                </a:schemeClr>
              </a:buClr>
              <a:buNone/>
            </a:pPr>
            <a:r>
              <a:rPr lang="en-US" altLang="zh-CN" sz="1400" b="1" dirty="0" smtClean="0">
                <a:solidFill>
                  <a:schemeClr val="tx1"/>
                </a:solidFill>
              </a:rPr>
              <a:t>*********************************************************/</a:t>
            </a:r>
            <a:endParaRPr lang="en-US" altLang="zh-CN" sz="1400" b="1" dirty="0">
              <a:solidFill>
                <a:schemeClr val="tx1"/>
              </a:solidFill>
            </a:endParaRPr>
          </a:p>
          <a:p>
            <a:pPr marL="0" indent="456971">
              <a:lnSpc>
                <a:spcPct val="125000"/>
              </a:lnSpc>
              <a:spcBef>
                <a:spcPts val="0"/>
              </a:spcBef>
              <a:buClr>
                <a:schemeClr val="tx2">
                  <a:lumMod val="75000"/>
                </a:schemeClr>
              </a:buClr>
              <a:buNone/>
            </a:pPr>
            <a:r>
              <a:rPr lang="en-US" altLang="zh-CN" sz="1400" b="1" dirty="0">
                <a:solidFill>
                  <a:schemeClr val="tx1"/>
                </a:solidFill>
              </a:rPr>
              <a:t>static void Test1_Task(void)</a:t>
            </a:r>
          </a:p>
          <a:p>
            <a:pPr marL="0" indent="456971">
              <a:lnSpc>
                <a:spcPct val="125000"/>
              </a:lnSpc>
              <a:spcBef>
                <a:spcPts val="0"/>
              </a:spcBef>
              <a:buClr>
                <a:schemeClr val="tx2">
                  <a:lumMod val="75000"/>
                </a:schemeClr>
              </a:buClr>
              <a:buNone/>
            </a:pPr>
            <a:r>
              <a:rPr lang="en-US" altLang="zh-CN" sz="1400" b="1" dirty="0">
                <a:solidFill>
                  <a:schemeClr val="tx1"/>
                </a:solidFill>
              </a:rPr>
              <a:t> {</a:t>
            </a:r>
          </a:p>
          <a:p>
            <a:pPr marL="0" indent="456971">
              <a:lnSpc>
                <a:spcPct val="125000"/>
              </a:lnSpc>
              <a:spcBef>
                <a:spcPts val="0"/>
              </a:spcBef>
              <a:buClr>
                <a:schemeClr val="tx2">
                  <a:lumMod val="75000"/>
                </a:schemeClr>
              </a:buClr>
              <a:buNone/>
            </a:pPr>
            <a:r>
              <a:rPr lang="en-US" altLang="zh-CN" sz="1400" b="1" dirty="0">
                <a:solidFill>
                  <a:schemeClr val="tx1"/>
                </a:solidFill>
              </a:rPr>
              <a:t>	/* </a:t>
            </a:r>
            <a:r>
              <a:rPr lang="zh-CN" altLang="en-US" sz="1400" b="1" dirty="0">
                <a:solidFill>
                  <a:schemeClr val="tx1"/>
                </a:solidFill>
              </a:rPr>
              <a:t>每个任务都是一个无限循环，不能返回 *</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	while (1) {</a:t>
            </a:r>
          </a:p>
          <a:p>
            <a:pPr marL="0" indent="456971">
              <a:lnSpc>
                <a:spcPct val="125000"/>
              </a:lnSpc>
              <a:spcBef>
                <a:spcPts val="0"/>
              </a:spcBef>
              <a:buClr>
                <a:schemeClr val="tx2">
                  <a:lumMod val="75000"/>
                </a:schemeClr>
              </a:buClr>
              <a:buNone/>
            </a:pPr>
            <a:r>
              <a:rPr lang="en-US" altLang="zh-CN" sz="1400" b="1" dirty="0">
                <a:solidFill>
                  <a:schemeClr val="tx1"/>
                </a:solidFill>
              </a:rPr>
              <a:t>	LED2_TOGGLE;</a:t>
            </a:r>
          </a:p>
          <a:p>
            <a:pPr marL="0" indent="456971">
              <a:lnSpc>
                <a:spcPct val="125000"/>
              </a:lnSpc>
              <a:spcBef>
                <a:spcPts val="0"/>
              </a:spcBef>
              <a:buClr>
                <a:schemeClr val="tx2">
                  <a:lumMod val="75000"/>
                </a:schemeClr>
              </a:buClr>
              <a:buNone/>
            </a:pPr>
            <a:r>
              <a:rPr lang="en-US" altLang="zh-CN" sz="1400" b="1" dirty="0">
                <a:solidFill>
                  <a:schemeClr val="tx1"/>
                </a:solidFill>
              </a:rPr>
              <a:t>	printf("</a:t>
            </a:r>
            <a:r>
              <a:rPr lang="zh-CN" altLang="en-US" sz="1400" b="1" dirty="0">
                <a:solidFill>
                  <a:schemeClr val="tx1"/>
                </a:solidFill>
              </a:rPr>
              <a:t>任务</a:t>
            </a:r>
            <a:r>
              <a:rPr lang="en-US" altLang="zh-CN" sz="1400" b="1" dirty="0">
                <a:solidFill>
                  <a:schemeClr val="tx1"/>
                </a:solidFill>
              </a:rPr>
              <a:t>1</a:t>
            </a:r>
            <a:r>
              <a:rPr lang="zh-CN" altLang="en-US" sz="1400" b="1" dirty="0">
                <a:solidFill>
                  <a:schemeClr val="tx1"/>
                </a:solidFill>
              </a:rPr>
              <a:t>运行中</a:t>
            </a:r>
            <a:r>
              <a:rPr lang="en-US" altLang="zh-CN" sz="1400" b="1" dirty="0">
                <a:solidFill>
                  <a:schemeClr val="tx1"/>
                </a:solidFill>
              </a:rPr>
              <a:t>,</a:t>
            </a:r>
            <a:r>
              <a:rPr lang="zh-CN" altLang="en-US" sz="1400" b="1" dirty="0">
                <a:solidFill>
                  <a:schemeClr val="tx1"/>
                </a:solidFill>
              </a:rPr>
              <a:t>每</a:t>
            </a:r>
            <a:r>
              <a:rPr lang="en-US" altLang="zh-CN" sz="1400" b="1" dirty="0">
                <a:solidFill>
                  <a:schemeClr val="tx1"/>
                </a:solidFill>
              </a:rPr>
              <a:t>1000ticks</a:t>
            </a:r>
            <a:r>
              <a:rPr lang="zh-CN" altLang="en-US" sz="1400" b="1" dirty="0">
                <a:solidFill>
                  <a:schemeClr val="tx1"/>
                </a:solidFill>
              </a:rPr>
              <a:t>打印一次信息</a:t>
            </a:r>
            <a:r>
              <a:rPr lang="en-US" altLang="zh-CN" sz="1400" b="1" dirty="0">
                <a:solidFill>
                  <a:schemeClr val="tx1"/>
                </a:solidFill>
              </a:rPr>
              <a:t>\r\n");</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en-US" altLang="zh-CN" sz="1400" b="1" dirty="0" err="1">
                <a:solidFill>
                  <a:schemeClr val="tx1"/>
                </a:solidFill>
              </a:rPr>
              <a:t>LOS_TaskDelay</a:t>
            </a:r>
            <a:r>
              <a:rPr lang="en-US" altLang="zh-CN" sz="1400" b="1" dirty="0">
                <a:solidFill>
                  <a:schemeClr val="tx1"/>
                </a:solidFill>
              </a:rPr>
              <a:t>(1000);</a:t>
            </a:r>
          </a:p>
          <a:p>
            <a:pPr marL="0" indent="456971">
              <a:lnSpc>
                <a:spcPct val="125000"/>
              </a:lnSpc>
              <a:spcBef>
                <a:spcPts val="0"/>
              </a:spcBef>
              <a:buClr>
                <a:schemeClr val="tx2">
                  <a:lumMod val="75000"/>
                </a:schemeClr>
              </a:buClr>
              <a:buNone/>
            </a:pP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en-US" altLang="zh-CN" sz="1400" b="1" dirty="0" smtClean="0">
                <a:solidFill>
                  <a:schemeClr val="tx1"/>
                </a:solidFill>
              </a:rPr>
              <a:t>/***********************************************************</a:t>
            </a:r>
            <a:endParaRPr lang="en-US" altLang="zh-CN" sz="1400" b="1" dirty="0">
              <a:solidFill>
                <a:schemeClr val="tx1"/>
              </a:solidFill>
            </a:endParaRPr>
          </a:p>
          <a:p>
            <a:pPr marL="0" indent="456971">
              <a:lnSpc>
                <a:spcPct val="125000"/>
              </a:lnSpc>
              <a:spcBef>
                <a:spcPts val="0"/>
              </a:spcBef>
              <a:buClr>
                <a:schemeClr val="tx2">
                  <a:lumMod val="75000"/>
                </a:schemeClr>
              </a:buClr>
              <a:buNone/>
            </a:pPr>
            <a:r>
              <a:rPr lang="en-US" altLang="zh-CN" sz="1400" b="1" dirty="0">
                <a:solidFill>
                  <a:schemeClr val="tx1"/>
                </a:solidFill>
              </a:rPr>
              <a:t>* @ </a:t>
            </a:r>
            <a:r>
              <a:rPr lang="zh-CN" altLang="en-US" sz="1400" b="1" dirty="0">
                <a:solidFill>
                  <a:schemeClr val="tx1"/>
                </a:solidFill>
              </a:rPr>
              <a:t>函数名  ： </a:t>
            </a:r>
            <a:r>
              <a:rPr lang="en-US" altLang="zh-CN" sz="1400" b="1" dirty="0" err="1">
                <a:solidFill>
                  <a:schemeClr val="tx1"/>
                </a:solidFill>
              </a:rPr>
              <a:t>BSP_Init</a:t>
            </a:r>
            <a:endParaRPr lang="en-US" altLang="zh-CN" sz="1400" b="1" dirty="0">
              <a:solidFill>
                <a:schemeClr val="tx1"/>
              </a:solidFill>
            </a:endParaRPr>
          </a:p>
          <a:p>
            <a:pPr marL="0" indent="456971">
              <a:lnSpc>
                <a:spcPct val="125000"/>
              </a:lnSpc>
              <a:spcBef>
                <a:spcPts val="0"/>
              </a:spcBef>
              <a:buClr>
                <a:schemeClr val="tx2">
                  <a:lumMod val="75000"/>
                </a:schemeClr>
              </a:buClr>
              <a:buNone/>
            </a:pPr>
            <a:r>
              <a:rPr lang="en-US" altLang="zh-CN" sz="1400" b="1" dirty="0">
                <a:solidFill>
                  <a:schemeClr val="tx1"/>
                </a:solidFill>
              </a:rPr>
              <a:t>* @ </a:t>
            </a:r>
            <a:r>
              <a:rPr lang="zh-CN" altLang="en-US" sz="1400" b="1" dirty="0">
                <a:solidFill>
                  <a:schemeClr val="tx1"/>
                </a:solidFill>
              </a:rPr>
              <a:t>功能说明： 板级外设初始化，所有开发板的初始化均可放在这个函数中</a:t>
            </a:r>
          </a:p>
          <a:p>
            <a:pPr marL="0" indent="456971">
              <a:lnSpc>
                <a:spcPct val="125000"/>
              </a:lnSpc>
              <a:spcBef>
                <a:spcPts val="0"/>
              </a:spcBef>
              <a:buClr>
                <a:schemeClr val="tx2">
                  <a:lumMod val="75000"/>
                </a:schemeClr>
              </a:buClr>
              <a:buNone/>
            </a:pPr>
            <a:r>
              <a:rPr lang="zh-CN" altLang="en-US" sz="1400" b="1" dirty="0">
                <a:solidFill>
                  <a:schemeClr val="tx1"/>
                </a:solidFill>
              </a:rPr>
              <a:t>* </a:t>
            </a:r>
            <a:r>
              <a:rPr lang="en-US" altLang="zh-CN" sz="1400" b="1" dirty="0">
                <a:solidFill>
                  <a:schemeClr val="tx1"/>
                </a:solidFill>
              </a:rPr>
              <a:t>@ </a:t>
            </a:r>
            <a:r>
              <a:rPr lang="zh-CN" altLang="en-US" sz="1400" b="1" dirty="0">
                <a:solidFill>
                  <a:schemeClr val="tx1"/>
                </a:solidFill>
              </a:rPr>
              <a:t>参数    ：</a:t>
            </a:r>
          </a:p>
          <a:p>
            <a:pPr marL="0" indent="456971">
              <a:lnSpc>
                <a:spcPct val="125000"/>
              </a:lnSpc>
              <a:spcBef>
                <a:spcPts val="0"/>
              </a:spcBef>
              <a:buClr>
                <a:schemeClr val="tx2">
                  <a:lumMod val="75000"/>
                </a:schemeClr>
              </a:buClr>
              <a:buNone/>
            </a:pPr>
            <a:r>
              <a:rPr lang="zh-CN" altLang="en-US" sz="1400" b="1" dirty="0">
                <a:solidFill>
                  <a:schemeClr val="tx1"/>
                </a:solidFill>
              </a:rPr>
              <a:t>* </a:t>
            </a:r>
            <a:r>
              <a:rPr lang="en-US" altLang="zh-CN" sz="1400" b="1" dirty="0">
                <a:solidFill>
                  <a:schemeClr val="tx1"/>
                </a:solidFill>
              </a:rPr>
              <a:t>@ </a:t>
            </a:r>
            <a:r>
              <a:rPr lang="zh-CN" altLang="en-US" sz="1400" b="1" dirty="0">
                <a:solidFill>
                  <a:schemeClr val="tx1"/>
                </a:solidFill>
              </a:rPr>
              <a:t>返回值  ： 无</a:t>
            </a:r>
          </a:p>
        </p:txBody>
      </p:sp>
      <p:sp>
        <p:nvSpPr>
          <p:cNvPr id="12" name="内容占位符 2"/>
          <p:cNvSpPr>
            <a:spLocks noGrp="1"/>
          </p:cNvSpPr>
          <p:nvPr>
            <p:ph idx="1"/>
          </p:nvPr>
        </p:nvSpPr>
        <p:spPr>
          <a:xfrm>
            <a:off x="6210239" y="942904"/>
            <a:ext cx="5826267" cy="4628604"/>
          </a:xfrm>
        </p:spPr>
        <p:txBody>
          <a:bodyPr vert="horz" lIns="91440" tIns="45720" rIns="91440" bIns="45720" rtlCol="0">
            <a:noAutofit/>
          </a:bodyPr>
          <a:lstStyle/>
          <a:p>
            <a:pPr marL="0" indent="456971">
              <a:lnSpc>
                <a:spcPct val="125000"/>
              </a:lnSpc>
              <a:spcBef>
                <a:spcPts val="0"/>
              </a:spcBef>
              <a:buClr>
                <a:schemeClr val="tx2">
                  <a:lumMod val="75000"/>
                </a:schemeClr>
              </a:buClr>
              <a:buNone/>
            </a:pPr>
            <a:r>
              <a:rPr lang="en-US" altLang="zh-CN" sz="1400" b="1" dirty="0" smtClean="0">
                <a:solidFill>
                  <a:schemeClr val="tx1"/>
                </a:solidFill>
              </a:rPr>
              <a:t>****************************************************/</a:t>
            </a:r>
            <a:endParaRPr lang="en-US" altLang="zh-CN" sz="1400" b="1" dirty="0">
              <a:solidFill>
                <a:schemeClr val="tx1"/>
              </a:solidFill>
            </a:endParaRPr>
          </a:p>
          <a:p>
            <a:pPr marL="0" indent="456971">
              <a:lnSpc>
                <a:spcPct val="125000"/>
              </a:lnSpc>
              <a:spcBef>
                <a:spcPts val="0"/>
              </a:spcBef>
              <a:buClr>
                <a:schemeClr val="tx2">
                  <a:lumMod val="75000"/>
                </a:schemeClr>
              </a:buClr>
              <a:buNone/>
            </a:pPr>
            <a:r>
              <a:rPr lang="en-US" altLang="zh-CN" sz="1400" b="1" dirty="0">
                <a:solidFill>
                  <a:schemeClr val="tx1"/>
                </a:solidFill>
              </a:rPr>
              <a:t>static void </a:t>
            </a:r>
            <a:r>
              <a:rPr lang="en-US" altLang="zh-CN" sz="1400" b="1" dirty="0" err="1">
                <a:solidFill>
                  <a:schemeClr val="tx1"/>
                </a:solidFill>
              </a:rPr>
              <a:t>BSP_Init</a:t>
            </a:r>
            <a:r>
              <a:rPr lang="en-US" altLang="zh-CN" sz="1400" b="1" dirty="0">
                <a:solidFill>
                  <a:schemeClr val="tx1"/>
                </a:solidFill>
              </a:rPr>
              <a:t>(void)</a:t>
            </a:r>
          </a:p>
          <a:p>
            <a:pPr marL="0" indent="456971">
              <a:lnSpc>
                <a:spcPct val="125000"/>
              </a:lnSpc>
              <a:spcBef>
                <a:spcPts val="0"/>
              </a:spcBef>
              <a:buClr>
                <a:schemeClr val="tx2">
                  <a:lumMod val="75000"/>
                </a:schemeClr>
              </a:buClr>
              <a:buNone/>
            </a:pPr>
            <a:r>
              <a:rPr lang="en-US" altLang="zh-CN" sz="1400" b="1" dirty="0">
                <a:solidFill>
                  <a:schemeClr val="tx1"/>
                </a:solidFill>
              </a:rPr>
              <a:t> {</a:t>
            </a:r>
          </a:p>
          <a:p>
            <a:pPr marL="0" indent="456971">
              <a:lnSpc>
                <a:spcPct val="125000"/>
              </a:lnSpc>
              <a:spcBef>
                <a:spcPts val="0"/>
              </a:spcBef>
              <a:buClr>
                <a:schemeClr val="tx2">
                  <a:lumMod val="75000"/>
                </a:schemeClr>
              </a:buClr>
              <a:buNone/>
            </a:pP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 STM32</a:t>
            </a:r>
            <a:r>
              <a:rPr lang="zh-CN" altLang="en-US" sz="1400" b="1" dirty="0">
                <a:solidFill>
                  <a:schemeClr val="tx1"/>
                </a:solidFill>
              </a:rPr>
              <a:t>中断优先级分组为</a:t>
            </a:r>
            <a:r>
              <a:rPr lang="en-US" altLang="zh-CN" sz="1400" b="1" dirty="0">
                <a:solidFill>
                  <a:schemeClr val="tx1"/>
                </a:solidFill>
              </a:rPr>
              <a:t>4</a:t>
            </a:r>
            <a:r>
              <a:rPr lang="zh-CN" altLang="en-US" sz="1400" b="1" dirty="0">
                <a:solidFill>
                  <a:schemeClr val="tx1"/>
                </a:solidFill>
              </a:rPr>
              <a:t>，即</a:t>
            </a:r>
            <a:r>
              <a:rPr lang="en-US" altLang="zh-CN" sz="1400" b="1" dirty="0">
                <a:solidFill>
                  <a:schemeClr val="tx1"/>
                </a:solidFill>
              </a:rPr>
              <a:t>4bit</a:t>
            </a:r>
            <a:r>
              <a:rPr lang="zh-CN" altLang="en-US" sz="1400" b="1" dirty="0">
                <a:solidFill>
                  <a:schemeClr val="tx1"/>
                </a:solidFill>
              </a:rPr>
              <a:t>都用来表示抢占优先级，范围为</a:t>
            </a:r>
            <a:r>
              <a:rPr lang="en-US" altLang="zh-CN" sz="1400" b="1" dirty="0">
                <a:solidFill>
                  <a:schemeClr val="tx1"/>
                </a:solidFill>
              </a:rPr>
              <a:t>0</a:t>
            </a:r>
            <a:r>
              <a:rPr lang="zh-CN" altLang="en-US" sz="1400" b="1" dirty="0">
                <a:solidFill>
                  <a:schemeClr val="tx1"/>
                </a:solidFill>
              </a:rPr>
              <a:t>～</a:t>
            </a:r>
            <a:r>
              <a:rPr lang="en-US" altLang="zh-CN" sz="1400" b="1" dirty="0">
                <a:solidFill>
                  <a:schemeClr val="tx1"/>
                </a:solidFill>
              </a:rPr>
              <a:t>15</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zh-CN" altLang="en-US" sz="1400" b="1" dirty="0">
                <a:solidFill>
                  <a:schemeClr val="tx1"/>
                </a:solidFill>
              </a:rPr>
              <a:t>优先级分组只需要分组一次，以后如果有其他任务需要用到中断，</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zh-CN" altLang="en-US" sz="1400" b="1" dirty="0">
                <a:solidFill>
                  <a:schemeClr val="tx1"/>
                </a:solidFill>
              </a:rPr>
              <a:t>则统一使用这个优先级分组，不要再分组，切记</a:t>
            </a:r>
          </a:p>
          <a:p>
            <a:pPr marL="0" indent="456971">
              <a:lnSpc>
                <a:spcPct val="125000"/>
              </a:lnSpc>
              <a:spcBef>
                <a:spcPts val="0"/>
              </a:spcBef>
              <a:buClr>
                <a:schemeClr val="tx2">
                  <a:lumMod val="75000"/>
                </a:schemeClr>
              </a:buClr>
              <a:buNone/>
            </a:pP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err="1">
                <a:solidFill>
                  <a:schemeClr val="tx1"/>
                </a:solidFill>
              </a:rPr>
              <a:t>NVIC_PriorityGroupConfig</a:t>
            </a:r>
            <a:r>
              <a:rPr lang="en-US" altLang="zh-CN" sz="1400" b="1" dirty="0">
                <a:solidFill>
                  <a:schemeClr val="tx1"/>
                </a:solidFill>
              </a:rPr>
              <a:t>( NVIC_PriorityGroup_4 );</a:t>
            </a:r>
          </a:p>
          <a:p>
            <a:pPr marL="0" indent="456971">
              <a:lnSpc>
                <a:spcPct val="125000"/>
              </a:lnSpc>
              <a:spcBef>
                <a:spcPts val="0"/>
              </a:spcBef>
              <a:buClr>
                <a:schemeClr val="tx2">
                  <a:lumMod val="75000"/>
                </a:schemeClr>
              </a:buClr>
              <a:buNone/>
            </a:pPr>
            <a:r>
              <a:rPr lang="en-US" altLang="zh-CN" sz="1400" b="1" dirty="0">
                <a:solidFill>
                  <a:schemeClr val="tx1"/>
                </a:solidFill>
              </a:rPr>
              <a:t>/* LED </a:t>
            </a:r>
            <a:r>
              <a:rPr lang="zh-CN" altLang="en-US" sz="1400" b="1" dirty="0">
                <a:solidFill>
                  <a:schemeClr val="tx1"/>
                </a:solidFill>
              </a:rPr>
              <a:t>初始化 *</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err="1">
                <a:solidFill>
                  <a:schemeClr val="tx1"/>
                </a:solidFill>
              </a:rPr>
              <a:t>LED_GPIO_Config</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zh-CN" altLang="en-US" sz="1400" b="1" dirty="0">
                <a:solidFill>
                  <a:schemeClr val="tx1"/>
                </a:solidFill>
              </a:rPr>
              <a:t>串口初始化	*</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err="1">
                <a:solidFill>
                  <a:schemeClr val="tx1"/>
                </a:solidFill>
              </a:rPr>
              <a:t>USART_Config</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smtClean="0">
                <a:solidFill>
                  <a:schemeClr val="tx1"/>
                </a:solidFill>
              </a:rPr>
              <a:t>}</a:t>
            </a:r>
          </a:p>
          <a:p>
            <a:pPr marL="0" indent="456971">
              <a:lnSpc>
                <a:spcPct val="125000"/>
              </a:lnSpc>
              <a:spcBef>
                <a:spcPts val="0"/>
              </a:spcBef>
              <a:buClr>
                <a:schemeClr val="tx2">
                  <a:lumMod val="75000"/>
                </a:schemeClr>
              </a:buClr>
              <a:buNone/>
            </a:pPr>
            <a:r>
              <a:rPr lang="en-US" altLang="zh-CN" sz="1400" b="1" dirty="0" smtClean="0">
                <a:solidFill>
                  <a:schemeClr val="tx1"/>
                </a:solidFill>
              </a:rPr>
              <a:t>*************************</a:t>
            </a:r>
            <a:r>
              <a:rPr lang="en-US" altLang="zh-CN" sz="1400" b="1" dirty="0">
                <a:solidFill>
                  <a:schemeClr val="tx1"/>
                </a:solidFill>
              </a:rPr>
              <a:t>END OF FILE</a:t>
            </a:r>
            <a:r>
              <a:rPr lang="en-US" altLang="zh-CN" sz="1400" b="1" dirty="0" smtClean="0">
                <a:solidFill>
                  <a:schemeClr val="tx1"/>
                </a:solidFill>
              </a:rPr>
              <a:t>******************/ </a:t>
            </a:r>
            <a:endParaRPr lang="en-US" altLang="zh-CN" sz="1400" b="1" dirty="0">
              <a:solidFill>
                <a:schemeClr val="tx1"/>
              </a:solidFill>
            </a:endParaRPr>
          </a:p>
          <a:p>
            <a:pPr marL="0" indent="456971">
              <a:lnSpc>
                <a:spcPct val="125000"/>
              </a:lnSpc>
              <a:spcBef>
                <a:spcPts val="0"/>
              </a:spcBef>
              <a:buClr>
                <a:schemeClr val="tx2">
                  <a:lumMod val="75000"/>
                </a:schemeClr>
              </a:buClr>
              <a:buNone/>
            </a:pPr>
            <a:endParaRPr lang="en-US" altLang="zh-CN" sz="1400" b="1" dirty="0">
              <a:solidFill>
                <a:schemeClr val="tx1"/>
              </a:solidFill>
            </a:endParaRPr>
          </a:p>
        </p:txBody>
      </p:sp>
      <p:cxnSp>
        <p:nvCxnSpPr>
          <p:cNvPr id="7" name="直接连接符 6"/>
          <p:cNvCxnSpPr/>
          <p:nvPr/>
        </p:nvCxnSpPr>
        <p:spPr>
          <a:xfrm>
            <a:off x="6096000" y="952047"/>
            <a:ext cx="0" cy="4806404"/>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sp>
        <p:nvSpPr>
          <p:cNvPr id="8" name="下弧形箭头 7"/>
          <p:cNvSpPr/>
          <p:nvPr/>
        </p:nvSpPr>
        <p:spPr>
          <a:xfrm>
            <a:off x="5506786" y="5052434"/>
            <a:ext cx="1294726" cy="541424"/>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solidFill>
                <a:schemeClr val="tx1"/>
              </a:solidFill>
            </a:endParaRPr>
          </a:p>
        </p:txBody>
      </p:sp>
      <p:sp>
        <p:nvSpPr>
          <p:cNvPr id="9" name="矩形 8">
            <a:extLst>
              <a:ext uri="{FF2B5EF4-FFF2-40B4-BE49-F238E27FC236}">
                <a16:creationId xmlns:a16="http://schemas.microsoft.com/office/drawing/2014/main" id="{ADFA951A-978E-4E8D-A85A-85B6177AC588}"/>
              </a:ext>
            </a:extLst>
          </p:cNvPr>
          <p:cNvSpPr/>
          <p:nvPr/>
        </p:nvSpPr>
        <p:spPr>
          <a:xfrm>
            <a:off x="0" y="-21316"/>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smtClean="0">
                <a:cs typeface="+mn-ea"/>
                <a:sym typeface="+mn-lt"/>
              </a:rPr>
              <a:t>3.3main.c</a:t>
            </a:r>
            <a:r>
              <a:rPr lang="zh-CN" altLang="en-US" sz="2800" b="1" dirty="0" smtClean="0">
                <a:cs typeface="+mn-ea"/>
                <a:sym typeface="+mn-lt"/>
              </a:rPr>
              <a:t>文件内容全貌</a:t>
            </a:r>
            <a:endParaRPr lang="zh-CN" altLang="en-US" sz="2800" b="1" dirty="0">
              <a:solidFill>
                <a:schemeClr val="bg1"/>
              </a:solidFill>
              <a:cs typeface="+mn-ea"/>
              <a:sym typeface="+mn-lt"/>
            </a:endParaRPr>
          </a:p>
        </p:txBody>
      </p:sp>
      <p:sp>
        <p:nvSpPr>
          <p:cNvPr id="13"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Tree>
    <p:extLst>
      <p:ext uri="{BB962C8B-B14F-4D97-AF65-F5344CB8AC3E}">
        <p14:creationId xmlns:p14="http://schemas.microsoft.com/office/powerpoint/2010/main" val="238579321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内容占位符 2"/>
          <p:cNvSpPr>
            <a:spLocks noGrp="1"/>
          </p:cNvSpPr>
          <p:nvPr>
            <p:ph idx="1"/>
          </p:nvPr>
        </p:nvSpPr>
        <p:spPr>
          <a:xfrm>
            <a:off x="774297" y="1123530"/>
            <a:ext cx="3427214" cy="3781845"/>
          </a:xfrm>
        </p:spPr>
        <p:txBody>
          <a:bodyPr>
            <a:noAutofit/>
          </a:bodyPr>
          <a:lstStyle/>
          <a:p>
            <a:pPr marL="0" indent="456971">
              <a:lnSpc>
                <a:spcPct val="130000"/>
              </a:lnSpc>
              <a:buClr>
                <a:schemeClr val="tx2">
                  <a:lumMod val="75000"/>
                </a:schemeClr>
              </a:buClr>
              <a:buNone/>
            </a:pPr>
            <a:r>
              <a:rPr lang="zh-CN" altLang="en-US" dirty="0"/>
              <a:t>将程序编译好，使用</a:t>
            </a:r>
            <a:r>
              <a:rPr lang="en-US" altLang="zh-CN" dirty="0"/>
              <a:t>DAP</a:t>
            </a:r>
            <a:r>
              <a:rPr lang="zh-CN" altLang="en-US" dirty="0"/>
              <a:t>仿真器把程序下载</a:t>
            </a:r>
            <a:r>
              <a:rPr lang="zh-CN" altLang="en-US" dirty="0" smtClean="0"/>
              <a:t>到</a:t>
            </a:r>
            <a:r>
              <a:rPr lang="en-US" altLang="zh-CN" dirty="0" smtClean="0"/>
              <a:t>STM32</a:t>
            </a:r>
            <a:r>
              <a:rPr lang="zh-CN" altLang="en-US" dirty="0"/>
              <a:t>开发板（具体型号根据读者使用的开发板而定，每个型号的开发板都配套有对应的程序）中，可以看到开发板的</a:t>
            </a:r>
            <a:r>
              <a:rPr lang="en-US" altLang="zh-CN" dirty="0"/>
              <a:t>LED</a:t>
            </a:r>
            <a:r>
              <a:rPr lang="zh-CN" altLang="en-US" dirty="0"/>
              <a:t>灯在闪烁，并且串口调试助手输出了任务运行信息，具体如</a:t>
            </a:r>
            <a:r>
              <a:rPr lang="zh-CN" altLang="en-US" dirty="0" smtClean="0"/>
              <a:t>图所</a:t>
            </a:r>
            <a:r>
              <a:rPr lang="zh-CN" altLang="en-US" dirty="0"/>
              <a:t>示，说明创建的任务已经在开发板上正常运行</a:t>
            </a:r>
            <a:r>
              <a:rPr lang="zh-CN" altLang="en-US" dirty="0" smtClean="0"/>
              <a:t>。</a:t>
            </a:r>
            <a:endParaRPr lang="zh-CN" altLang="en-US" dirty="0"/>
          </a:p>
        </p:txBody>
      </p:sp>
      <p:pic>
        <p:nvPicPr>
          <p:cNvPr id="2050" name="图片 16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8954" y="1289990"/>
            <a:ext cx="6625949" cy="518574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a:extLst/>
        </p:spPr>
      </p:pic>
      <p:sp>
        <p:nvSpPr>
          <p:cNvPr id="6" name="矩形 5">
            <a:extLst>
              <a:ext uri="{FF2B5EF4-FFF2-40B4-BE49-F238E27FC236}">
                <a16:creationId xmlns:a16="http://schemas.microsoft.com/office/drawing/2014/main" id="{ADFA951A-978E-4E8D-A85A-85B6177AC588}"/>
              </a:ext>
            </a:extLst>
          </p:cNvPr>
          <p:cNvSpPr/>
          <p:nvPr/>
        </p:nvSpPr>
        <p:spPr>
          <a:xfrm>
            <a:off x="0" y="-21316"/>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smtClean="0">
                <a:cs typeface="+mn-ea"/>
                <a:sym typeface="+mn-lt"/>
              </a:rPr>
              <a:t>3.3main.c</a:t>
            </a:r>
            <a:r>
              <a:rPr lang="zh-CN" altLang="en-US" sz="2800" b="1" dirty="0" smtClean="0">
                <a:cs typeface="+mn-ea"/>
                <a:sym typeface="+mn-lt"/>
              </a:rPr>
              <a:t>文件内容全貌</a:t>
            </a:r>
            <a:endParaRPr lang="zh-CN" altLang="en-US" sz="2800" b="1" dirty="0">
              <a:solidFill>
                <a:schemeClr val="bg1"/>
              </a:solidFill>
              <a:cs typeface="+mn-ea"/>
              <a:sym typeface="+mn-lt"/>
            </a:endParaRPr>
          </a:p>
        </p:txBody>
      </p:sp>
      <p:sp>
        <p:nvSpPr>
          <p:cNvPr id="7"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Tree>
    <p:extLst>
      <p:ext uri="{BB962C8B-B14F-4D97-AF65-F5344CB8AC3E}">
        <p14:creationId xmlns:p14="http://schemas.microsoft.com/office/powerpoint/2010/main" val="379757535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矩形 28"/>
          <p:cNvSpPr/>
          <p:nvPr/>
        </p:nvSpPr>
        <p:spPr>
          <a:xfrm>
            <a:off x="4953595" y="4202245"/>
            <a:ext cx="3046413" cy="369161"/>
          </a:xfrm>
          <a:prstGeom prst="rect">
            <a:avLst/>
          </a:prstGeom>
          <a:solidFill>
            <a:srgbClr val="92D05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7" name="TextBox 1"/>
          <p:cNvSpPr txBox="1"/>
          <p:nvPr/>
        </p:nvSpPr>
        <p:spPr>
          <a:xfrm>
            <a:off x="5130800" y="2777255"/>
            <a:ext cx="1634212" cy="369161"/>
          </a:xfrm>
          <a:prstGeom prst="rect">
            <a:avLst/>
          </a:prstGeom>
          <a:noFill/>
        </p:spPr>
        <p:txBody>
          <a:bodyPr wrap="none" lIns="0" tIns="0" rIns="0" bIns="60949" rtlCol="0">
            <a:spAutoFit/>
          </a:bodyPr>
          <a:lstStyle/>
          <a:p>
            <a:pPr>
              <a:lnSpc>
                <a:spcPts val="2400"/>
              </a:lnSpc>
            </a:pPr>
            <a:r>
              <a:rPr lang="en-US" altLang="zh-CN" sz="1899" dirty="0">
                <a:solidFill>
                  <a:srgbClr val="656D8D"/>
                </a:solidFill>
                <a:latin typeface="Microsoft YaHei UI" pitchFamily="18" charset="0"/>
                <a:cs typeface="Microsoft YaHei UI" pitchFamily="18" charset="0"/>
              </a:rPr>
              <a:t>3.2 </a:t>
            </a:r>
            <a:r>
              <a:rPr lang="zh-CN" altLang="en-US" sz="1899" dirty="0">
                <a:solidFill>
                  <a:srgbClr val="656D8D"/>
                </a:solidFill>
                <a:latin typeface="Microsoft YaHei UI" pitchFamily="18" charset="0"/>
                <a:cs typeface="Microsoft YaHei UI" pitchFamily="18" charset="0"/>
              </a:rPr>
              <a:t>创建单任务</a:t>
            </a:r>
          </a:p>
        </p:txBody>
      </p:sp>
      <p:sp>
        <p:nvSpPr>
          <p:cNvPr id="18" name="TextBox 1"/>
          <p:cNvSpPr txBox="1"/>
          <p:nvPr/>
        </p:nvSpPr>
        <p:spPr>
          <a:xfrm>
            <a:off x="5130800" y="2069755"/>
            <a:ext cx="1634212" cy="369161"/>
          </a:xfrm>
          <a:prstGeom prst="rect">
            <a:avLst/>
          </a:prstGeom>
          <a:noFill/>
        </p:spPr>
        <p:txBody>
          <a:bodyPr wrap="none" lIns="0" tIns="0" rIns="0" bIns="60949" rtlCol="0">
            <a:spAutoFit/>
          </a:bodyPr>
          <a:lstStyle/>
          <a:p>
            <a:pPr>
              <a:lnSpc>
                <a:spcPts val="2400"/>
              </a:lnSpc>
            </a:pPr>
            <a:r>
              <a:rPr lang="en-US" altLang="zh-CN" sz="1899" dirty="0">
                <a:solidFill>
                  <a:srgbClr val="656D8D"/>
                </a:solidFill>
                <a:latin typeface="Microsoft YaHei UI" pitchFamily="18" charset="0"/>
                <a:cs typeface="Microsoft YaHei UI" pitchFamily="18" charset="0"/>
              </a:rPr>
              <a:t>3.1 </a:t>
            </a:r>
            <a:r>
              <a:rPr lang="zh-CN" altLang="en-US" sz="1899" dirty="0">
                <a:solidFill>
                  <a:srgbClr val="656D8D"/>
                </a:solidFill>
                <a:latin typeface="Microsoft YaHei UI" pitchFamily="18" charset="0"/>
                <a:cs typeface="Microsoft YaHei UI" pitchFamily="18" charset="0"/>
              </a:rPr>
              <a:t>硬件初始化</a:t>
            </a:r>
          </a:p>
        </p:txBody>
      </p:sp>
      <p:sp>
        <p:nvSpPr>
          <p:cNvPr id="47" name="TextBox 1"/>
          <p:cNvSpPr txBox="1"/>
          <p:nvPr/>
        </p:nvSpPr>
        <p:spPr>
          <a:xfrm>
            <a:off x="5130800" y="3534098"/>
            <a:ext cx="2707665" cy="369161"/>
          </a:xfrm>
          <a:prstGeom prst="rect">
            <a:avLst/>
          </a:prstGeom>
          <a:noFill/>
        </p:spPr>
        <p:txBody>
          <a:bodyPr wrap="none" lIns="0" tIns="0" rIns="0" bIns="60949" rtlCol="0">
            <a:spAutoFit/>
          </a:bodyPr>
          <a:lstStyle/>
          <a:p>
            <a:pPr>
              <a:lnSpc>
                <a:spcPts val="2400"/>
              </a:lnSpc>
            </a:pPr>
            <a:r>
              <a:rPr lang="en-US" altLang="zh-CN" sz="1899" dirty="0">
                <a:solidFill>
                  <a:srgbClr val="656D8D"/>
                </a:solidFill>
                <a:latin typeface="Microsoft YaHei UI" pitchFamily="18" charset="0"/>
                <a:cs typeface="Microsoft YaHei UI" pitchFamily="18" charset="0"/>
              </a:rPr>
              <a:t>3.3 </a:t>
            </a:r>
            <a:r>
              <a:rPr lang="en-US" altLang="zh-CN" sz="1899" dirty="0" err="1">
                <a:solidFill>
                  <a:srgbClr val="656D8D"/>
                </a:solidFill>
                <a:latin typeface="Microsoft YaHei UI" pitchFamily="18" charset="0"/>
                <a:cs typeface="Microsoft YaHei UI" pitchFamily="18" charset="0"/>
              </a:rPr>
              <a:t>main.c</a:t>
            </a:r>
            <a:r>
              <a:rPr lang="en-US" altLang="zh-CN" sz="1899" dirty="0">
                <a:solidFill>
                  <a:srgbClr val="656D8D"/>
                </a:solidFill>
                <a:latin typeface="Microsoft YaHei UI" pitchFamily="18" charset="0"/>
                <a:cs typeface="Microsoft YaHei UI" pitchFamily="18" charset="0"/>
              </a:rPr>
              <a:t> </a:t>
            </a:r>
            <a:r>
              <a:rPr lang="zh-CN" altLang="en-US" sz="1899" dirty="0">
                <a:solidFill>
                  <a:srgbClr val="656D8D"/>
                </a:solidFill>
                <a:latin typeface="Microsoft YaHei UI" pitchFamily="18" charset="0"/>
                <a:cs typeface="Microsoft YaHei UI" pitchFamily="18" charset="0"/>
              </a:rPr>
              <a:t>文件内容全貌</a:t>
            </a:r>
          </a:p>
        </p:txBody>
      </p:sp>
      <p:sp>
        <p:nvSpPr>
          <p:cNvPr id="48" name="TextBox 1"/>
          <p:cNvSpPr txBox="1"/>
          <p:nvPr/>
        </p:nvSpPr>
        <p:spPr>
          <a:xfrm>
            <a:off x="5130800" y="4265041"/>
            <a:ext cx="1634212" cy="369161"/>
          </a:xfrm>
          <a:prstGeom prst="rect">
            <a:avLst/>
          </a:prstGeom>
          <a:noFill/>
        </p:spPr>
        <p:txBody>
          <a:bodyPr wrap="none" lIns="0" tIns="0" rIns="0" bIns="60949" rtlCol="0">
            <a:spAutoFit/>
          </a:bodyPr>
          <a:lstStyle/>
          <a:p>
            <a:pPr>
              <a:lnSpc>
                <a:spcPts val="2400"/>
              </a:lnSpc>
            </a:pPr>
            <a:r>
              <a:rPr lang="en-US" altLang="zh-CN" sz="1899" dirty="0">
                <a:solidFill>
                  <a:schemeClr val="bg1"/>
                </a:solidFill>
                <a:latin typeface="Microsoft YaHei UI" pitchFamily="18" charset="0"/>
                <a:cs typeface="Microsoft YaHei UI" pitchFamily="18" charset="0"/>
              </a:rPr>
              <a:t>3.4 </a:t>
            </a:r>
            <a:r>
              <a:rPr lang="zh-CN" altLang="en-US" sz="1899" dirty="0">
                <a:solidFill>
                  <a:schemeClr val="bg1"/>
                </a:solidFill>
                <a:latin typeface="Microsoft YaHei UI" pitchFamily="18" charset="0"/>
                <a:cs typeface="Microsoft YaHei UI" pitchFamily="18" charset="0"/>
              </a:rPr>
              <a:t>创建多任务</a:t>
            </a:r>
          </a:p>
        </p:txBody>
      </p:sp>
      <p:sp>
        <p:nvSpPr>
          <p:cNvPr id="51" name="Freeform 3"/>
          <p:cNvSpPr/>
          <p:nvPr/>
        </p:nvSpPr>
        <p:spPr>
          <a:xfrm>
            <a:off x="4697645" y="1643049"/>
            <a:ext cx="79587" cy="3603417"/>
          </a:xfrm>
          <a:custGeom>
            <a:avLst/>
            <a:gdLst>
              <a:gd name="connsiteX0" fmla="*/ 6350 w 21844"/>
              <a:gd name="connsiteY0" fmla="*/ 6350 h 879855"/>
              <a:gd name="connsiteX1" fmla="*/ 6350 w 21844"/>
              <a:gd name="connsiteY1" fmla="*/ 873506 h 879855"/>
            </a:gdLst>
            <a:ahLst/>
            <a:cxnLst>
              <a:cxn ang="0">
                <a:pos x="connsiteX0" y="connsiteY0"/>
              </a:cxn>
              <a:cxn ang="1">
                <a:pos x="connsiteX1" y="connsiteY1"/>
              </a:cxn>
            </a:cxnLst>
            <a:rect l="l" t="t" r="r" b="b"/>
            <a:pathLst>
              <a:path w="21844" h="879855">
                <a:moveTo>
                  <a:pt x="6350" y="6350"/>
                </a:moveTo>
                <a:lnTo>
                  <a:pt x="6350" y="873506"/>
                </a:lnTo>
              </a:path>
            </a:pathLst>
          </a:custGeom>
          <a:ln w="12700">
            <a:solidFill>
              <a:srgbClr val="A4B3D8"/>
            </a:solidFill>
            <a:prstDash val="solid"/>
          </a:ln>
        </p:spPr>
        <p:style>
          <a:lnRef idx="1">
            <a:schemeClr val="accent1"/>
          </a:lnRef>
          <a:fillRef idx="0">
            <a:schemeClr val="accent1"/>
          </a:fillRef>
          <a:effectRef idx="0">
            <a:schemeClr val="accent1"/>
          </a:effectRef>
          <a:fontRef idx="minor">
            <a:schemeClr val="tx1"/>
          </a:fontRef>
        </p:style>
        <p:txBody>
          <a:bodyPr lIns="121900" tIns="60949" rIns="121900" bIns="60949" rtlCol="0" anchor="ctr"/>
          <a:lstStyle/>
          <a:p>
            <a:pPr algn="ctr"/>
            <a:endParaRPr lang="zh-CN" altLang="en-US" sz="1799"/>
          </a:p>
        </p:txBody>
      </p:sp>
      <p:sp>
        <p:nvSpPr>
          <p:cNvPr id="52" name="Freeform 3"/>
          <p:cNvSpPr/>
          <p:nvPr/>
        </p:nvSpPr>
        <p:spPr>
          <a:xfrm>
            <a:off x="4634992" y="2158352"/>
            <a:ext cx="142240" cy="142198"/>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00" tIns="60949" rIns="121900" bIns="60949" rtlCol="0" anchor="ctr"/>
          <a:lstStyle/>
          <a:p>
            <a:pPr algn="ctr"/>
            <a:endParaRPr lang="zh-CN" altLang="en-US" sz="1799"/>
          </a:p>
        </p:txBody>
      </p:sp>
      <p:sp>
        <p:nvSpPr>
          <p:cNvPr id="7" name="Freeform 3"/>
          <p:cNvSpPr/>
          <p:nvPr/>
        </p:nvSpPr>
        <p:spPr>
          <a:xfrm>
            <a:off x="4634992" y="2886542"/>
            <a:ext cx="142240" cy="142198"/>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00" tIns="60949" rIns="121900" bIns="60949" rtlCol="0" anchor="ctr"/>
          <a:lstStyle/>
          <a:p>
            <a:pPr algn="ctr"/>
            <a:endParaRPr lang="zh-CN" altLang="en-US" sz="1799"/>
          </a:p>
        </p:txBody>
      </p:sp>
      <p:sp>
        <p:nvSpPr>
          <p:cNvPr id="53" name="Freeform 3"/>
          <p:cNvSpPr/>
          <p:nvPr/>
        </p:nvSpPr>
        <p:spPr>
          <a:xfrm>
            <a:off x="4634992" y="3614733"/>
            <a:ext cx="142240" cy="142198"/>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00" tIns="60949" rIns="121900" bIns="60949" rtlCol="0" anchor="ctr"/>
          <a:lstStyle/>
          <a:p>
            <a:pPr algn="ctr"/>
            <a:endParaRPr lang="zh-CN" altLang="en-US" sz="1799"/>
          </a:p>
        </p:txBody>
      </p:sp>
      <p:sp>
        <p:nvSpPr>
          <p:cNvPr id="54" name="Freeform 3"/>
          <p:cNvSpPr/>
          <p:nvPr/>
        </p:nvSpPr>
        <p:spPr>
          <a:xfrm>
            <a:off x="4634992" y="4342924"/>
            <a:ext cx="142240" cy="142198"/>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00" tIns="60949" rIns="121900" bIns="60949" rtlCol="0" anchor="ctr"/>
          <a:lstStyle/>
          <a:p>
            <a:pPr algn="ctr"/>
            <a:endParaRPr lang="zh-CN" altLang="en-US" sz="1799"/>
          </a:p>
        </p:txBody>
      </p:sp>
      <p:sp>
        <p:nvSpPr>
          <p:cNvPr id="12" name="TextBox 1"/>
          <p:cNvSpPr txBox="1"/>
          <p:nvPr/>
        </p:nvSpPr>
        <p:spPr>
          <a:xfrm>
            <a:off x="5130800" y="4895763"/>
            <a:ext cx="2462085" cy="369161"/>
          </a:xfrm>
          <a:prstGeom prst="rect">
            <a:avLst/>
          </a:prstGeom>
          <a:noFill/>
        </p:spPr>
        <p:txBody>
          <a:bodyPr wrap="none" lIns="0" tIns="0" rIns="0" bIns="60949" rtlCol="0">
            <a:spAutoFit/>
          </a:bodyPr>
          <a:lstStyle/>
          <a:p>
            <a:pPr>
              <a:lnSpc>
                <a:spcPts val="2400"/>
              </a:lnSpc>
            </a:pPr>
            <a:r>
              <a:rPr lang="en-US" altLang="zh-CN" sz="1899" dirty="0">
                <a:solidFill>
                  <a:srgbClr val="656D8D"/>
                </a:solidFill>
                <a:latin typeface="Microsoft YaHei UI" pitchFamily="18" charset="0"/>
                <a:cs typeface="Microsoft YaHei UI" pitchFamily="18" charset="0"/>
              </a:rPr>
              <a:t>3.5 LiteOS </a:t>
            </a:r>
            <a:r>
              <a:rPr lang="zh-CN" altLang="en-US" sz="1899" dirty="0">
                <a:solidFill>
                  <a:srgbClr val="656D8D"/>
                </a:solidFill>
                <a:latin typeface="Microsoft YaHei UI" pitchFamily="18" charset="0"/>
                <a:cs typeface="Microsoft YaHei UI" pitchFamily="18" charset="0"/>
              </a:rPr>
              <a:t>的启动流程</a:t>
            </a:r>
          </a:p>
        </p:txBody>
      </p:sp>
      <p:sp>
        <p:nvSpPr>
          <p:cNvPr id="13" name="Freeform 3"/>
          <p:cNvSpPr/>
          <p:nvPr/>
        </p:nvSpPr>
        <p:spPr>
          <a:xfrm>
            <a:off x="4634992" y="4973646"/>
            <a:ext cx="142240" cy="142198"/>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00" tIns="60949" rIns="121900" bIns="60949" rtlCol="0" anchor="ctr"/>
          <a:lstStyle/>
          <a:p>
            <a:pPr algn="ctr"/>
            <a:endParaRPr lang="zh-CN" altLang="en-US" sz="1799"/>
          </a:p>
        </p:txBody>
      </p:sp>
      <p:sp>
        <p:nvSpPr>
          <p:cNvPr id="14" name="矩形 13">
            <a:extLst>
              <a:ext uri="{FF2B5EF4-FFF2-40B4-BE49-F238E27FC236}">
                <a16:creationId xmlns:a16="http://schemas.microsoft.com/office/drawing/2014/main" id="{ADFA951A-978E-4E8D-A85A-85B6177AC588}"/>
              </a:ext>
            </a:extLst>
          </p:cNvPr>
          <p:cNvSpPr/>
          <p:nvPr/>
        </p:nvSpPr>
        <p:spPr>
          <a:xfrm>
            <a:off x="0" y="-21316"/>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zh-CN" altLang="en-US" sz="2800" b="1" dirty="0" smtClean="0">
                <a:cs typeface="+mn-ea"/>
                <a:sym typeface="+mn-lt"/>
              </a:rPr>
              <a:t>学习内容</a:t>
            </a:r>
            <a:endParaRPr lang="zh-CN" altLang="en-US" sz="2800" b="1" dirty="0">
              <a:solidFill>
                <a:schemeClr val="bg1"/>
              </a:solidFill>
              <a:cs typeface="+mn-ea"/>
              <a:sym typeface="+mn-lt"/>
            </a:endParaRPr>
          </a:p>
        </p:txBody>
      </p:sp>
      <p:sp>
        <p:nvSpPr>
          <p:cNvPr id="15"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Tree>
    <p:extLst>
      <p:ext uri="{BB962C8B-B14F-4D97-AF65-F5344CB8AC3E}">
        <p14:creationId xmlns:p14="http://schemas.microsoft.com/office/powerpoint/2010/main" val="337034068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37555" y="1816450"/>
            <a:ext cx="12193050" cy="488197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3" name="内容占位符 2"/>
          <p:cNvSpPr>
            <a:spLocks noGrp="1"/>
          </p:cNvSpPr>
          <p:nvPr>
            <p:ph idx="1"/>
          </p:nvPr>
        </p:nvSpPr>
        <p:spPr>
          <a:xfrm>
            <a:off x="495102" y="1816450"/>
            <a:ext cx="5178903" cy="4501505"/>
          </a:xfrm>
        </p:spPr>
        <p:txBody>
          <a:bodyPr vert="horz" lIns="91440" tIns="45720" rIns="91440" bIns="45720" rtlCol="0">
            <a:noAutofit/>
          </a:bodyPr>
          <a:lstStyle/>
          <a:p>
            <a:pPr marL="0" indent="456971">
              <a:lnSpc>
                <a:spcPct val="125000"/>
              </a:lnSpc>
              <a:spcBef>
                <a:spcPts val="0"/>
              </a:spcBef>
              <a:buClr>
                <a:schemeClr val="tx2">
                  <a:lumMod val="75000"/>
                </a:schemeClr>
              </a:buClr>
              <a:buNone/>
            </a:pPr>
            <a:r>
              <a:rPr lang="en-US" altLang="zh-CN" sz="1400" b="1" dirty="0" smtClean="0">
                <a:solidFill>
                  <a:schemeClr val="tx1"/>
                </a:solidFill>
              </a:rPr>
              <a:t>/**********************************************</a:t>
            </a:r>
            <a:endParaRPr lang="en-US" altLang="zh-CN" sz="1400" b="1" dirty="0">
              <a:solidFill>
                <a:schemeClr val="tx1"/>
              </a:solidFill>
            </a:endParaRPr>
          </a:p>
          <a:p>
            <a:pPr marL="0" indent="456971">
              <a:lnSpc>
                <a:spcPct val="125000"/>
              </a:lnSpc>
              <a:spcBef>
                <a:spcPts val="0"/>
              </a:spcBef>
              <a:buClr>
                <a:schemeClr val="tx2">
                  <a:lumMod val="75000"/>
                </a:schemeClr>
              </a:buClr>
              <a:buNone/>
            </a:pPr>
            <a:r>
              <a:rPr lang="en-US" altLang="zh-CN" sz="1400" b="1" dirty="0">
                <a:solidFill>
                  <a:schemeClr val="tx1"/>
                </a:solidFill>
              </a:rPr>
              <a:t>   * @file    </a:t>
            </a:r>
            <a:r>
              <a:rPr lang="en-US" altLang="zh-CN" sz="1400" b="1" dirty="0" err="1">
                <a:solidFill>
                  <a:schemeClr val="tx1"/>
                </a:solidFill>
              </a:rPr>
              <a:t>main.c</a:t>
            </a:r>
            <a:endParaRPr lang="en-US" altLang="zh-CN" sz="1400" b="1" dirty="0">
              <a:solidFill>
                <a:schemeClr val="tx1"/>
              </a:solidFill>
            </a:endParaRPr>
          </a:p>
          <a:p>
            <a:pPr marL="0" indent="456971">
              <a:lnSpc>
                <a:spcPct val="125000"/>
              </a:lnSpc>
              <a:spcBef>
                <a:spcPts val="0"/>
              </a:spcBef>
              <a:buClr>
                <a:schemeClr val="tx2">
                  <a:lumMod val="75000"/>
                </a:schemeClr>
              </a:buClr>
              <a:buNone/>
            </a:pPr>
            <a:r>
              <a:rPr lang="en-US" altLang="zh-CN" sz="1400" b="1" dirty="0">
                <a:solidFill>
                  <a:schemeClr val="tx1"/>
                </a:solidFill>
              </a:rPr>
              <a:t>   * @author  fire</a:t>
            </a:r>
          </a:p>
          <a:p>
            <a:pPr marL="0" indent="456971">
              <a:lnSpc>
                <a:spcPct val="125000"/>
              </a:lnSpc>
              <a:spcBef>
                <a:spcPts val="0"/>
              </a:spcBef>
              <a:buClr>
                <a:schemeClr val="tx2">
                  <a:lumMod val="75000"/>
                </a:schemeClr>
              </a:buClr>
              <a:buNone/>
            </a:pPr>
            <a:r>
              <a:rPr lang="en-US" altLang="zh-CN" sz="1400" b="1" dirty="0">
                <a:solidFill>
                  <a:schemeClr val="tx1"/>
                </a:solidFill>
              </a:rPr>
              <a:t>   * @version V1.0</a:t>
            </a:r>
          </a:p>
          <a:p>
            <a:pPr marL="0" indent="456971">
              <a:lnSpc>
                <a:spcPct val="125000"/>
              </a:lnSpc>
              <a:spcBef>
                <a:spcPts val="0"/>
              </a:spcBef>
              <a:buClr>
                <a:schemeClr val="tx2">
                  <a:lumMod val="75000"/>
                </a:schemeClr>
              </a:buClr>
              <a:buNone/>
            </a:pPr>
            <a:r>
              <a:rPr lang="en-US" altLang="zh-CN" sz="1400" b="1" dirty="0">
                <a:solidFill>
                  <a:schemeClr val="tx1"/>
                </a:solidFill>
              </a:rPr>
              <a:t>   * @date    2018-xx-xx</a:t>
            </a:r>
          </a:p>
          <a:p>
            <a:pPr marL="0" indent="456971">
              <a:lnSpc>
                <a:spcPct val="125000"/>
              </a:lnSpc>
              <a:spcBef>
                <a:spcPts val="0"/>
              </a:spcBef>
              <a:buClr>
                <a:schemeClr val="tx2">
                  <a:lumMod val="75000"/>
                </a:schemeClr>
              </a:buClr>
              <a:buNone/>
            </a:pPr>
            <a:r>
              <a:rPr lang="en-US" altLang="zh-CN" sz="1400" b="1" dirty="0">
                <a:solidFill>
                  <a:schemeClr val="tx1"/>
                </a:solidFill>
              </a:rPr>
              <a:t>   * @brief   STM32</a:t>
            </a:r>
            <a:r>
              <a:rPr lang="zh-CN" altLang="en-US" sz="1400" b="1" dirty="0">
                <a:solidFill>
                  <a:schemeClr val="tx1"/>
                </a:solidFill>
              </a:rPr>
              <a:t>全系列开发板</a:t>
            </a:r>
            <a:r>
              <a:rPr lang="en-US" altLang="zh-CN" sz="1400" b="1" dirty="0">
                <a:solidFill>
                  <a:schemeClr val="tx1"/>
                </a:solidFill>
              </a:rPr>
              <a:t>-</a:t>
            </a:r>
            <a:r>
              <a:rPr lang="en-US" altLang="zh-CN" sz="1400" b="1" dirty="0" err="1">
                <a:solidFill>
                  <a:schemeClr val="tx1"/>
                </a:solidFill>
              </a:rPr>
              <a:t>LiteOS</a:t>
            </a:r>
            <a:r>
              <a:rPr lang="zh-CN" altLang="en-US"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en-US" altLang="zh-CN" sz="1400" b="1" dirty="0" smtClean="0">
                <a:solidFill>
                  <a:schemeClr val="tx1"/>
                </a:solidFill>
              </a:rPr>
              <a:t>******************************************</a:t>
            </a:r>
            <a:endParaRPr lang="en-US" altLang="zh-CN" sz="1400" b="1" dirty="0">
              <a:solidFill>
                <a:schemeClr val="tx1"/>
              </a:solidFill>
            </a:endParaRPr>
          </a:p>
          <a:p>
            <a:pPr marL="0" indent="456971">
              <a:lnSpc>
                <a:spcPct val="125000"/>
              </a:lnSpc>
              <a:spcBef>
                <a:spcPts val="0"/>
              </a:spcBef>
              <a:buClr>
                <a:schemeClr val="tx2">
                  <a:lumMod val="75000"/>
                </a:schemeClr>
              </a:buClr>
              <a:buNone/>
            </a:pPr>
            <a:r>
              <a:rPr lang="en-US" altLang="zh-CN" sz="1400" b="1" dirty="0">
                <a:solidFill>
                  <a:schemeClr val="tx1"/>
                </a:solidFill>
              </a:rPr>
              <a:t>   * @attention</a:t>
            </a:r>
          </a:p>
          <a:p>
            <a:pPr marL="0" indent="456971">
              <a:lnSpc>
                <a:spcPct val="125000"/>
              </a:lnSpc>
              <a:spcBef>
                <a:spcPts val="0"/>
              </a:spcBef>
              <a:buClr>
                <a:schemeClr val="tx2">
                  <a:lumMod val="75000"/>
                </a:schemeClr>
              </a:buClr>
              <a:buNone/>
            </a:pPr>
            <a:r>
              <a:rPr lang="en-US" altLang="zh-CN" sz="1400" b="1" dirty="0">
                <a:solidFill>
                  <a:schemeClr val="tx1"/>
                </a:solidFill>
              </a:rPr>
              <a:t>   * </a:t>
            </a:r>
            <a:r>
              <a:rPr lang="zh-CN" altLang="en-US" sz="1400" b="1" dirty="0">
                <a:solidFill>
                  <a:schemeClr val="tx1"/>
                </a:solidFill>
              </a:rPr>
              <a:t>实验平台</a:t>
            </a:r>
            <a:r>
              <a:rPr lang="en-US" altLang="zh-CN" sz="1400" b="1" dirty="0">
                <a:solidFill>
                  <a:schemeClr val="tx1"/>
                </a:solidFill>
              </a:rPr>
              <a:t>:</a:t>
            </a:r>
            <a:r>
              <a:rPr lang="zh-CN" altLang="en-US" sz="1400" b="1" dirty="0">
                <a:solidFill>
                  <a:schemeClr val="tx1"/>
                </a:solidFill>
              </a:rPr>
              <a:t>野火 </a:t>
            </a:r>
            <a:r>
              <a:rPr lang="en-US" altLang="zh-CN" sz="1400" b="1" dirty="0">
                <a:solidFill>
                  <a:schemeClr val="tx1"/>
                </a:solidFill>
              </a:rPr>
              <a:t>F103-</a:t>
            </a:r>
            <a:r>
              <a:rPr lang="zh-CN" altLang="en-US" sz="1400" b="1" dirty="0">
                <a:solidFill>
                  <a:schemeClr val="tx1"/>
                </a:solidFill>
              </a:rPr>
              <a:t>霸道 </a:t>
            </a:r>
            <a:r>
              <a:rPr lang="en-US" altLang="zh-CN" sz="1400" b="1" dirty="0">
                <a:solidFill>
                  <a:schemeClr val="tx1"/>
                </a:solidFill>
              </a:rPr>
              <a:t>STM32 </a:t>
            </a:r>
            <a:r>
              <a:rPr lang="zh-CN" altLang="en-US" sz="1400" b="1" dirty="0">
                <a:solidFill>
                  <a:schemeClr val="tx1"/>
                </a:solidFill>
              </a:rPr>
              <a:t>开发板</a:t>
            </a:r>
          </a:p>
          <a:p>
            <a:pPr marL="0" indent="456971">
              <a:lnSpc>
                <a:spcPct val="125000"/>
              </a:lnSpc>
              <a:spcBef>
                <a:spcPts val="0"/>
              </a:spcBef>
              <a:buClr>
                <a:schemeClr val="tx2">
                  <a:lumMod val="75000"/>
                </a:schemeClr>
              </a:buClr>
              <a:buNone/>
            </a:pPr>
            <a:r>
              <a:rPr lang="en-US" altLang="zh-CN" sz="1400" b="1" dirty="0">
                <a:solidFill>
                  <a:schemeClr val="tx1"/>
                </a:solidFill>
              </a:rPr>
              <a:t>   * </a:t>
            </a:r>
            <a:r>
              <a:rPr lang="zh-CN" altLang="en-US" sz="1400" b="1" dirty="0">
                <a:solidFill>
                  <a:schemeClr val="tx1"/>
                </a:solidFill>
              </a:rPr>
              <a:t>论坛    </a:t>
            </a:r>
            <a:r>
              <a:rPr lang="en-US" altLang="zh-CN" sz="1400" b="1" dirty="0">
                <a:solidFill>
                  <a:schemeClr val="tx1"/>
                </a:solidFill>
              </a:rPr>
              <a:t>:http://www.firebbs.cn</a:t>
            </a:r>
          </a:p>
          <a:p>
            <a:pPr marL="0" indent="456971">
              <a:lnSpc>
                <a:spcPct val="125000"/>
              </a:lnSpc>
              <a:spcBef>
                <a:spcPts val="0"/>
              </a:spcBef>
              <a:buClr>
                <a:schemeClr val="tx2">
                  <a:lumMod val="75000"/>
                </a:schemeClr>
              </a:buClr>
              <a:buNone/>
            </a:pPr>
            <a:r>
              <a:rPr lang="en-US" altLang="zh-CN" sz="1400" b="1" dirty="0">
                <a:solidFill>
                  <a:schemeClr val="tx1"/>
                </a:solidFill>
              </a:rPr>
              <a:t>   * </a:t>
            </a:r>
            <a:r>
              <a:rPr lang="zh-CN" altLang="en-US" sz="1400" b="1" dirty="0">
                <a:solidFill>
                  <a:schemeClr val="tx1"/>
                </a:solidFill>
              </a:rPr>
              <a:t>淘宝    </a:t>
            </a:r>
            <a:r>
              <a:rPr lang="en-US" altLang="zh-CN" sz="1400" b="1" dirty="0">
                <a:solidFill>
                  <a:schemeClr val="tx1"/>
                </a:solidFill>
              </a:rPr>
              <a:t>:http://firestm32.taobao.com</a:t>
            </a:r>
          </a:p>
          <a:p>
            <a:pPr marL="0" indent="456971">
              <a:lnSpc>
                <a:spcPct val="125000"/>
              </a:lnSpc>
              <a:spcBef>
                <a:spcPts val="0"/>
              </a:spcBef>
              <a:buClr>
                <a:schemeClr val="tx2">
                  <a:lumMod val="75000"/>
                </a:schemeClr>
              </a:buClr>
              <a:buNone/>
            </a:pPr>
            <a:r>
              <a:rPr lang="en-US" altLang="zh-CN" sz="1400" b="1" dirty="0" smtClean="0">
                <a:solidFill>
                  <a:schemeClr val="tx1"/>
                </a:solidFill>
              </a:rPr>
              <a:t>************************************** </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en-US" altLang="zh-CN" sz="1400" b="1" dirty="0" err="1">
                <a:solidFill>
                  <a:schemeClr val="tx1"/>
                </a:solidFill>
              </a:rPr>
              <a:t>LiteOS</a:t>
            </a:r>
            <a:r>
              <a:rPr lang="en-US" altLang="zh-CN" sz="1400" b="1" dirty="0">
                <a:solidFill>
                  <a:schemeClr val="tx1"/>
                </a:solidFill>
              </a:rPr>
              <a:t> </a:t>
            </a:r>
            <a:r>
              <a:rPr lang="zh-CN" altLang="en-US" sz="1400" b="1" dirty="0">
                <a:solidFill>
                  <a:schemeClr val="tx1"/>
                </a:solidFill>
              </a:rPr>
              <a:t>头文件 *</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#include "</a:t>
            </a:r>
            <a:r>
              <a:rPr lang="en-US" altLang="zh-CN" sz="1400" b="1" dirty="0" err="1">
                <a:solidFill>
                  <a:schemeClr val="tx1"/>
                </a:solidFill>
              </a:rPr>
              <a:t>los_sys.h</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#include "los_task.ph"</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zh-CN" altLang="en-US" sz="1400" b="1" dirty="0">
                <a:solidFill>
                  <a:schemeClr val="tx1"/>
                </a:solidFill>
              </a:rPr>
              <a:t>板级外设头文件 *</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#include "</a:t>
            </a:r>
            <a:r>
              <a:rPr lang="en-US" altLang="zh-CN" sz="1400" b="1" dirty="0" err="1">
                <a:solidFill>
                  <a:schemeClr val="tx1"/>
                </a:solidFill>
              </a:rPr>
              <a:t>bsp_usart.h</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#include "</a:t>
            </a:r>
            <a:r>
              <a:rPr lang="en-US" altLang="zh-CN" sz="1400" b="1" dirty="0" err="1">
                <a:solidFill>
                  <a:schemeClr val="tx1"/>
                </a:solidFill>
              </a:rPr>
              <a:t>bsp_led.h</a:t>
            </a:r>
            <a:r>
              <a:rPr lang="en-US" altLang="zh-CN" sz="1400" b="1" dirty="0">
                <a:solidFill>
                  <a:schemeClr val="tx1"/>
                </a:solidFill>
              </a:rPr>
              <a:t>"</a:t>
            </a:r>
          </a:p>
        </p:txBody>
      </p:sp>
      <p:sp>
        <p:nvSpPr>
          <p:cNvPr id="4" name="内容占位符 3"/>
          <p:cNvSpPr>
            <a:spLocks noGrp="1"/>
          </p:cNvSpPr>
          <p:nvPr>
            <p:ph idx="13"/>
          </p:nvPr>
        </p:nvSpPr>
        <p:spPr>
          <a:xfrm>
            <a:off x="495102" y="747701"/>
            <a:ext cx="11465244" cy="914252"/>
          </a:xfrm>
        </p:spPr>
        <p:txBody>
          <a:bodyPr>
            <a:normAutofit/>
          </a:bodyPr>
          <a:lstStyle/>
          <a:p>
            <a:pPr indent="456971"/>
            <a:r>
              <a:rPr lang="zh-CN" altLang="en-US" dirty="0"/>
              <a:t>创建两个任务，两个任务的优先级不同，任务</a:t>
            </a:r>
            <a:r>
              <a:rPr lang="en-US" altLang="zh-CN" dirty="0"/>
              <a:t>1</a:t>
            </a:r>
            <a:r>
              <a:rPr lang="zh-CN" altLang="en-US" dirty="0"/>
              <a:t>实现</a:t>
            </a:r>
            <a:r>
              <a:rPr lang="en-US" altLang="zh-CN" dirty="0">
                <a:solidFill>
                  <a:srgbClr val="C00000"/>
                </a:solidFill>
              </a:rPr>
              <a:t>LED1</a:t>
            </a:r>
            <a:r>
              <a:rPr lang="zh-CN" altLang="en-US" dirty="0">
                <a:solidFill>
                  <a:srgbClr val="C00000"/>
                </a:solidFill>
              </a:rPr>
              <a:t>灯闪烁</a:t>
            </a:r>
            <a:r>
              <a:rPr lang="zh-CN" altLang="en-US" dirty="0"/>
              <a:t>，任务</a:t>
            </a:r>
            <a:r>
              <a:rPr lang="en-US" altLang="zh-CN" dirty="0"/>
              <a:t>2</a:t>
            </a:r>
            <a:r>
              <a:rPr lang="zh-CN" altLang="en-US" dirty="0"/>
              <a:t>实现</a:t>
            </a:r>
            <a:r>
              <a:rPr lang="en-US" altLang="zh-CN" dirty="0">
                <a:solidFill>
                  <a:srgbClr val="C00000"/>
                </a:solidFill>
              </a:rPr>
              <a:t>LED2</a:t>
            </a:r>
            <a:r>
              <a:rPr lang="zh-CN" altLang="en-US" dirty="0">
                <a:solidFill>
                  <a:srgbClr val="C00000"/>
                </a:solidFill>
              </a:rPr>
              <a:t>灯闪烁</a:t>
            </a:r>
            <a:r>
              <a:rPr lang="zh-CN" altLang="en-US" dirty="0"/>
              <a:t>，两个</a:t>
            </a:r>
            <a:r>
              <a:rPr lang="en-US" altLang="zh-CN" dirty="0"/>
              <a:t>LED</a:t>
            </a:r>
            <a:r>
              <a:rPr lang="zh-CN" altLang="en-US" dirty="0"/>
              <a:t>灯闪烁的频率不一样，并且在</a:t>
            </a:r>
            <a:r>
              <a:rPr lang="zh-CN" altLang="en-US" dirty="0">
                <a:solidFill>
                  <a:srgbClr val="C00000"/>
                </a:solidFill>
              </a:rPr>
              <a:t>串口中输出相应的调试信息</a:t>
            </a:r>
            <a:r>
              <a:rPr lang="zh-CN" altLang="en-US" dirty="0"/>
              <a:t>，具体实现如代码</a:t>
            </a:r>
            <a:r>
              <a:rPr lang="zh-CN" altLang="en-US" dirty="0" smtClean="0"/>
              <a:t>清单加</a:t>
            </a:r>
            <a:r>
              <a:rPr lang="zh-CN" altLang="en-US" dirty="0"/>
              <a:t>粗部分所示。</a:t>
            </a:r>
          </a:p>
        </p:txBody>
      </p:sp>
      <p:sp>
        <p:nvSpPr>
          <p:cNvPr id="10" name="矩形 9"/>
          <p:cNvSpPr/>
          <p:nvPr/>
        </p:nvSpPr>
        <p:spPr>
          <a:xfrm>
            <a:off x="0" y="1502729"/>
            <a:ext cx="12192000" cy="151993"/>
          </a:xfrm>
          <a:prstGeom prst="rect">
            <a:avLst/>
          </a:prstGeom>
          <a:solidFill>
            <a:srgbClr val="3A41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2" name="内容占位符 2"/>
          <p:cNvSpPr txBox="1">
            <a:spLocks/>
          </p:cNvSpPr>
          <p:nvPr/>
        </p:nvSpPr>
        <p:spPr>
          <a:xfrm>
            <a:off x="6444682" y="2672020"/>
            <a:ext cx="5515664" cy="4539750"/>
          </a:xfrm>
          <a:prstGeom prst="rect">
            <a:avLst/>
          </a:prstGeom>
        </p:spPr>
        <p:txBody>
          <a:bodyPr vert="horz" lIns="91440" tIns="45720" rIns="91440" bIns="45720" rtlCol="0">
            <a:noAutofit/>
          </a:bodyPr>
          <a:lstStyle>
            <a:lvl1pPr indent="456971" defTabSz="914354">
              <a:lnSpc>
                <a:spcPct val="125000"/>
              </a:lnSpc>
              <a:spcBef>
                <a:spcPts val="0"/>
              </a:spcBef>
              <a:buClr>
                <a:schemeClr val="tx2">
                  <a:lumMod val="75000"/>
                </a:schemeClr>
              </a:buClr>
              <a:buSzPct val="80000"/>
              <a:buFont typeface="Wingdings" pitchFamily="2" charset="2"/>
              <a:buNone/>
              <a:defRPr sz="1400" b="1"/>
            </a:lvl1pPr>
            <a:lvl2pPr marL="685766" indent="-228589" defTabSz="914354">
              <a:lnSpc>
                <a:spcPct val="90000"/>
              </a:lnSpc>
              <a:spcBef>
                <a:spcPts val="500"/>
              </a:spcBef>
              <a:buFont typeface="Arial" panose="020B0604020202020204" pitchFamily="34" charset="0"/>
              <a:buChar char="•"/>
              <a:defRPr sz="1600">
                <a:solidFill>
                  <a:schemeClr val="tx1">
                    <a:lumMod val="75000"/>
                    <a:lumOff val="25000"/>
                  </a:schemeClr>
                </a:solidFill>
              </a:defRPr>
            </a:lvl2pPr>
            <a:lvl3pPr marL="1142942" indent="-228589" defTabSz="914354">
              <a:lnSpc>
                <a:spcPct val="90000"/>
              </a:lnSpc>
              <a:spcBef>
                <a:spcPts val="500"/>
              </a:spcBef>
              <a:buFont typeface="Arial" panose="020B0604020202020204" pitchFamily="34" charset="0"/>
              <a:buChar char="•"/>
              <a:defRPr sz="1400"/>
            </a:lvl3pPr>
            <a:lvl4pPr marL="1600120" indent="-228589" defTabSz="914354">
              <a:lnSpc>
                <a:spcPct val="90000"/>
              </a:lnSpc>
              <a:spcBef>
                <a:spcPts val="500"/>
              </a:spcBef>
              <a:buFont typeface="Arial" panose="020B0604020202020204" pitchFamily="34" charset="0"/>
              <a:buChar char="•"/>
              <a:defRPr sz="1200"/>
            </a:lvl4pPr>
            <a:lvl5pPr marL="2057298" indent="-228589" defTabSz="914354">
              <a:lnSpc>
                <a:spcPct val="90000"/>
              </a:lnSpc>
              <a:spcBef>
                <a:spcPts val="500"/>
              </a:spcBef>
              <a:buFont typeface="Arial" panose="020B0604020202020204" pitchFamily="34" charset="0"/>
              <a:buChar char="•"/>
              <a:defRPr sz="1200"/>
            </a:lvl5pPr>
            <a:lvl6pPr marL="2514474" indent="-228589" defTabSz="914354">
              <a:lnSpc>
                <a:spcPct val="90000"/>
              </a:lnSpc>
              <a:spcBef>
                <a:spcPts val="500"/>
              </a:spcBef>
              <a:buFont typeface="Arial" panose="020B0604020202020204" pitchFamily="34" charset="0"/>
              <a:buChar char="•"/>
            </a:lvl6pPr>
            <a:lvl7pPr marL="2971652" indent="-228589" defTabSz="914354">
              <a:lnSpc>
                <a:spcPct val="90000"/>
              </a:lnSpc>
              <a:spcBef>
                <a:spcPts val="500"/>
              </a:spcBef>
              <a:buFont typeface="Arial" panose="020B0604020202020204" pitchFamily="34" charset="0"/>
              <a:buChar char="•"/>
            </a:lvl7pPr>
            <a:lvl8pPr marL="3428829" indent="-228589" defTabSz="914354">
              <a:lnSpc>
                <a:spcPct val="90000"/>
              </a:lnSpc>
              <a:spcBef>
                <a:spcPts val="500"/>
              </a:spcBef>
              <a:buFont typeface="Arial" panose="020B0604020202020204" pitchFamily="34" charset="0"/>
              <a:buChar char="•"/>
            </a:lvl8pPr>
            <a:lvl9pPr marL="3886006" indent="-228589" defTabSz="914354">
              <a:lnSpc>
                <a:spcPct val="90000"/>
              </a:lnSpc>
              <a:spcBef>
                <a:spcPts val="500"/>
              </a:spcBef>
              <a:buFont typeface="Arial" panose="020B0604020202020204" pitchFamily="34" charset="0"/>
              <a:buChar char="•"/>
            </a:lvl9pPr>
          </a:lstStyle>
          <a:p>
            <a:r>
              <a:rPr lang="en-US" altLang="zh-CN" dirty="0" smtClean="0"/>
              <a:t>/*</a:t>
            </a:r>
            <a:r>
              <a:rPr lang="zh-CN" altLang="en-US" dirty="0"/>
              <a:t>定义任务</a:t>
            </a:r>
            <a:r>
              <a:rPr lang="en-US" altLang="zh-CN" dirty="0"/>
              <a:t>ID</a:t>
            </a:r>
            <a:r>
              <a:rPr lang="zh-CN" altLang="en-US" dirty="0"/>
              <a:t>变量 *</a:t>
            </a:r>
            <a:r>
              <a:rPr lang="en-US" altLang="zh-CN" dirty="0"/>
              <a:t>/</a:t>
            </a:r>
          </a:p>
          <a:p>
            <a:r>
              <a:rPr lang="en-US" altLang="zh-CN" dirty="0"/>
              <a:t> UINT32 Test1_Task_Handle;</a:t>
            </a:r>
          </a:p>
          <a:p>
            <a:r>
              <a:rPr lang="en-US" altLang="zh-CN" dirty="0"/>
              <a:t>UINT32 Test2_Task_Handle;</a:t>
            </a:r>
          </a:p>
          <a:p>
            <a:r>
              <a:rPr lang="en-US" altLang="zh-CN" dirty="0"/>
              <a:t> /* </a:t>
            </a:r>
            <a:r>
              <a:rPr lang="zh-CN" altLang="en-US" dirty="0"/>
              <a:t>函数声明 *</a:t>
            </a:r>
            <a:r>
              <a:rPr lang="en-US" altLang="zh-CN" dirty="0"/>
              <a:t>/</a:t>
            </a:r>
          </a:p>
          <a:p>
            <a:r>
              <a:rPr lang="en-US" altLang="zh-CN" dirty="0"/>
              <a:t>static UINT32 </a:t>
            </a:r>
            <a:r>
              <a:rPr lang="en-US" altLang="zh-CN" dirty="0" err="1"/>
              <a:t>AppTaskCreate</a:t>
            </a:r>
            <a:r>
              <a:rPr lang="en-US" altLang="zh-CN" dirty="0"/>
              <a:t>(void);</a:t>
            </a:r>
          </a:p>
          <a:p>
            <a:r>
              <a:rPr lang="en-US" altLang="zh-CN" dirty="0"/>
              <a:t>static UINT32 Creat_Test1_Task(void);</a:t>
            </a:r>
          </a:p>
          <a:p>
            <a:r>
              <a:rPr lang="en-US" altLang="zh-CN" dirty="0"/>
              <a:t>static UINT32 Creat_Test2_Task(void);</a:t>
            </a:r>
          </a:p>
          <a:p>
            <a:r>
              <a:rPr lang="en-US" altLang="zh-CN" dirty="0"/>
              <a:t> static void Test1_Task(void);</a:t>
            </a:r>
          </a:p>
          <a:p>
            <a:r>
              <a:rPr lang="en-US" altLang="zh-CN" dirty="0"/>
              <a:t> static void Test2_Task(void);</a:t>
            </a:r>
          </a:p>
          <a:p>
            <a:r>
              <a:rPr lang="en-US" altLang="zh-CN" dirty="0"/>
              <a:t> static void </a:t>
            </a:r>
            <a:r>
              <a:rPr lang="en-US" altLang="zh-CN" dirty="0" err="1"/>
              <a:t>BSP_Init</a:t>
            </a:r>
            <a:r>
              <a:rPr lang="en-US" altLang="zh-CN" dirty="0"/>
              <a:t>(void);</a:t>
            </a:r>
          </a:p>
        </p:txBody>
      </p:sp>
      <p:cxnSp>
        <p:nvCxnSpPr>
          <p:cNvPr id="14" name="直接连接符 13"/>
          <p:cNvCxnSpPr/>
          <p:nvPr/>
        </p:nvCxnSpPr>
        <p:spPr>
          <a:xfrm flipH="1">
            <a:off x="5943679" y="2411783"/>
            <a:ext cx="40807" cy="4112658"/>
          </a:xfrm>
          <a:prstGeom prst="line">
            <a:avLst/>
          </a:prstGeom>
          <a:ln>
            <a:solidFill>
              <a:srgbClr val="69A12B"/>
            </a:solidFill>
            <a:prstDash val="lgDashDot"/>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flipH="1">
            <a:off x="6096000" y="2411783"/>
            <a:ext cx="76160" cy="4215951"/>
          </a:xfrm>
          <a:prstGeom prst="line">
            <a:avLst/>
          </a:prstGeom>
          <a:ln>
            <a:solidFill>
              <a:srgbClr val="69A12B"/>
            </a:solidFill>
            <a:prstDash val="lgDashDot"/>
          </a:ln>
        </p:spPr>
        <p:style>
          <a:lnRef idx="1">
            <a:schemeClr val="accent1"/>
          </a:lnRef>
          <a:fillRef idx="0">
            <a:schemeClr val="accent1"/>
          </a:fillRef>
          <a:effectRef idx="0">
            <a:schemeClr val="accent1"/>
          </a:effectRef>
          <a:fontRef idx="minor">
            <a:schemeClr val="tx1"/>
          </a:fontRef>
        </p:style>
      </p:cxnSp>
      <p:sp>
        <p:nvSpPr>
          <p:cNvPr id="13" name="矩形 12">
            <a:extLst>
              <a:ext uri="{FF2B5EF4-FFF2-40B4-BE49-F238E27FC236}">
                <a16:creationId xmlns:a16="http://schemas.microsoft.com/office/drawing/2014/main" id="{ADFA951A-978E-4E8D-A85A-85B6177AC588}"/>
              </a:ext>
            </a:extLst>
          </p:cNvPr>
          <p:cNvSpPr/>
          <p:nvPr/>
        </p:nvSpPr>
        <p:spPr>
          <a:xfrm>
            <a:off x="0" y="-21316"/>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smtClean="0">
                <a:cs typeface="+mn-ea"/>
                <a:sym typeface="+mn-lt"/>
              </a:rPr>
              <a:t>3.4</a:t>
            </a:r>
            <a:r>
              <a:rPr lang="zh-CN" altLang="en-US" sz="2800" b="1" dirty="0" smtClean="0">
                <a:cs typeface="+mn-ea"/>
                <a:sym typeface="+mn-lt"/>
              </a:rPr>
              <a:t>创建多任务</a:t>
            </a:r>
            <a:endParaRPr lang="zh-CN" altLang="en-US" sz="2800" b="1" dirty="0">
              <a:solidFill>
                <a:schemeClr val="bg1"/>
              </a:solidFill>
              <a:cs typeface="+mn-ea"/>
              <a:sym typeface="+mn-lt"/>
            </a:endParaRPr>
          </a:p>
        </p:txBody>
      </p:sp>
      <p:sp>
        <p:nvSpPr>
          <p:cNvPr id="15"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Tree>
    <p:extLst>
      <p:ext uri="{BB962C8B-B14F-4D97-AF65-F5344CB8AC3E}">
        <p14:creationId xmlns:p14="http://schemas.microsoft.com/office/powerpoint/2010/main" val="33701577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1050" y="1105468"/>
            <a:ext cx="12193050" cy="567538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3" name="内容占位符 2"/>
          <p:cNvSpPr>
            <a:spLocks noGrp="1"/>
          </p:cNvSpPr>
          <p:nvPr>
            <p:ph idx="1"/>
          </p:nvPr>
        </p:nvSpPr>
        <p:spPr>
          <a:xfrm>
            <a:off x="455911" y="1032316"/>
            <a:ext cx="5919703" cy="5331551"/>
          </a:xfrm>
        </p:spPr>
        <p:txBody>
          <a:bodyPr vert="horz" lIns="91440" tIns="45720" rIns="91440" bIns="45720" rtlCol="0">
            <a:noAutofit/>
          </a:bodyPr>
          <a:lstStyle/>
          <a:p>
            <a:pPr marL="0" indent="456971">
              <a:lnSpc>
                <a:spcPct val="125000"/>
              </a:lnSpc>
              <a:spcBef>
                <a:spcPts val="0"/>
              </a:spcBef>
              <a:buClr>
                <a:schemeClr val="tx2">
                  <a:lumMod val="75000"/>
                </a:schemeClr>
              </a:buClr>
              <a:buNone/>
            </a:pPr>
            <a:r>
              <a:rPr lang="en-US" altLang="zh-CN" sz="1400" b="1" dirty="0" smtClean="0">
                <a:solidFill>
                  <a:schemeClr val="tx1"/>
                </a:solidFill>
              </a:rPr>
              <a:t>/*****************************************************</a:t>
            </a:r>
            <a:endParaRPr lang="en-US" altLang="zh-CN" sz="1400" b="1" dirty="0">
              <a:solidFill>
                <a:schemeClr val="tx1"/>
              </a:solidFill>
            </a:endParaRPr>
          </a:p>
          <a:p>
            <a:pPr marL="0" indent="456971">
              <a:lnSpc>
                <a:spcPct val="125000"/>
              </a:lnSpc>
              <a:spcBef>
                <a:spcPts val="0"/>
              </a:spcBef>
              <a:buClr>
                <a:schemeClr val="tx2">
                  <a:lumMod val="75000"/>
                </a:schemeClr>
              </a:buClr>
              <a:buNone/>
            </a:pPr>
            <a:r>
              <a:rPr lang="en-US" altLang="zh-CN" sz="1400" b="1" dirty="0">
                <a:solidFill>
                  <a:schemeClr val="tx1"/>
                </a:solidFill>
              </a:rPr>
              <a:t>   * @brief  </a:t>
            </a:r>
            <a:r>
              <a:rPr lang="zh-CN" altLang="en-US" sz="1400" b="1" dirty="0">
                <a:solidFill>
                  <a:schemeClr val="tx1"/>
                </a:solidFill>
              </a:rPr>
              <a:t>主函数</a:t>
            </a:r>
          </a:p>
          <a:p>
            <a:pPr marL="0" indent="456971">
              <a:lnSpc>
                <a:spcPct val="125000"/>
              </a:lnSpc>
              <a:spcBef>
                <a:spcPts val="0"/>
              </a:spcBef>
              <a:buClr>
                <a:schemeClr val="tx2">
                  <a:lumMod val="75000"/>
                </a:schemeClr>
              </a:buClr>
              <a:buNone/>
            </a:pPr>
            <a:r>
              <a:rPr lang="en-US" altLang="zh-CN" sz="1400" b="1" dirty="0">
                <a:solidFill>
                  <a:schemeClr val="tx1"/>
                </a:solidFill>
              </a:rPr>
              <a:t>   * @</a:t>
            </a:r>
            <a:r>
              <a:rPr lang="en-US" altLang="zh-CN" sz="1400" b="1" dirty="0" err="1">
                <a:solidFill>
                  <a:schemeClr val="tx1"/>
                </a:solidFill>
              </a:rPr>
              <a:t>param</a:t>
            </a:r>
            <a:r>
              <a:rPr lang="en-US" altLang="zh-CN" sz="1400" b="1" dirty="0">
                <a:solidFill>
                  <a:schemeClr val="tx1"/>
                </a:solidFill>
              </a:rPr>
              <a:t>  </a:t>
            </a:r>
            <a:r>
              <a:rPr lang="zh-CN" altLang="en-US" sz="1400" b="1" dirty="0">
                <a:solidFill>
                  <a:schemeClr val="tx1"/>
                </a:solidFill>
              </a:rPr>
              <a:t>无</a:t>
            </a:r>
          </a:p>
          <a:p>
            <a:pPr marL="0" indent="456971">
              <a:lnSpc>
                <a:spcPct val="125000"/>
              </a:lnSpc>
              <a:spcBef>
                <a:spcPts val="0"/>
              </a:spcBef>
              <a:buClr>
                <a:schemeClr val="tx2">
                  <a:lumMod val="75000"/>
                </a:schemeClr>
              </a:buClr>
              <a:buNone/>
            </a:pPr>
            <a:r>
              <a:rPr lang="en-US" altLang="zh-CN" sz="1400" b="1" dirty="0">
                <a:solidFill>
                  <a:schemeClr val="tx1"/>
                </a:solidFill>
              </a:rPr>
              <a:t>   * @</a:t>
            </a:r>
            <a:r>
              <a:rPr lang="en-US" altLang="zh-CN" sz="1400" b="1" dirty="0" err="1">
                <a:solidFill>
                  <a:schemeClr val="tx1"/>
                </a:solidFill>
              </a:rPr>
              <a:t>retval</a:t>
            </a:r>
            <a:r>
              <a:rPr lang="en-US" altLang="zh-CN" sz="1400" b="1" dirty="0">
                <a:solidFill>
                  <a:schemeClr val="tx1"/>
                </a:solidFill>
              </a:rPr>
              <a:t> </a:t>
            </a:r>
            <a:r>
              <a:rPr lang="zh-CN" altLang="en-US" sz="1400" b="1" dirty="0">
                <a:solidFill>
                  <a:schemeClr val="tx1"/>
                </a:solidFill>
              </a:rPr>
              <a:t>无</a:t>
            </a:r>
          </a:p>
          <a:p>
            <a:pPr marL="0" indent="456971">
              <a:lnSpc>
                <a:spcPct val="125000"/>
              </a:lnSpc>
              <a:spcBef>
                <a:spcPts val="0"/>
              </a:spcBef>
              <a:buClr>
                <a:schemeClr val="tx2">
                  <a:lumMod val="75000"/>
                </a:schemeClr>
              </a:buClr>
              <a:buNone/>
            </a:pPr>
            <a:r>
              <a:rPr lang="en-US" altLang="zh-CN" sz="1400" b="1" dirty="0">
                <a:solidFill>
                  <a:schemeClr val="tx1"/>
                </a:solidFill>
              </a:rPr>
              <a:t>   * @note	  </a:t>
            </a:r>
            <a:r>
              <a:rPr lang="zh-CN" altLang="en-US" sz="1400" b="1" dirty="0">
                <a:solidFill>
                  <a:schemeClr val="tx1"/>
                </a:solidFill>
              </a:rPr>
              <a:t>第一步：开发板硬件初始化</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zh-CN" altLang="en-US" sz="1400" b="1" dirty="0">
                <a:solidFill>
                  <a:schemeClr val="tx1"/>
                </a:solidFill>
              </a:rPr>
              <a:t>第二步：创建</a:t>
            </a:r>
            <a:r>
              <a:rPr lang="en-US" altLang="zh-CN" sz="1400" b="1" dirty="0">
                <a:solidFill>
                  <a:schemeClr val="tx1"/>
                </a:solidFill>
              </a:rPr>
              <a:t>App</a:t>
            </a:r>
            <a:r>
              <a:rPr lang="zh-CN" altLang="en-US" sz="1400" b="1" dirty="0">
                <a:solidFill>
                  <a:schemeClr val="tx1"/>
                </a:solidFill>
              </a:rPr>
              <a:t>应用任务</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zh-CN" altLang="en-US" sz="1400" b="1" dirty="0">
                <a:solidFill>
                  <a:schemeClr val="tx1"/>
                </a:solidFill>
              </a:rPr>
              <a:t>第三步：启动</a:t>
            </a:r>
            <a:r>
              <a:rPr lang="en-US" altLang="zh-CN" sz="1400" b="1" dirty="0" err="1">
                <a:solidFill>
                  <a:schemeClr val="tx1"/>
                </a:solidFill>
              </a:rPr>
              <a:t>LiteOS</a:t>
            </a:r>
            <a:r>
              <a:rPr lang="zh-CN" altLang="en-US" sz="1400" b="1" dirty="0">
                <a:solidFill>
                  <a:schemeClr val="tx1"/>
                </a:solidFill>
              </a:rPr>
              <a:t>，开始多任务调度，启动失败时输出</a:t>
            </a:r>
            <a:r>
              <a:rPr lang="zh-CN" altLang="en-US" sz="1400" b="1" dirty="0" smtClean="0">
                <a:solidFill>
                  <a:schemeClr val="tx1"/>
                </a:solidFill>
              </a:rPr>
              <a:t>错误信息</a:t>
            </a:r>
            <a:r>
              <a:rPr lang="en-US" altLang="zh-CN" sz="1400" b="1" dirty="0" smtClean="0">
                <a:solidFill>
                  <a:schemeClr val="tx1"/>
                </a:solidFill>
              </a:rPr>
              <a:t>********************/</a:t>
            </a:r>
            <a:endParaRPr lang="en-US" altLang="zh-CN" sz="1400" b="1" dirty="0">
              <a:solidFill>
                <a:schemeClr val="tx1"/>
              </a:solidFill>
            </a:endParaRPr>
          </a:p>
          <a:p>
            <a:pPr marL="0" indent="456971">
              <a:lnSpc>
                <a:spcPct val="125000"/>
              </a:lnSpc>
              <a:spcBef>
                <a:spcPts val="0"/>
              </a:spcBef>
              <a:buClr>
                <a:schemeClr val="tx2">
                  <a:lumMod val="75000"/>
                </a:schemeClr>
              </a:buClr>
              <a:buNone/>
            </a:pPr>
            <a:r>
              <a:rPr lang="en-US" altLang="zh-CN" sz="1400" b="1" dirty="0">
                <a:solidFill>
                  <a:schemeClr val="tx1"/>
                </a:solidFill>
              </a:rPr>
              <a:t> int main(void) {</a:t>
            </a:r>
          </a:p>
          <a:p>
            <a:pPr marL="0" indent="456971">
              <a:lnSpc>
                <a:spcPct val="125000"/>
              </a:lnSpc>
              <a:spcBef>
                <a:spcPts val="0"/>
              </a:spcBef>
              <a:buClr>
                <a:schemeClr val="tx2">
                  <a:lumMod val="75000"/>
                </a:schemeClr>
              </a:buClr>
              <a:buNone/>
            </a:pPr>
            <a:r>
              <a:rPr lang="en-US" altLang="zh-CN" sz="1400" b="1" dirty="0" smtClean="0">
                <a:solidFill>
                  <a:schemeClr val="tx1"/>
                </a:solidFill>
              </a:rPr>
              <a:t>UINT32 </a:t>
            </a:r>
            <a:r>
              <a:rPr lang="en-US" altLang="zh-CN" sz="1400" b="1" dirty="0" err="1">
                <a:solidFill>
                  <a:schemeClr val="tx1"/>
                </a:solidFill>
              </a:rPr>
              <a:t>uwRet</a:t>
            </a:r>
            <a:r>
              <a:rPr lang="en-US" altLang="zh-CN" sz="1400" b="1" dirty="0">
                <a:solidFill>
                  <a:schemeClr val="tx1"/>
                </a:solidFill>
              </a:rPr>
              <a:t> = LOS_OK;  //</a:t>
            </a:r>
            <a:r>
              <a:rPr lang="zh-CN" altLang="en-US" sz="1400" b="1" dirty="0">
                <a:solidFill>
                  <a:schemeClr val="tx1"/>
                </a:solidFill>
              </a:rPr>
              <a:t>定义一个任务创建的返回值，默认为创建成功</a:t>
            </a:r>
          </a:p>
          <a:p>
            <a:pPr marL="0" indent="456971">
              <a:lnSpc>
                <a:spcPct val="125000"/>
              </a:lnSpc>
              <a:spcBef>
                <a:spcPts val="0"/>
              </a:spcBef>
              <a:buClr>
                <a:schemeClr val="tx2">
                  <a:lumMod val="75000"/>
                </a:schemeClr>
              </a:buClr>
              <a:buNone/>
            </a:pPr>
            <a:r>
              <a:rPr lang="en-US" altLang="zh-CN" sz="1400" b="1" dirty="0" err="1" smtClean="0">
                <a:solidFill>
                  <a:schemeClr val="tx1"/>
                </a:solidFill>
              </a:rPr>
              <a:t>BSP_Init</a:t>
            </a:r>
            <a:r>
              <a:rPr lang="en-US" altLang="zh-CN" sz="1400" b="1" dirty="0" smtClean="0">
                <a:solidFill>
                  <a:schemeClr val="tx1"/>
                </a:solidFill>
              </a:rPr>
              <a:t>();</a:t>
            </a:r>
            <a:r>
              <a:rPr lang="en-US" altLang="zh-CN" sz="1400" b="1" dirty="0">
                <a:solidFill>
                  <a:schemeClr val="tx1"/>
                </a:solidFill>
              </a:rPr>
              <a:t> /* </a:t>
            </a:r>
            <a:r>
              <a:rPr lang="zh-CN" altLang="en-US" sz="1400" b="1" dirty="0">
                <a:solidFill>
                  <a:schemeClr val="tx1"/>
                </a:solidFill>
              </a:rPr>
              <a:t>板级硬件初始化 *</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err="1" smtClean="0">
                <a:solidFill>
                  <a:schemeClr val="tx1"/>
                </a:solidFill>
              </a:rPr>
              <a:t>printf</a:t>
            </a:r>
            <a:r>
              <a:rPr lang="en-US" altLang="zh-CN" sz="1400" b="1" dirty="0" smtClean="0">
                <a:solidFill>
                  <a:schemeClr val="tx1"/>
                </a:solidFill>
              </a:rPr>
              <a:t>("</a:t>
            </a:r>
            <a:r>
              <a:rPr lang="en-US" altLang="zh-CN" sz="1400" b="1" dirty="0" err="1" smtClean="0">
                <a:solidFill>
                  <a:schemeClr val="tx1"/>
                </a:solidFill>
              </a:rPr>
              <a:t>LiteOS</a:t>
            </a:r>
            <a:r>
              <a:rPr lang="en-US" altLang="zh-CN" sz="1400" b="1" dirty="0" smtClean="0">
                <a:solidFill>
                  <a:schemeClr val="tx1"/>
                </a:solidFill>
              </a:rPr>
              <a:t>-SRAM</a:t>
            </a:r>
            <a:r>
              <a:rPr lang="zh-CN" altLang="en-US" sz="1400" b="1" dirty="0">
                <a:solidFill>
                  <a:schemeClr val="tx1"/>
                </a:solidFill>
              </a:rPr>
              <a:t>动态创建多任务！</a:t>
            </a:r>
            <a:r>
              <a:rPr lang="en-US" altLang="zh-CN" sz="1400" b="1" dirty="0">
                <a:solidFill>
                  <a:schemeClr val="tx1"/>
                </a:solidFill>
              </a:rPr>
              <a:t>\n\n");</a:t>
            </a:r>
          </a:p>
          <a:p>
            <a:pPr marL="0" indent="456971">
              <a:lnSpc>
                <a:spcPct val="125000"/>
              </a:lnSpc>
              <a:spcBef>
                <a:spcPts val="0"/>
              </a:spcBef>
              <a:buClr>
                <a:schemeClr val="tx2">
                  <a:lumMod val="75000"/>
                </a:schemeClr>
              </a:buClr>
              <a:buNone/>
            </a:pPr>
            <a:r>
              <a:rPr lang="en-US" altLang="zh-CN" sz="1400" b="1" dirty="0" err="1" smtClean="0">
                <a:solidFill>
                  <a:schemeClr val="tx1"/>
                </a:solidFill>
              </a:rPr>
              <a:t>uwRet</a:t>
            </a:r>
            <a:r>
              <a:rPr lang="en-US" altLang="zh-CN" sz="1400" b="1" dirty="0" smtClean="0">
                <a:solidFill>
                  <a:schemeClr val="tx1"/>
                </a:solidFill>
              </a:rPr>
              <a:t> </a:t>
            </a:r>
            <a:r>
              <a:rPr lang="en-US" altLang="zh-CN" sz="1400" b="1" dirty="0">
                <a:solidFill>
                  <a:schemeClr val="tx1"/>
                </a:solidFill>
              </a:rPr>
              <a:t>= </a:t>
            </a:r>
            <a:r>
              <a:rPr lang="en-US" altLang="zh-CN" sz="1400" b="1" dirty="0" err="1">
                <a:solidFill>
                  <a:schemeClr val="tx1"/>
                </a:solidFill>
              </a:rPr>
              <a:t>LOS_KernelInit</a:t>
            </a:r>
            <a:r>
              <a:rPr lang="en-US" altLang="zh-CN" sz="1400" b="1" dirty="0" smtClean="0">
                <a:solidFill>
                  <a:schemeClr val="tx1"/>
                </a:solidFill>
              </a:rPr>
              <a:t>();</a:t>
            </a:r>
            <a:r>
              <a:rPr lang="en-US" altLang="zh-CN" sz="1400" b="1" dirty="0">
                <a:solidFill>
                  <a:schemeClr val="tx1"/>
                </a:solidFill>
              </a:rPr>
              <a:t> /* </a:t>
            </a:r>
            <a:r>
              <a:rPr lang="en-US" altLang="zh-CN" sz="1400" b="1" dirty="0" err="1">
                <a:solidFill>
                  <a:schemeClr val="tx1"/>
                </a:solidFill>
              </a:rPr>
              <a:t>LiteOS</a:t>
            </a:r>
            <a:r>
              <a:rPr lang="en-US" altLang="zh-CN" sz="1400" b="1" dirty="0">
                <a:solidFill>
                  <a:schemeClr val="tx1"/>
                </a:solidFill>
              </a:rPr>
              <a:t> </a:t>
            </a:r>
            <a:r>
              <a:rPr lang="zh-CN" altLang="en-US" sz="1400" b="1" dirty="0">
                <a:solidFill>
                  <a:schemeClr val="tx1"/>
                </a:solidFill>
              </a:rPr>
              <a:t>内核初始化 *</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smtClean="0">
                <a:solidFill>
                  <a:schemeClr val="tx1"/>
                </a:solidFill>
              </a:rPr>
              <a:t>if </a:t>
            </a:r>
            <a:r>
              <a:rPr lang="en-US" altLang="zh-CN" sz="1400" b="1" dirty="0">
                <a:solidFill>
                  <a:schemeClr val="tx1"/>
                </a:solidFill>
              </a:rPr>
              <a:t>(</a:t>
            </a:r>
            <a:r>
              <a:rPr lang="en-US" altLang="zh-CN" sz="1400" b="1" dirty="0" err="1">
                <a:solidFill>
                  <a:schemeClr val="tx1"/>
                </a:solidFill>
              </a:rPr>
              <a:t>uwRet</a:t>
            </a:r>
            <a:r>
              <a:rPr lang="en-US" altLang="zh-CN" sz="1400" b="1" dirty="0">
                <a:solidFill>
                  <a:schemeClr val="tx1"/>
                </a:solidFill>
              </a:rPr>
              <a:t> != LOS_OK) {</a:t>
            </a:r>
          </a:p>
          <a:p>
            <a:pPr marL="0" indent="456971">
              <a:lnSpc>
                <a:spcPct val="125000"/>
              </a:lnSpc>
              <a:spcBef>
                <a:spcPts val="0"/>
              </a:spcBef>
              <a:buClr>
                <a:schemeClr val="tx2">
                  <a:lumMod val="75000"/>
                </a:schemeClr>
              </a:buClr>
              <a:buNone/>
            </a:pPr>
            <a:r>
              <a:rPr lang="en-US" altLang="zh-CN" sz="1400" b="1" dirty="0" smtClean="0">
                <a:solidFill>
                  <a:schemeClr val="tx1"/>
                </a:solidFill>
              </a:rPr>
              <a:t>   </a:t>
            </a:r>
            <a:r>
              <a:rPr lang="en-US" altLang="zh-CN" sz="1400" b="1" dirty="0">
                <a:solidFill>
                  <a:schemeClr val="tx1"/>
                </a:solidFill>
              </a:rPr>
              <a:t>printf("</a:t>
            </a:r>
            <a:r>
              <a:rPr lang="en-US" altLang="zh-CN" sz="1400" b="1" dirty="0" err="1">
                <a:solidFill>
                  <a:schemeClr val="tx1"/>
                </a:solidFill>
              </a:rPr>
              <a:t>LiteOS</a:t>
            </a:r>
            <a:r>
              <a:rPr lang="en-US" altLang="zh-CN" sz="1400" b="1" dirty="0">
                <a:solidFill>
                  <a:schemeClr val="tx1"/>
                </a:solidFill>
              </a:rPr>
              <a:t> </a:t>
            </a:r>
            <a:r>
              <a:rPr lang="zh-CN" altLang="en-US" sz="1400" b="1" dirty="0">
                <a:solidFill>
                  <a:schemeClr val="tx1"/>
                </a:solidFill>
              </a:rPr>
              <a:t>核心初始化失败</a:t>
            </a:r>
            <a:r>
              <a:rPr lang="zh-CN" altLang="en-US" sz="1400" b="1" dirty="0" smtClean="0">
                <a:solidFill>
                  <a:schemeClr val="tx1"/>
                </a:solidFill>
              </a:rPr>
              <a:t>！代码</a:t>
            </a:r>
            <a:r>
              <a:rPr lang="en-US" altLang="zh-CN" sz="1400" b="1" dirty="0">
                <a:solidFill>
                  <a:schemeClr val="tx1"/>
                </a:solidFill>
              </a:rPr>
              <a:t>0x%X\n",</a:t>
            </a:r>
            <a:r>
              <a:rPr lang="en-US" altLang="zh-CN" sz="1400" b="1" dirty="0" err="1">
                <a:solidFill>
                  <a:schemeClr val="tx1"/>
                </a:solidFill>
              </a:rPr>
              <a:t>uwRet</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smtClean="0">
                <a:solidFill>
                  <a:schemeClr val="tx1"/>
                </a:solidFill>
              </a:rPr>
              <a:t>   return </a:t>
            </a:r>
            <a:r>
              <a:rPr lang="en-US" altLang="zh-CN" sz="1400" b="1" dirty="0">
                <a:solidFill>
                  <a:schemeClr val="tx1"/>
                </a:solidFill>
              </a:rPr>
              <a:t>LOS_NOK</a:t>
            </a:r>
            <a:r>
              <a:rPr lang="en-US" altLang="zh-CN" sz="1400" b="1" dirty="0" smtClean="0">
                <a:solidFill>
                  <a:schemeClr val="tx1"/>
                </a:solidFill>
              </a:rPr>
              <a:t>;      </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smtClean="0">
                <a:solidFill>
                  <a:schemeClr val="tx1"/>
                </a:solidFill>
              </a:rPr>
              <a:t>  </a:t>
            </a:r>
            <a:r>
              <a:rPr lang="en-US" altLang="zh-CN" sz="1400" b="1" dirty="0" err="1" smtClean="0">
                <a:solidFill>
                  <a:schemeClr val="tx1"/>
                </a:solidFill>
              </a:rPr>
              <a:t>uwRet</a:t>
            </a:r>
            <a:r>
              <a:rPr lang="en-US" altLang="zh-CN" sz="1400" b="1" dirty="0" smtClean="0">
                <a:solidFill>
                  <a:schemeClr val="tx1"/>
                </a:solidFill>
              </a:rPr>
              <a:t> </a:t>
            </a:r>
            <a:r>
              <a:rPr lang="en-US" altLang="zh-CN" sz="1400" b="1" dirty="0">
                <a:solidFill>
                  <a:schemeClr val="tx1"/>
                </a:solidFill>
              </a:rPr>
              <a:t>= </a:t>
            </a:r>
            <a:r>
              <a:rPr lang="en-US" altLang="zh-CN" sz="1400" b="1" dirty="0" err="1">
                <a:solidFill>
                  <a:schemeClr val="tx1"/>
                </a:solidFill>
              </a:rPr>
              <a:t>AppTaskCreate</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en-US" altLang="zh-CN" sz="1400" b="1" dirty="0" smtClean="0">
                <a:solidFill>
                  <a:schemeClr val="tx1"/>
                </a:solidFill>
              </a:rPr>
              <a:t>if </a:t>
            </a:r>
            <a:r>
              <a:rPr lang="en-US" altLang="zh-CN" sz="1400" b="1" dirty="0">
                <a:solidFill>
                  <a:schemeClr val="tx1"/>
                </a:solidFill>
              </a:rPr>
              <a:t>(</a:t>
            </a:r>
            <a:r>
              <a:rPr lang="en-US" altLang="zh-CN" sz="1400" b="1" dirty="0" err="1">
                <a:solidFill>
                  <a:schemeClr val="tx1"/>
                </a:solidFill>
              </a:rPr>
              <a:t>uwRet</a:t>
            </a:r>
            <a:r>
              <a:rPr lang="en-US" altLang="zh-CN" sz="1400" b="1" dirty="0">
                <a:solidFill>
                  <a:schemeClr val="tx1"/>
                </a:solidFill>
              </a:rPr>
              <a:t> != LOS_OK) {</a:t>
            </a:r>
          </a:p>
          <a:p>
            <a:pPr marL="0" indent="456971">
              <a:lnSpc>
                <a:spcPct val="125000"/>
              </a:lnSpc>
              <a:spcBef>
                <a:spcPts val="0"/>
              </a:spcBef>
              <a:buClr>
                <a:schemeClr val="tx2">
                  <a:lumMod val="75000"/>
                </a:schemeClr>
              </a:buClr>
              <a:buNone/>
            </a:pPr>
            <a:r>
              <a:rPr lang="en-US" altLang="zh-CN" sz="1400" b="1" dirty="0" err="1" smtClean="0">
                <a:solidFill>
                  <a:schemeClr val="tx1"/>
                </a:solidFill>
              </a:rPr>
              <a:t>printf</a:t>
            </a:r>
            <a:r>
              <a:rPr lang="en-US" altLang="zh-CN" sz="1400" b="1" dirty="0">
                <a:solidFill>
                  <a:schemeClr val="tx1"/>
                </a:solidFill>
              </a:rPr>
              <a:t>("</a:t>
            </a:r>
            <a:r>
              <a:rPr lang="en-US" altLang="zh-CN" sz="1400" b="1" dirty="0" err="1">
                <a:solidFill>
                  <a:schemeClr val="tx1"/>
                </a:solidFill>
              </a:rPr>
              <a:t>AppTaskCreate</a:t>
            </a:r>
            <a:r>
              <a:rPr lang="zh-CN" altLang="en-US" sz="1400" b="1" dirty="0">
                <a:solidFill>
                  <a:schemeClr val="tx1"/>
                </a:solidFill>
              </a:rPr>
              <a:t>创建任务失败</a:t>
            </a:r>
            <a:r>
              <a:rPr lang="zh-CN" altLang="en-US" sz="1400" b="1" dirty="0" smtClean="0">
                <a:solidFill>
                  <a:schemeClr val="tx1"/>
                </a:solidFill>
              </a:rPr>
              <a:t>！代码</a:t>
            </a:r>
            <a:r>
              <a:rPr lang="en-US" altLang="zh-CN" sz="1400" b="1" dirty="0">
                <a:solidFill>
                  <a:schemeClr val="tx1"/>
                </a:solidFill>
              </a:rPr>
              <a:t>0x%X\n",</a:t>
            </a:r>
            <a:r>
              <a:rPr lang="en-US" altLang="zh-CN" sz="1400" b="1" dirty="0" err="1">
                <a:solidFill>
                  <a:schemeClr val="tx1"/>
                </a:solidFill>
              </a:rPr>
              <a:t>uwRet</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smtClean="0">
                <a:solidFill>
                  <a:schemeClr val="tx1"/>
                </a:solidFill>
              </a:rPr>
              <a:t>return </a:t>
            </a:r>
            <a:r>
              <a:rPr lang="en-US" altLang="zh-CN" sz="1400" b="1" dirty="0">
                <a:solidFill>
                  <a:schemeClr val="tx1"/>
                </a:solidFill>
              </a:rPr>
              <a:t>LOS_NOK</a:t>
            </a:r>
            <a:r>
              <a:rPr lang="en-US" altLang="zh-CN" sz="1400" b="1" dirty="0" smtClean="0">
                <a:solidFill>
                  <a:schemeClr val="tx1"/>
                </a:solidFill>
              </a:rPr>
              <a:t>;      </a:t>
            </a:r>
            <a:r>
              <a:rPr lang="en-US" altLang="zh-CN" sz="1400" b="1" dirty="0">
                <a:solidFill>
                  <a:schemeClr val="tx1"/>
                </a:solidFill>
              </a:rPr>
              <a:t>}</a:t>
            </a:r>
          </a:p>
        </p:txBody>
      </p:sp>
      <p:sp>
        <p:nvSpPr>
          <p:cNvPr id="10" name="矩形 9"/>
          <p:cNvSpPr/>
          <p:nvPr/>
        </p:nvSpPr>
        <p:spPr>
          <a:xfrm>
            <a:off x="-4224" y="820086"/>
            <a:ext cx="12192000" cy="151993"/>
          </a:xfrm>
          <a:prstGeom prst="rect">
            <a:avLst/>
          </a:prstGeom>
          <a:solidFill>
            <a:srgbClr val="3A41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cxnSp>
        <p:nvCxnSpPr>
          <p:cNvPr id="13" name="直接连接符 12"/>
          <p:cNvCxnSpPr/>
          <p:nvPr/>
        </p:nvCxnSpPr>
        <p:spPr>
          <a:xfrm>
            <a:off x="6391616" y="1982186"/>
            <a:ext cx="0" cy="4112658"/>
          </a:xfrm>
          <a:prstGeom prst="line">
            <a:avLst/>
          </a:prstGeom>
          <a:ln>
            <a:solidFill>
              <a:srgbClr val="69A12B"/>
            </a:solidFill>
            <a:prstDash val="lgDashDot"/>
          </a:ln>
        </p:spPr>
        <p:style>
          <a:lnRef idx="1">
            <a:schemeClr val="accent1"/>
          </a:lnRef>
          <a:fillRef idx="0">
            <a:schemeClr val="accent1"/>
          </a:fillRef>
          <a:effectRef idx="0">
            <a:schemeClr val="accent1"/>
          </a:effectRef>
          <a:fontRef idx="minor">
            <a:schemeClr val="tx1"/>
          </a:fontRef>
        </p:style>
      </p:cxnSp>
      <p:sp>
        <p:nvSpPr>
          <p:cNvPr id="14" name="内容占位符 2"/>
          <p:cNvSpPr>
            <a:spLocks noGrp="1"/>
          </p:cNvSpPr>
          <p:nvPr>
            <p:ph idx="1"/>
          </p:nvPr>
        </p:nvSpPr>
        <p:spPr>
          <a:xfrm>
            <a:off x="6533084" y="939567"/>
            <a:ext cx="5674917" cy="5484665"/>
          </a:xfrm>
        </p:spPr>
        <p:txBody>
          <a:bodyPr vert="horz" lIns="91440" tIns="45720" rIns="91440" bIns="45720" rtlCol="0">
            <a:noAutofit/>
          </a:bodyPr>
          <a:lstStyle/>
          <a:p>
            <a:pPr marL="0" indent="456971">
              <a:lnSpc>
                <a:spcPct val="110000"/>
              </a:lnSpc>
              <a:spcBef>
                <a:spcPts val="0"/>
              </a:spcBef>
              <a:buClr>
                <a:schemeClr val="tx2">
                  <a:lumMod val="75000"/>
                </a:schemeClr>
              </a:buClr>
              <a:buNone/>
            </a:pPr>
            <a:r>
              <a:rPr lang="en-US" altLang="zh-CN" sz="1400" b="1" dirty="0">
                <a:solidFill>
                  <a:schemeClr val="tx1"/>
                </a:solidFill>
              </a:rPr>
              <a:t> /* </a:t>
            </a:r>
            <a:r>
              <a:rPr lang="zh-CN" altLang="en-US" sz="1400" b="1" dirty="0">
                <a:solidFill>
                  <a:schemeClr val="tx1"/>
                </a:solidFill>
              </a:rPr>
              <a:t>开启</a:t>
            </a:r>
            <a:r>
              <a:rPr lang="en-US" altLang="zh-CN" sz="1400" b="1" dirty="0" err="1">
                <a:solidFill>
                  <a:schemeClr val="tx1"/>
                </a:solidFill>
              </a:rPr>
              <a:t>LiteOS</a:t>
            </a:r>
            <a:r>
              <a:rPr lang="zh-CN" altLang="en-US" sz="1400" b="1" dirty="0">
                <a:solidFill>
                  <a:schemeClr val="tx1"/>
                </a:solidFill>
              </a:rPr>
              <a:t>任务调度 *</a:t>
            </a:r>
            <a:r>
              <a:rPr lang="en-US" altLang="zh-CN" sz="1400" b="1" dirty="0">
                <a:solidFill>
                  <a:schemeClr val="tx1"/>
                </a:solidFill>
              </a:rPr>
              <a:t>/</a:t>
            </a:r>
          </a:p>
          <a:p>
            <a:pPr marL="0" indent="456971">
              <a:lnSpc>
                <a:spcPct val="110000"/>
              </a:lnSpc>
              <a:spcBef>
                <a:spcPts val="0"/>
              </a:spcBef>
              <a:buClr>
                <a:schemeClr val="tx2">
                  <a:lumMod val="75000"/>
                </a:schemeClr>
              </a:buClr>
              <a:buNone/>
            </a:pPr>
            <a:r>
              <a:rPr lang="en-US" altLang="zh-CN" sz="1400" b="1" dirty="0">
                <a:solidFill>
                  <a:schemeClr val="tx1"/>
                </a:solidFill>
              </a:rPr>
              <a:t>      </a:t>
            </a:r>
            <a:r>
              <a:rPr lang="en-US" altLang="zh-CN" sz="1400" b="1" dirty="0" err="1">
                <a:solidFill>
                  <a:schemeClr val="tx1"/>
                </a:solidFill>
              </a:rPr>
              <a:t>LOS_Start</a:t>
            </a:r>
            <a:r>
              <a:rPr lang="en-US" altLang="zh-CN" sz="1400" b="1" dirty="0">
                <a:solidFill>
                  <a:schemeClr val="tx1"/>
                </a:solidFill>
              </a:rPr>
              <a:t>();</a:t>
            </a:r>
          </a:p>
          <a:p>
            <a:pPr marL="0" indent="456971">
              <a:lnSpc>
                <a:spcPct val="110000"/>
              </a:lnSpc>
              <a:spcBef>
                <a:spcPts val="0"/>
              </a:spcBef>
              <a:buClr>
                <a:schemeClr val="tx2">
                  <a:lumMod val="75000"/>
                </a:schemeClr>
              </a:buClr>
              <a:buNone/>
            </a:pPr>
            <a:r>
              <a:rPr lang="en-US" altLang="zh-CN" sz="1400" b="1" dirty="0">
                <a:solidFill>
                  <a:schemeClr val="tx1"/>
                </a:solidFill>
              </a:rPr>
              <a:t>      //</a:t>
            </a:r>
            <a:r>
              <a:rPr lang="zh-CN" altLang="en-US" sz="1400" b="1" dirty="0">
                <a:solidFill>
                  <a:schemeClr val="tx1"/>
                </a:solidFill>
              </a:rPr>
              <a:t>正常情况下不会执行到这里</a:t>
            </a:r>
          </a:p>
          <a:p>
            <a:pPr marL="0" indent="456971">
              <a:lnSpc>
                <a:spcPct val="110000"/>
              </a:lnSpc>
              <a:spcBef>
                <a:spcPts val="0"/>
              </a:spcBef>
              <a:buClr>
                <a:schemeClr val="tx2">
                  <a:lumMod val="75000"/>
                </a:schemeClr>
              </a:buClr>
              <a:buNone/>
            </a:pPr>
            <a:r>
              <a:rPr lang="en-US" altLang="zh-CN" sz="1400" b="1" dirty="0">
                <a:solidFill>
                  <a:schemeClr val="tx1"/>
                </a:solidFill>
              </a:rPr>
              <a:t>      while (1);</a:t>
            </a:r>
          </a:p>
          <a:p>
            <a:pPr marL="0" indent="456971">
              <a:lnSpc>
                <a:spcPct val="110000"/>
              </a:lnSpc>
              <a:spcBef>
                <a:spcPts val="0"/>
              </a:spcBef>
              <a:buClr>
                <a:schemeClr val="tx2">
                  <a:lumMod val="75000"/>
                </a:schemeClr>
              </a:buClr>
              <a:buNone/>
            </a:pPr>
            <a:r>
              <a:rPr lang="en-US" altLang="zh-CN" sz="1400" b="1" dirty="0">
                <a:solidFill>
                  <a:schemeClr val="tx1"/>
                </a:solidFill>
              </a:rPr>
              <a:t> </a:t>
            </a:r>
            <a:r>
              <a:rPr lang="en-US" altLang="zh-CN" sz="1400" b="1" dirty="0" smtClean="0">
                <a:solidFill>
                  <a:schemeClr val="tx1"/>
                </a:solidFill>
              </a:rPr>
              <a:t>}</a:t>
            </a:r>
            <a:endParaRPr lang="en-US" altLang="zh-CN" sz="1400" b="1" dirty="0">
              <a:solidFill>
                <a:schemeClr val="tx1"/>
              </a:solidFill>
            </a:endParaRPr>
          </a:p>
        </p:txBody>
      </p:sp>
      <p:sp>
        <p:nvSpPr>
          <p:cNvPr id="15" name="矩形 14">
            <a:extLst>
              <a:ext uri="{FF2B5EF4-FFF2-40B4-BE49-F238E27FC236}">
                <a16:creationId xmlns:a16="http://schemas.microsoft.com/office/drawing/2014/main" id="{ADFA951A-978E-4E8D-A85A-85B6177AC588}"/>
              </a:ext>
            </a:extLst>
          </p:cNvPr>
          <p:cNvSpPr/>
          <p:nvPr/>
        </p:nvSpPr>
        <p:spPr>
          <a:xfrm>
            <a:off x="0" y="-21316"/>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smtClean="0">
                <a:cs typeface="+mn-ea"/>
                <a:sym typeface="+mn-lt"/>
              </a:rPr>
              <a:t>3.4</a:t>
            </a:r>
            <a:r>
              <a:rPr lang="zh-CN" altLang="en-US" sz="2800" b="1" dirty="0" smtClean="0">
                <a:cs typeface="+mn-ea"/>
                <a:sym typeface="+mn-lt"/>
              </a:rPr>
              <a:t>创建多任务</a:t>
            </a:r>
            <a:endParaRPr lang="zh-CN" altLang="en-US" sz="2800" b="1" dirty="0">
              <a:solidFill>
                <a:schemeClr val="bg1"/>
              </a:solidFill>
              <a:cs typeface="+mn-ea"/>
              <a:sym typeface="+mn-lt"/>
            </a:endParaRPr>
          </a:p>
        </p:txBody>
      </p:sp>
      <p:sp>
        <p:nvSpPr>
          <p:cNvPr id="16"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Tree>
    <p:extLst>
      <p:ext uri="{BB962C8B-B14F-4D97-AF65-F5344CB8AC3E}">
        <p14:creationId xmlns:p14="http://schemas.microsoft.com/office/powerpoint/2010/main" val="30730701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1050" y="838884"/>
            <a:ext cx="12193050" cy="591853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3" name="内容占位符 2"/>
          <p:cNvSpPr>
            <a:spLocks noGrp="1"/>
          </p:cNvSpPr>
          <p:nvPr>
            <p:ph idx="1"/>
          </p:nvPr>
        </p:nvSpPr>
        <p:spPr>
          <a:xfrm>
            <a:off x="400154" y="750627"/>
            <a:ext cx="5472817" cy="4722268"/>
          </a:xfrm>
        </p:spPr>
        <p:txBody>
          <a:bodyPr vert="horz" lIns="91440" tIns="45720" rIns="91440" bIns="45720" rtlCol="0">
            <a:noAutofit/>
          </a:bodyPr>
          <a:lstStyle/>
          <a:p>
            <a:pPr marL="0" indent="456971">
              <a:lnSpc>
                <a:spcPct val="125000"/>
              </a:lnSpc>
              <a:spcBef>
                <a:spcPts val="0"/>
              </a:spcBef>
              <a:buClr>
                <a:schemeClr val="tx2">
                  <a:lumMod val="75000"/>
                </a:schemeClr>
              </a:buClr>
              <a:buNone/>
            </a:pPr>
            <a:r>
              <a:rPr lang="en-US" altLang="zh-CN" sz="1400" b="1" dirty="0" smtClean="0">
                <a:solidFill>
                  <a:schemeClr val="tx1"/>
                </a:solidFill>
              </a:rPr>
              <a:t>/****************************************</a:t>
            </a:r>
            <a:endParaRPr lang="en-US" altLang="zh-CN" sz="1400" b="1" dirty="0">
              <a:solidFill>
                <a:schemeClr val="tx1"/>
              </a:solidFill>
            </a:endParaRPr>
          </a:p>
          <a:p>
            <a:pPr marL="0" indent="456971">
              <a:lnSpc>
                <a:spcPct val="125000"/>
              </a:lnSpc>
              <a:spcBef>
                <a:spcPts val="0"/>
              </a:spcBef>
              <a:buClr>
                <a:schemeClr val="tx2">
                  <a:lumMod val="75000"/>
                </a:schemeClr>
              </a:buClr>
              <a:buNone/>
            </a:pPr>
            <a:r>
              <a:rPr lang="en-US" altLang="zh-CN" sz="1400" b="1" dirty="0">
                <a:solidFill>
                  <a:schemeClr val="tx1"/>
                </a:solidFill>
              </a:rPr>
              <a:t>* @ </a:t>
            </a:r>
            <a:r>
              <a:rPr lang="zh-CN" altLang="en-US" sz="1400" b="1" dirty="0">
                <a:solidFill>
                  <a:schemeClr val="tx1"/>
                </a:solidFill>
              </a:rPr>
              <a:t>函数名  ： </a:t>
            </a:r>
            <a:r>
              <a:rPr lang="en-US" altLang="zh-CN" sz="1400" b="1" dirty="0" err="1">
                <a:solidFill>
                  <a:schemeClr val="tx1"/>
                </a:solidFill>
              </a:rPr>
              <a:t>AppTaskCreate</a:t>
            </a:r>
            <a:endParaRPr lang="en-US" altLang="zh-CN" sz="1400" b="1" dirty="0">
              <a:solidFill>
                <a:schemeClr val="tx1"/>
              </a:solidFill>
            </a:endParaRPr>
          </a:p>
          <a:p>
            <a:pPr marL="0" indent="456971">
              <a:lnSpc>
                <a:spcPct val="125000"/>
              </a:lnSpc>
              <a:spcBef>
                <a:spcPts val="0"/>
              </a:spcBef>
              <a:buClr>
                <a:schemeClr val="tx2">
                  <a:lumMod val="75000"/>
                </a:schemeClr>
              </a:buClr>
              <a:buNone/>
            </a:pPr>
            <a:r>
              <a:rPr lang="en-US" altLang="zh-CN" sz="1400" b="1" dirty="0">
                <a:solidFill>
                  <a:schemeClr val="tx1"/>
                </a:solidFill>
              </a:rPr>
              <a:t>* @ </a:t>
            </a:r>
            <a:r>
              <a:rPr lang="zh-CN" altLang="en-US" sz="1400" b="1" dirty="0">
                <a:solidFill>
                  <a:schemeClr val="tx1"/>
                </a:solidFill>
              </a:rPr>
              <a:t>功能说明： 任务创建，为了方便管理，所有的任务创建函数都可以放在这个函数中</a:t>
            </a:r>
          </a:p>
          <a:p>
            <a:pPr marL="0" indent="456971">
              <a:lnSpc>
                <a:spcPct val="125000"/>
              </a:lnSpc>
              <a:spcBef>
                <a:spcPts val="0"/>
              </a:spcBef>
              <a:buClr>
                <a:schemeClr val="tx2">
                  <a:lumMod val="75000"/>
                </a:schemeClr>
              </a:buClr>
              <a:buNone/>
            </a:pPr>
            <a:r>
              <a:rPr lang="zh-CN" altLang="en-US" sz="1400" b="1" dirty="0">
                <a:solidFill>
                  <a:schemeClr val="tx1"/>
                </a:solidFill>
              </a:rPr>
              <a:t> * </a:t>
            </a:r>
            <a:r>
              <a:rPr lang="en-US" altLang="zh-CN" sz="1400" b="1" dirty="0">
                <a:solidFill>
                  <a:schemeClr val="tx1"/>
                </a:solidFill>
              </a:rPr>
              <a:t>@ </a:t>
            </a:r>
            <a:r>
              <a:rPr lang="zh-CN" altLang="en-US" sz="1400" b="1" dirty="0">
                <a:solidFill>
                  <a:schemeClr val="tx1"/>
                </a:solidFill>
              </a:rPr>
              <a:t>参数    ： 无</a:t>
            </a:r>
          </a:p>
          <a:p>
            <a:pPr marL="0" indent="456971">
              <a:lnSpc>
                <a:spcPct val="125000"/>
              </a:lnSpc>
              <a:spcBef>
                <a:spcPts val="0"/>
              </a:spcBef>
              <a:buClr>
                <a:schemeClr val="tx2">
                  <a:lumMod val="75000"/>
                </a:schemeClr>
              </a:buClr>
              <a:buNone/>
            </a:pPr>
            <a:r>
              <a:rPr lang="en-US" altLang="zh-CN" sz="1400" b="1" dirty="0">
                <a:solidFill>
                  <a:schemeClr val="tx1"/>
                </a:solidFill>
              </a:rPr>
              <a:t> * @ </a:t>
            </a:r>
            <a:r>
              <a:rPr lang="zh-CN" altLang="en-US" sz="1400" b="1" dirty="0">
                <a:solidFill>
                  <a:schemeClr val="tx1"/>
                </a:solidFill>
              </a:rPr>
              <a:t>返回值  ： 无</a:t>
            </a:r>
          </a:p>
          <a:p>
            <a:pPr marL="0" indent="456971">
              <a:lnSpc>
                <a:spcPct val="125000"/>
              </a:lnSpc>
              <a:spcBef>
                <a:spcPts val="0"/>
              </a:spcBef>
              <a:buClr>
                <a:schemeClr val="tx2">
                  <a:lumMod val="75000"/>
                </a:schemeClr>
              </a:buClr>
              <a:buNone/>
            </a:pPr>
            <a:r>
              <a:rPr lang="en-US" altLang="zh-CN" sz="1400" b="1" dirty="0" smtClean="0">
                <a:solidFill>
                  <a:schemeClr val="tx1"/>
                </a:solidFill>
              </a:rPr>
              <a:t>***********************************/</a:t>
            </a:r>
            <a:endParaRPr lang="en-US" altLang="zh-CN" sz="1400" b="1" dirty="0">
              <a:solidFill>
                <a:schemeClr val="tx1"/>
              </a:solidFill>
            </a:endParaRPr>
          </a:p>
          <a:p>
            <a:pPr marL="0" indent="456971">
              <a:lnSpc>
                <a:spcPct val="125000"/>
              </a:lnSpc>
              <a:spcBef>
                <a:spcPts val="0"/>
              </a:spcBef>
              <a:buClr>
                <a:schemeClr val="tx2">
                  <a:lumMod val="75000"/>
                </a:schemeClr>
              </a:buClr>
              <a:buNone/>
            </a:pPr>
            <a:r>
              <a:rPr lang="en-US" altLang="zh-CN" sz="1400" b="1" dirty="0">
                <a:solidFill>
                  <a:schemeClr val="tx1"/>
                </a:solidFill>
              </a:rPr>
              <a:t> static UINT32 </a:t>
            </a:r>
            <a:r>
              <a:rPr lang="en-US" altLang="zh-CN" sz="1400" b="1" dirty="0" err="1">
                <a:solidFill>
                  <a:schemeClr val="tx1"/>
                </a:solidFill>
              </a:rPr>
              <a:t>AppTaskCreate</a:t>
            </a:r>
            <a:r>
              <a:rPr lang="en-US" altLang="zh-CN" sz="1400" b="1" dirty="0">
                <a:solidFill>
                  <a:schemeClr val="tx1"/>
                </a:solidFill>
              </a:rPr>
              <a:t>(void)</a:t>
            </a:r>
          </a:p>
          <a:p>
            <a:pPr marL="0" indent="456971">
              <a:lnSpc>
                <a:spcPct val="125000"/>
              </a:lnSpc>
              <a:spcBef>
                <a:spcPts val="0"/>
              </a:spcBef>
              <a:buClr>
                <a:schemeClr val="tx2">
                  <a:lumMod val="75000"/>
                </a:schemeClr>
              </a:buClr>
              <a:buNone/>
            </a:pPr>
            <a:r>
              <a:rPr lang="en-US" altLang="zh-CN" sz="1400" b="1" dirty="0">
                <a:solidFill>
                  <a:schemeClr val="tx1"/>
                </a:solidFill>
              </a:rPr>
              <a:t> {</a:t>
            </a:r>
          </a:p>
          <a:p>
            <a:pPr marL="0" indent="456971">
              <a:lnSpc>
                <a:spcPct val="125000"/>
              </a:lnSpc>
              <a:spcBef>
                <a:spcPts val="0"/>
              </a:spcBef>
              <a:buClr>
                <a:schemeClr val="tx2">
                  <a:lumMod val="75000"/>
                </a:schemeClr>
              </a:buClr>
              <a:buNone/>
            </a:pPr>
            <a:r>
              <a:rPr lang="en-US" altLang="zh-CN" sz="1400" b="1" dirty="0">
                <a:solidFill>
                  <a:schemeClr val="tx1"/>
                </a:solidFill>
              </a:rPr>
              <a:t>      /* </a:t>
            </a:r>
            <a:r>
              <a:rPr lang="zh-CN" altLang="en-US" sz="1400" b="1" dirty="0">
                <a:solidFill>
                  <a:schemeClr val="tx1"/>
                </a:solidFill>
              </a:rPr>
              <a:t>定义一个返回类型变量，初始化为</a:t>
            </a:r>
            <a:r>
              <a:rPr lang="en-US" altLang="zh-CN" sz="1400" b="1" dirty="0">
                <a:solidFill>
                  <a:schemeClr val="tx1"/>
                </a:solidFill>
              </a:rPr>
              <a:t>LOS_OK */</a:t>
            </a:r>
          </a:p>
          <a:p>
            <a:pPr marL="0" indent="456971">
              <a:lnSpc>
                <a:spcPct val="125000"/>
              </a:lnSpc>
              <a:spcBef>
                <a:spcPts val="0"/>
              </a:spcBef>
              <a:buClr>
                <a:schemeClr val="tx2">
                  <a:lumMod val="75000"/>
                </a:schemeClr>
              </a:buClr>
              <a:buNone/>
            </a:pPr>
            <a:r>
              <a:rPr lang="en-US" altLang="zh-CN" sz="1400" b="1" dirty="0">
                <a:solidFill>
                  <a:schemeClr val="tx1"/>
                </a:solidFill>
              </a:rPr>
              <a:t>      UINT32 </a:t>
            </a:r>
            <a:r>
              <a:rPr lang="en-US" altLang="zh-CN" sz="1400" b="1" dirty="0" err="1">
                <a:solidFill>
                  <a:schemeClr val="tx1"/>
                </a:solidFill>
              </a:rPr>
              <a:t>uwRet</a:t>
            </a:r>
            <a:r>
              <a:rPr lang="en-US" altLang="zh-CN" sz="1400" b="1" dirty="0">
                <a:solidFill>
                  <a:schemeClr val="tx1"/>
                </a:solidFill>
              </a:rPr>
              <a:t> = LOS_OK;</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en-US" altLang="zh-CN" sz="1400" b="1" dirty="0" err="1">
                <a:solidFill>
                  <a:schemeClr val="tx1"/>
                </a:solidFill>
              </a:rPr>
              <a:t>uwRet</a:t>
            </a:r>
            <a:r>
              <a:rPr lang="en-US" altLang="zh-CN" sz="1400" b="1" dirty="0">
                <a:solidFill>
                  <a:schemeClr val="tx1"/>
                </a:solidFill>
              </a:rPr>
              <a:t> = Creat_Test1_Task();</a:t>
            </a:r>
          </a:p>
          <a:p>
            <a:pPr marL="0" indent="456971">
              <a:lnSpc>
                <a:spcPct val="125000"/>
              </a:lnSpc>
              <a:spcBef>
                <a:spcPts val="0"/>
              </a:spcBef>
              <a:buClr>
                <a:schemeClr val="tx2">
                  <a:lumMod val="75000"/>
                </a:schemeClr>
              </a:buClr>
              <a:buNone/>
            </a:pPr>
            <a:r>
              <a:rPr lang="en-US" altLang="zh-CN" sz="1400" b="1" dirty="0">
                <a:solidFill>
                  <a:schemeClr val="tx1"/>
                </a:solidFill>
              </a:rPr>
              <a:t>      if (</a:t>
            </a:r>
            <a:r>
              <a:rPr lang="en-US" altLang="zh-CN" sz="1400" b="1" dirty="0" err="1">
                <a:solidFill>
                  <a:schemeClr val="tx1"/>
                </a:solidFill>
              </a:rPr>
              <a:t>uwRet</a:t>
            </a:r>
            <a:r>
              <a:rPr lang="en-US" altLang="zh-CN" sz="1400" b="1" dirty="0">
                <a:solidFill>
                  <a:schemeClr val="tx1"/>
                </a:solidFill>
              </a:rPr>
              <a:t> != LOS_OK) {</a:t>
            </a:r>
          </a:p>
          <a:p>
            <a:pPr marL="0" indent="456971">
              <a:lnSpc>
                <a:spcPct val="125000"/>
              </a:lnSpc>
              <a:spcBef>
                <a:spcPts val="0"/>
              </a:spcBef>
              <a:buClr>
                <a:schemeClr val="tx2">
                  <a:lumMod val="75000"/>
                </a:schemeClr>
              </a:buClr>
              <a:buNone/>
            </a:pPr>
            <a:r>
              <a:rPr lang="en-US" altLang="zh-CN" sz="1400" b="1" dirty="0" err="1" smtClean="0">
                <a:solidFill>
                  <a:schemeClr val="tx1"/>
                </a:solidFill>
              </a:rPr>
              <a:t>printf</a:t>
            </a:r>
            <a:r>
              <a:rPr lang="en-US" altLang="zh-CN" sz="1400" b="1" dirty="0">
                <a:solidFill>
                  <a:schemeClr val="tx1"/>
                </a:solidFill>
              </a:rPr>
              <a:t>("Test1_Task</a:t>
            </a:r>
            <a:r>
              <a:rPr lang="zh-CN" altLang="en-US" sz="1400" b="1" dirty="0">
                <a:solidFill>
                  <a:schemeClr val="tx1"/>
                </a:solidFill>
              </a:rPr>
              <a:t>任务创建失败</a:t>
            </a:r>
            <a:r>
              <a:rPr lang="zh-CN" altLang="en-US" sz="1400" b="1" dirty="0" smtClean="0">
                <a:solidFill>
                  <a:schemeClr val="tx1"/>
                </a:solidFill>
              </a:rPr>
              <a:t>！代码</a:t>
            </a:r>
            <a:r>
              <a:rPr lang="en-US" altLang="zh-CN" sz="1400" b="1" dirty="0">
                <a:solidFill>
                  <a:schemeClr val="tx1"/>
                </a:solidFill>
              </a:rPr>
              <a:t>0x%X\n",</a:t>
            </a:r>
            <a:r>
              <a:rPr lang="en-US" altLang="zh-CN" sz="1400" b="1" dirty="0" err="1">
                <a:solidFill>
                  <a:schemeClr val="tx1"/>
                </a:solidFill>
              </a:rPr>
              <a:t>uwRet</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smtClean="0">
                <a:solidFill>
                  <a:schemeClr val="tx1"/>
                </a:solidFill>
              </a:rPr>
              <a:t>return </a:t>
            </a:r>
            <a:r>
              <a:rPr lang="en-US" altLang="zh-CN" sz="1400" b="1" dirty="0" err="1">
                <a:solidFill>
                  <a:schemeClr val="tx1"/>
                </a:solidFill>
              </a:rPr>
              <a:t>uwRet</a:t>
            </a:r>
            <a:r>
              <a:rPr lang="en-US" altLang="zh-CN" sz="1400" b="1" dirty="0" smtClean="0">
                <a:solidFill>
                  <a:schemeClr val="tx1"/>
                </a:solidFill>
              </a:rPr>
              <a:t>;   </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en-US" altLang="zh-CN" sz="1400" b="1" dirty="0" err="1">
                <a:solidFill>
                  <a:schemeClr val="tx1"/>
                </a:solidFill>
              </a:rPr>
              <a:t>uwRet</a:t>
            </a:r>
            <a:r>
              <a:rPr lang="en-US" altLang="zh-CN" sz="1400" b="1" dirty="0">
                <a:solidFill>
                  <a:schemeClr val="tx1"/>
                </a:solidFill>
              </a:rPr>
              <a:t> = Creat_Test2_Task();</a:t>
            </a:r>
          </a:p>
          <a:p>
            <a:pPr marL="0" indent="456971">
              <a:lnSpc>
                <a:spcPct val="125000"/>
              </a:lnSpc>
              <a:spcBef>
                <a:spcPts val="0"/>
              </a:spcBef>
              <a:buClr>
                <a:schemeClr val="tx2">
                  <a:lumMod val="75000"/>
                </a:schemeClr>
              </a:buClr>
              <a:buNone/>
            </a:pPr>
            <a:r>
              <a:rPr lang="en-US" altLang="zh-CN" sz="1400" b="1" dirty="0">
                <a:solidFill>
                  <a:schemeClr val="tx1"/>
                </a:solidFill>
              </a:rPr>
              <a:t>      if (</a:t>
            </a:r>
            <a:r>
              <a:rPr lang="en-US" altLang="zh-CN" sz="1400" b="1" dirty="0" err="1">
                <a:solidFill>
                  <a:schemeClr val="tx1"/>
                </a:solidFill>
              </a:rPr>
              <a:t>uwRet</a:t>
            </a:r>
            <a:r>
              <a:rPr lang="en-US" altLang="zh-CN" sz="1400" b="1" dirty="0">
                <a:solidFill>
                  <a:schemeClr val="tx1"/>
                </a:solidFill>
              </a:rPr>
              <a:t> != LOS_OK) {</a:t>
            </a:r>
          </a:p>
          <a:p>
            <a:pPr marL="0" indent="456971">
              <a:lnSpc>
                <a:spcPct val="125000"/>
              </a:lnSpc>
              <a:spcBef>
                <a:spcPts val="0"/>
              </a:spcBef>
              <a:buClr>
                <a:schemeClr val="tx2">
                  <a:lumMod val="75000"/>
                </a:schemeClr>
              </a:buClr>
              <a:buNone/>
            </a:pPr>
            <a:r>
              <a:rPr lang="en-US" altLang="zh-CN" sz="1400" b="1" dirty="0" err="1" smtClean="0">
                <a:solidFill>
                  <a:schemeClr val="tx1"/>
                </a:solidFill>
              </a:rPr>
              <a:t>printf</a:t>
            </a:r>
            <a:r>
              <a:rPr lang="en-US" altLang="zh-CN" sz="1400" b="1" dirty="0">
                <a:solidFill>
                  <a:schemeClr val="tx1"/>
                </a:solidFill>
              </a:rPr>
              <a:t>("Test2_Task</a:t>
            </a:r>
            <a:r>
              <a:rPr lang="zh-CN" altLang="en-US" sz="1400" b="1" dirty="0">
                <a:solidFill>
                  <a:schemeClr val="tx1"/>
                </a:solidFill>
              </a:rPr>
              <a:t>任务创建失败</a:t>
            </a:r>
            <a:r>
              <a:rPr lang="zh-CN" altLang="en-US" sz="1400" b="1" dirty="0" smtClean="0">
                <a:solidFill>
                  <a:schemeClr val="tx1"/>
                </a:solidFill>
              </a:rPr>
              <a:t>！代码</a:t>
            </a:r>
            <a:r>
              <a:rPr lang="en-US" altLang="zh-CN" sz="1400" b="1" dirty="0">
                <a:solidFill>
                  <a:schemeClr val="tx1"/>
                </a:solidFill>
              </a:rPr>
              <a:t>0x%X\n",</a:t>
            </a:r>
            <a:r>
              <a:rPr lang="en-US" altLang="zh-CN" sz="1400" b="1" dirty="0" err="1">
                <a:solidFill>
                  <a:schemeClr val="tx1"/>
                </a:solidFill>
              </a:rPr>
              <a:t>uwRet</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smtClean="0">
                <a:solidFill>
                  <a:schemeClr val="tx1"/>
                </a:solidFill>
              </a:rPr>
              <a:t>return </a:t>
            </a:r>
            <a:r>
              <a:rPr lang="en-US" altLang="zh-CN" sz="1400" b="1" dirty="0" err="1">
                <a:solidFill>
                  <a:schemeClr val="tx1"/>
                </a:solidFill>
              </a:rPr>
              <a:t>uwRet</a:t>
            </a:r>
            <a:r>
              <a:rPr lang="en-US" altLang="zh-CN" sz="1400" b="1" dirty="0" smtClean="0">
                <a:solidFill>
                  <a:schemeClr val="tx1"/>
                </a:solidFill>
              </a:rPr>
              <a:t>;      </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      return LOS_OK;</a:t>
            </a:r>
          </a:p>
          <a:p>
            <a:pPr marL="0" indent="456971">
              <a:lnSpc>
                <a:spcPct val="125000"/>
              </a:lnSpc>
              <a:spcBef>
                <a:spcPts val="0"/>
              </a:spcBef>
              <a:buClr>
                <a:schemeClr val="tx2">
                  <a:lumMod val="75000"/>
                </a:schemeClr>
              </a:buClr>
              <a:buNone/>
            </a:pPr>
            <a:r>
              <a:rPr lang="en-US" altLang="zh-CN" sz="1400" b="1" dirty="0">
                <a:solidFill>
                  <a:schemeClr val="tx1"/>
                </a:solidFill>
              </a:rPr>
              <a:t> }</a:t>
            </a:r>
          </a:p>
          <a:p>
            <a:pPr marL="0" indent="456971">
              <a:lnSpc>
                <a:spcPct val="125000"/>
              </a:lnSpc>
              <a:spcBef>
                <a:spcPts val="0"/>
              </a:spcBef>
              <a:buClr>
                <a:schemeClr val="tx2">
                  <a:lumMod val="75000"/>
                </a:schemeClr>
              </a:buClr>
              <a:buNone/>
            </a:pPr>
            <a:endParaRPr lang="en-US" altLang="zh-CN" sz="1400" b="1" dirty="0">
              <a:solidFill>
                <a:schemeClr val="tx1"/>
              </a:solidFill>
            </a:endParaRPr>
          </a:p>
        </p:txBody>
      </p:sp>
      <p:cxnSp>
        <p:nvCxnSpPr>
          <p:cNvPr id="12" name="直接连接符 11"/>
          <p:cNvCxnSpPr/>
          <p:nvPr/>
        </p:nvCxnSpPr>
        <p:spPr>
          <a:xfrm>
            <a:off x="5984486" y="1981954"/>
            <a:ext cx="76160" cy="4112658"/>
          </a:xfrm>
          <a:prstGeom prst="line">
            <a:avLst/>
          </a:prstGeom>
          <a:ln>
            <a:solidFill>
              <a:srgbClr val="69A12B"/>
            </a:solidFill>
            <a:prstDash val="lgDashDot"/>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6172160" y="1981954"/>
            <a:ext cx="76160" cy="4112658"/>
          </a:xfrm>
          <a:prstGeom prst="line">
            <a:avLst/>
          </a:prstGeom>
          <a:ln>
            <a:solidFill>
              <a:srgbClr val="69A12B"/>
            </a:solidFill>
            <a:prstDash val="lgDashDot"/>
          </a:ln>
        </p:spPr>
        <p:style>
          <a:lnRef idx="1">
            <a:schemeClr val="accent1"/>
          </a:lnRef>
          <a:fillRef idx="0">
            <a:schemeClr val="accent1"/>
          </a:fillRef>
          <a:effectRef idx="0">
            <a:schemeClr val="accent1"/>
          </a:effectRef>
          <a:fontRef idx="minor">
            <a:schemeClr val="tx1"/>
          </a:fontRef>
        </p:style>
      </p:cxnSp>
      <p:sp>
        <p:nvSpPr>
          <p:cNvPr id="14" name="内容占位符 2"/>
          <p:cNvSpPr>
            <a:spLocks noGrp="1"/>
          </p:cNvSpPr>
          <p:nvPr>
            <p:ph idx="1"/>
          </p:nvPr>
        </p:nvSpPr>
        <p:spPr>
          <a:xfrm>
            <a:off x="6359834" y="817568"/>
            <a:ext cx="5832166" cy="4722268"/>
          </a:xfrm>
        </p:spPr>
        <p:txBody>
          <a:bodyPr vert="horz" lIns="91440" tIns="45720" rIns="91440" bIns="45720" rtlCol="0">
            <a:noAutofit/>
          </a:bodyPr>
          <a:lstStyle/>
          <a:p>
            <a:pPr marL="0" indent="456971">
              <a:lnSpc>
                <a:spcPct val="125000"/>
              </a:lnSpc>
              <a:spcBef>
                <a:spcPts val="0"/>
              </a:spcBef>
              <a:buClr>
                <a:schemeClr val="tx2">
                  <a:lumMod val="75000"/>
                </a:schemeClr>
              </a:buClr>
              <a:buNone/>
            </a:pPr>
            <a:r>
              <a:rPr lang="en-US" altLang="zh-CN" sz="1400" b="1" dirty="0">
                <a:solidFill>
                  <a:schemeClr val="tx1"/>
                </a:solidFill>
              </a:rPr>
              <a:t> </a:t>
            </a:r>
            <a:r>
              <a:rPr lang="en-US" altLang="zh-CN" sz="1400" b="1" dirty="0" smtClean="0">
                <a:solidFill>
                  <a:schemeClr val="tx1"/>
                </a:solidFill>
              </a:rPr>
              <a:t>/****************************************************</a:t>
            </a:r>
            <a:endParaRPr lang="en-US" altLang="zh-CN" sz="1400" b="1" dirty="0">
              <a:solidFill>
                <a:schemeClr val="tx1"/>
              </a:solidFill>
            </a:endParaRPr>
          </a:p>
          <a:p>
            <a:pPr marL="0" indent="456971">
              <a:lnSpc>
                <a:spcPct val="125000"/>
              </a:lnSpc>
              <a:spcBef>
                <a:spcPts val="0"/>
              </a:spcBef>
              <a:buClr>
                <a:schemeClr val="tx2">
                  <a:lumMod val="75000"/>
                </a:schemeClr>
              </a:buClr>
              <a:buNone/>
            </a:pPr>
            <a:r>
              <a:rPr lang="en-US" altLang="zh-CN" sz="1400" b="1" dirty="0">
                <a:solidFill>
                  <a:schemeClr val="tx1"/>
                </a:solidFill>
              </a:rPr>
              <a:t>   * @ </a:t>
            </a:r>
            <a:r>
              <a:rPr lang="zh-CN" altLang="en-US" sz="1400" b="1" dirty="0">
                <a:solidFill>
                  <a:schemeClr val="tx1"/>
                </a:solidFill>
              </a:rPr>
              <a:t>函数名  ： </a:t>
            </a:r>
            <a:r>
              <a:rPr lang="en-US" altLang="zh-CN" sz="1400" b="1" dirty="0">
                <a:solidFill>
                  <a:schemeClr val="tx1"/>
                </a:solidFill>
              </a:rPr>
              <a:t>Creat_Test1_Task</a:t>
            </a:r>
          </a:p>
          <a:p>
            <a:pPr marL="0" indent="456971">
              <a:lnSpc>
                <a:spcPct val="125000"/>
              </a:lnSpc>
              <a:spcBef>
                <a:spcPts val="0"/>
              </a:spcBef>
              <a:buClr>
                <a:schemeClr val="tx2">
                  <a:lumMod val="75000"/>
                </a:schemeClr>
              </a:buClr>
              <a:buNone/>
            </a:pPr>
            <a:r>
              <a:rPr lang="en-US" altLang="zh-CN" sz="1400" b="1" dirty="0">
                <a:solidFill>
                  <a:schemeClr val="tx1"/>
                </a:solidFill>
              </a:rPr>
              <a:t>   * @ </a:t>
            </a:r>
            <a:r>
              <a:rPr lang="zh-CN" altLang="en-US" sz="1400" b="1" dirty="0">
                <a:solidFill>
                  <a:schemeClr val="tx1"/>
                </a:solidFill>
              </a:rPr>
              <a:t>功能说明： 创建</a:t>
            </a:r>
            <a:r>
              <a:rPr lang="en-US" altLang="zh-CN" sz="1400" b="1" dirty="0">
                <a:solidFill>
                  <a:schemeClr val="tx1"/>
                </a:solidFill>
              </a:rPr>
              <a:t>Test1_Task</a:t>
            </a:r>
            <a:r>
              <a:rPr lang="zh-CN" altLang="en-US" sz="1400" b="1" dirty="0">
                <a:solidFill>
                  <a:schemeClr val="tx1"/>
                </a:solidFill>
              </a:rPr>
              <a:t>任务</a:t>
            </a:r>
          </a:p>
          <a:p>
            <a:pPr marL="0" indent="456971">
              <a:lnSpc>
                <a:spcPct val="125000"/>
              </a:lnSpc>
              <a:spcBef>
                <a:spcPts val="0"/>
              </a:spcBef>
              <a:buClr>
                <a:schemeClr val="tx2">
                  <a:lumMod val="75000"/>
                </a:schemeClr>
              </a:buClr>
              <a:buNone/>
            </a:pPr>
            <a:r>
              <a:rPr lang="en-US" altLang="zh-CN" sz="1400" b="1" dirty="0">
                <a:solidFill>
                  <a:schemeClr val="tx1"/>
                </a:solidFill>
              </a:rPr>
              <a:t>   * @ </a:t>
            </a:r>
            <a:r>
              <a:rPr lang="zh-CN" altLang="en-US" sz="1400" b="1" dirty="0">
                <a:solidFill>
                  <a:schemeClr val="tx1"/>
                </a:solidFill>
              </a:rPr>
              <a:t>参数    ：</a:t>
            </a:r>
          </a:p>
          <a:p>
            <a:pPr marL="0" indent="456971">
              <a:lnSpc>
                <a:spcPct val="125000"/>
              </a:lnSpc>
              <a:spcBef>
                <a:spcPts val="0"/>
              </a:spcBef>
              <a:buClr>
                <a:schemeClr val="tx2">
                  <a:lumMod val="75000"/>
                </a:schemeClr>
              </a:buClr>
              <a:buNone/>
            </a:pPr>
            <a:r>
              <a:rPr lang="en-US" altLang="zh-CN" sz="1400" b="1" dirty="0">
                <a:solidFill>
                  <a:schemeClr val="tx1"/>
                </a:solidFill>
              </a:rPr>
              <a:t>   * @ </a:t>
            </a:r>
            <a:r>
              <a:rPr lang="zh-CN" altLang="en-US" sz="1400" b="1" dirty="0">
                <a:solidFill>
                  <a:schemeClr val="tx1"/>
                </a:solidFill>
              </a:rPr>
              <a:t>返回值  ： 无</a:t>
            </a:r>
          </a:p>
          <a:p>
            <a:pPr marL="0" indent="456971">
              <a:lnSpc>
                <a:spcPct val="125000"/>
              </a:lnSpc>
              <a:spcBef>
                <a:spcPts val="0"/>
              </a:spcBef>
              <a:buClr>
                <a:schemeClr val="tx2">
                  <a:lumMod val="75000"/>
                </a:schemeClr>
              </a:buClr>
              <a:buNone/>
            </a:pPr>
            <a:r>
              <a:rPr lang="en-US" altLang="zh-CN" sz="1400" b="1" dirty="0" smtClean="0">
                <a:solidFill>
                  <a:schemeClr val="tx1"/>
                </a:solidFill>
              </a:rPr>
              <a:t>****************************************/</a:t>
            </a:r>
            <a:endParaRPr lang="en-US" altLang="zh-CN" sz="1400" b="1" dirty="0">
              <a:solidFill>
                <a:schemeClr val="tx1"/>
              </a:solidFill>
            </a:endParaRPr>
          </a:p>
          <a:p>
            <a:pPr marL="0" indent="456971">
              <a:lnSpc>
                <a:spcPct val="125000"/>
              </a:lnSpc>
              <a:spcBef>
                <a:spcPts val="0"/>
              </a:spcBef>
              <a:buClr>
                <a:schemeClr val="tx2">
                  <a:lumMod val="75000"/>
                </a:schemeClr>
              </a:buClr>
              <a:buNone/>
            </a:pPr>
            <a:r>
              <a:rPr lang="en-US" altLang="zh-CN" sz="1400" b="1" dirty="0">
                <a:solidFill>
                  <a:schemeClr val="tx1"/>
                </a:solidFill>
              </a:rPr>
              <a:t> static UINT32 Creat_Test1_Task()</a:t>
            </a:r>
          </a:p>
          <a:p>
            <a:pPr marL="0" indent="456971">
              <a:lnSpc>
                <a:spcPct val="125000"/>
              </a:lnSpc>
              <a:spcBef>
                <a:spcPts val="0"/>
              </a:spcBef>
              <a:buClr>
                <a:schemeClr val="tx2">
                  <a:lumMod val="75000"/>
                </a:schemeClr>
              </a:buClr>
              <a:buNone/>
            </a:pPr>
            <a:r>
              <a:rPr lang="en-US" altLang="zh-CN" sz="1400" b="1" dirty="0">
                <a:solidFill>
                  <a:schemeClr val="tx1"/>
                </a:solidFill>
              </a:rPr>
              <a:t> {</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zh-CN" altLang="en-US" sz="1400" b="1" dirty="0">
                <a:solidFill>
                  <a:schemeClr val="tx1"/>
                </a:solidFill>
              </a:rPr>
              <a:t>定义一个创建任务的返回类型，初始化为创建成功的返回值</a:t>
            </a:r>
          </a:p>
          <a:p>
            <a:pPr marL="0" indent="456971">
              <a:lnSpc>
                <a:spcPct val="125000"/>
              </a:lnSpc>
              <a:spcBef>
                <a:spcPts val="0"/>
              </a:spcBef>
              <a:buClr>
                <a:schemeClr val="tx2">
                  <a:lumMod val="75000"/>
                </a:schemeClr>
              </a:buClr>
              <a:buNone/>
            </a:pPr>
            <a:r>
              <a:rPr lang="en-US" altLang="zh-CN" sz="1400" b="1" dirty="0">
                <a:solidFill>
                  <a:schemeClr val="tx1"/>
                </a:solidFill>
              </a:rPr>
              <a:t>      UINT32 </a:t>
            </a:r>
            <a:r>
              <a:rPr lang="en-US" altLang="zh-CN" sz="1400" b="1" dirty="0" err="1">
                <a:solidFill>
                  <a:schemeClr val="tx1"/>
                </a:solidFill>
              </a:rPr>
              <a:t>uwRet</a:t>
            </a:r>
            <a:r>
              <a:rPr lang="en-US" altLang="zh-CN" sz="1400" b="1" dirty="0">
                <a:solidFill>
                  <a:schemeClr val="tx1"/>
                </a:solidFill>
              </a:rPr>
              <a:t> = LOS_OK;</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zh-CN" altLang="en-US" sz="1400" b="1" dirty="0">
                <a:solidFill>
                  <a:schemeClr val="tx1"/>
                </a:solidFill>
              </a:rPr>
              <a:t>定义一个用于创建任务的参数结构体</a:t>
            </a:r>
          </a:p>
          <a:p>
            <a:pPr marL="0" indent="456971">
              <a:lnSpc>
                <a:spcPct val="125000"/>
              </a:lnSpc>
              <a:spcBef>
                <a:spcPts val="0"/>
              </a:spcBef>
              <a:buClr>
                <a:schemeClr val="tx2">
                  <a:lumMod val="75000"/>
                </a:schemeClr>
              </a:buClr>
              <a:buNone/>
            </a:pPr>
            <a:r>
              <a:rPr lang="en-US" altLang="zh-CN" sz="1400" b="1" dirty="0">
                <a:solidFill>
                  <a:schemeClr val="tx1"/>
                </a:solidFill>
              </a:rPr>
              <a:t>      TSK_INIT_PARAM_S </a:t>
            </a:r>
            <a:r>
              <a:rPr lang="en-US" altLang="zh-CN" sz="1400" b="1" dirty="0" err="1">
                <a:solidFill>
                  <a:schemeClr val="tx1"/>
                </a:solidFill>
              </a:rPr>
              <a:t>task_init_param</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en-US" altLang="zh-CN" sz="1400" b="1" dirty="0" err="1">
                <a:solidFill>
                  <a:schemeClr val="tx1"/>
                </a:solidFill>
              </a:rPr>
              <a:t>task_init_param.usTaskPrio</a:t>
            </a:r>
            <a:r>
              <a:rPr lang="en-US" altLang="zh-CN" sz="1400" b="1" dirty="0">
                <a:solidFill>
                  <a:schemeClr val="tx1"/>
                </a:solidFill>
              </a:rPr>
              <a:t> = 5;	/* </a:t>
            </a:r>
            <a:r>
              <a:rPr lang="zh-CN" altLang="en-US" sz="1400" b="1" dirty="0">
                <a:solidFill>
                  <a:schemeClr val="tx1"/>
                </a:solidFill>
              </a:rPr>
              <a:t>任务优先级，数值越小，优先级越高 *</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en-US" altLang="zh-CN" sz="1400" b="1" dirty="0" err="1">
                <a:solidFill>
                  <a:schemeClr val="tx1"/>
                </a:solidFill>
              </a:rPr>
              <a:t>task_init_param.pcName</a:t>
            </a:r>
            <a:r>
              <a:rPr lang="en-US" altLang="zh-CN" sz="1400" b="1" dirty="0">
                <a:solidFill>
                  <a:schemeClr val="tx1"/>
                </a:solidFill>
              </a:rPr>
              <a:t> = "Test1_Task";	/* </a:t>
            </a:r>
            <a:r>
              <a:rPr lang="zh-CN" altLang="en-US" sz="1400" b="1" dirty="0">
                <a:solidFill>
                  <a:schemeClr val="tx1"/>
                </a:solidFill>
              </a:rPr>
              <a:t>任务名 *</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en-US" altLang="zh-CN" sz="1400" b="1" dirty="0" err="1">
                <a:solidFill>
                  <a:schemeClr val="tx1"/>
                </a:solidFill>
              </a:rPr>
              <a:t>task_init_param.pfnTaskEntry</a:t>
            </a:r>
            <a:r>
              <a:rPr lang="en-US" altLang="zh-CN" sz="1400" b="1" dirty="0">
                <a:solidFill>
                  <a:schemeClr val="tx1"/>
                </a:solidFill>
              </a:rPr>
              <a:t> = (TSK_ENTRY_FUNC)Test1_Task;</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en-US" altLang="zh-CN" sz="1400" b="1" dirty="0" err="1">
                <a:solidFill>
                  <a:schemeClr val="tx1"/>
                </a:solidFill>
              </a:rPr>
              <a:t>task_init_param.uwStackSize</a:t>
            </a:r>
            <a:r>
              <a:rPr lang="en-US" altLang="zh-CN" sz="1400" b="1" dirty="0">
                <a:solidFill>
                  <a:schemeClr val="tx1"/>
                </a:solidFill>
              </a:rPr>
              <a:t> = 1024;	 /* </a:t>
            </a:r>
            <a:r>
              <a:rPr lang="zh-CN" altLang="en-US" sz="1400" b="1" dirty="0">
                <a:solidFill>
                  <a:schemeClr val="tx1"/>
                </a:solidFill>
              </a:rPr>
              <a:t>栈大小 *</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en-US" altLang="zh-CN" sz="1400" b="1" dirty="0" err="1">
                <a:solidFill>
                  <a:schemeClr val="tx1"/>
                </a:solidFill>
              </a:rPr>
              <a:t>uwRet</a:t>
            </a:r>
            <a:r>
              <a:rPr lang="en-US" altLang="zh-CN" sz="1400" b="1" dirty="0">
                <a:solidFill>
                  <a:schemeClr val="tx1"/>
                </a:solidFill>
              </a:rPr>
              <a:t> = </a:t>
            </a:r>
            <a:r>
              <a:rPr lang="en-US" altLang="zh-CN" sz="1400" b="1" dirty="0" err="1">
                <a:solidFill>
                  <a:schemeClr val="tx1"/>
                </a:solidFill>
              </a:rPr>
              <a:t>LOS_TaskCreate</a:t>
            </a:r>
            <a:r>
              <a:rPr lang="en-US" altLang="zh-CN" sz="1400" b="1" dirty="0">
                <a:solidFill>
                  <a:schemeClr val="tx1"/>
                </a:solidFill>
              </a:rPr>
              <a:t>(&amp;Test1_Task_Handle, &amp;</a:t>
            </a:r>
            <a:r>
              <a:rPr lang="en-US" altLang="zh-CN" sz="1400" b="1" dirty="0" err="1">
                <a:solidFill>
                  <a:schemeClr val="tx1"/>
                </a:solidFill>
              </a:rPr>
              <a:t>task_init_param</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      return </a:t>
            </a:r>
            <a:r>
              <a:rPr lang="en-US" altLang="zh-CN" sz="1400" b="1" dirty="0" err="1">
                <a:solidFill>
                  <a:schemeClr val="tx1"/>
                </a:solidFill>
              </a:rPr>
              <a:t>uwRet</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 }</a:t>
            </a:r>
          </a:p>
        </p:txBody>
      </p:sp>
      <p:sp>
        <p:nvSpPr>
          <p:cNvPr id="15" name="矩形 14">
            <a:extLst>
              <a:ext uri="{FF2B5EF4-FFF2-40B4-BE49-F238E27FC236}">
                <a16:creationId xmlns:a16="http://schemas.microsoft.com/office/drawing/2014/main" id="{ADFA951A-978E-4E8D-A85A-85B6177AC588}"/>
              </a:ext>
            </a:extLst>
          </p:cNvPr>
          <p:cNvSpPr/>
          <p:nvPr/>
        </p:nvSpPr>
        <p:spPr>
          <a:xfrm>
            <a:off x="0" y="-21316"/>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smtClean="0">
                <a:cs typeface="+mn-ea"/>
                <a:sym typeface="+mn-lt"/>
              </a:rPr>
              <a:t>3.4</a:t>
            </a:r>
            <a:r>
              <a:rPr lang="zh-CN" altLang="en-US" sz="2800" b="1" dirty="0" smtClean="0">
                <a:cs typeface="+mn-ea"/>
                <a:sym typeface="+mn-lt"/>
              </a:rPr>
              <a:t>创建多任务</a:t>
            </a:r>
            <a:endParaRPr lang="zh-CN" altLang="en-US" sz="2800" b="1" dirty="0">
              <a:solidFill>
                <a:schemeClr val="bg1"/>
              </a:solidFill>
              <a:cs typeface="+mn-ea"/>
              <a:sym typeface="+mn-lt"/>
            </a:endParaRPr>
          </a:p>
        </p:txBody>
      </p:sp>
      <p:sp>
        <p:nvSpPr>
          <p:cNvPr id="16"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Tree>
    <p:extLst>
      <p:ext uri="{BB962C8B-B14F-4D97-AF65-F5344CB8AC3E}">
        <p14:creationId xmlns:p14="http://schemas.microsoft.com/office/powerpoint/2010/main" val="233099830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1050" y="1220350"/>
            <a:ext cx="12193050" cy="533155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3" name="内容占位符 2"/>
          <p:cNvSpPr>
            <a:spLocks noGrp="1"/>
          </p:cNvSpPr>
          <p:nvPr>
            <p:ph idx="1"/>
          </p:nvPr>
        </p:nvSpPr>
        <p:spPr>
          <a:xfrm>
            <a:off x="455912" y="695687"/>
            <a:ext cx="5604734" cy="5856214"/>
          </a:xfrm>
        </p:spPr>
        <p:txBody>
          <a:bodyPr vert="horz" lIns="91440" tIns="45720" rIns="91440" bIns="45720" rtlCol="0">
            <a:noAutofit/>
          </a:bodyPr>
          <a:lstStyle/>
          <a:p>
            <a:pPr marL="0" indent="456971">
              <a:lnSpc>
                <a:spcPct val="100000"/>
              </a:lnSpc>
              <a:spcBef>
                <a:spcPts val="0"/>
              </a:spcBef>
              <a:buClr>
                <a:schemeClr val="tx2">
                  <a:lumMod val="75000"/>
                </a:schemeClr>
              </a:buClr>
              <a:buNone/>
            </a:pPr>
            <a:r>
              <a:rPr lang="en-US" altLang="zh-CN" sz="1400" b="1" dirty="0" smtClean="0">
                <a:solidFill>
                  <a:schemeClr val="tx1"/>
                </a:solidFill>
              </a:rPr>
              <a:t>/*******************************************</a:t>
            </a:r>
            <a:endParaRPr lang="en-US" altLang="zh-CN" sz="1400" b="1" dirty="0">
              <a:solidFill>
                <a:schemeClr val="tx1"/>
              </a:solidFill>
            </a:endParaRPr>
          </a:p>
          <a:p>
            <a:pPr marL="0" indent="456971">
              <a:lnSpc>
                <a:spcPct val="100000"/>
              </a:lnSpc>
              <a:spcBef>
                <a:spcPts val="0"/>
              </a:spcBef>
              <a:buClr>
                <a:schemeClr val="tx2">
                  <a:lumMod val="75000"/>
                </a:schemeClr>
              </a:buClr>
              <a:buNone/>
            </a:pPr>
            <a:r>
              <a:rPr lang="en-US" altLang="zh-CN" sz="1400" b="1" dirty="0">
                <a:solidFill>
                  <a:schemeClr val="tx1"/>
                </a:solidFill>
              </a:rPr>
              <a:t>   * @ </a:t>
            </a:r>
            <a:r>
              <a:rPr lang="zh-CN" altLang="en-US" sz="1400" b="1" dirty="0">
                <a:solidFill>
                  <a:schemeClr val="tx1"/>
                </a:solidFill>
              </a:rPr>
              <a:t>函数名  ： </a:t>
            </a:r>
            <a:r>
              <a:rPr lang="en-US" altLang="zh-CN" sz="1400" b="1" dirty="0">
                <a:solidFill>
                  <a:schemeClr val="tx1"/>
                </a:solidFill>
              </a:rPr>
              <a:t>Creat_Test2_Task</a:t>
            </a:r>
          </a:p>
          <a:p>
            <a:pPr marL="0" indent="456971">
              <a:lnSpc>
                <a:spcPct val="100000"/>
              </a:lnSpc>
              <a:spcBef>
                <a:spcPts val="0"/>
              </a:spcBef>
              <a:buClr>
                <a:schemeClr val="tx2">
                  <a:lumMod val="75000"/>
                </a:schemeClr>
              </a:buClr>
              <a:buNone/>
            </a:pPr>
            <a:r>
              <a:rPr lang="en-US" altLang="zh-CN" sz="1400" b="1" dirty="0">
                <a:solidFill>
                  <a:schemeClr val="tx1"/>
                </a:solidFill>
              </a:rPr>
              <a:t>   * @ </a:t>
            </a:r>
            <a:r>
              <a:rPr lang="zh-CN" altLang="en-US" sz="1400" b="1" dirty="0">
                <a:solidFill>
                  <a:schemeClr val="tx1"/>
                </a:solidFill>
              </a:rPr>
              <a:t>功能说明： 创建</a:t>
            </a:r>
            <a:r>
              <a:rPr lang="en-US" altLang="zh-CN" sz="1400" b="1" dirty="0">
                <a:solidFill>
                  <a:schemeClr val="tx1"/>
                </a:solidFill>
              </a:rPr>
              <a:t>Test2_Task</a:t>
            </a:r>
            <a:r>
              <a:rPr lang="zh-CN" altLang="en-US" sz="1400" b="1" dirty="0">
                <a:solidFill>
                  <a:schemeClr val="tx1"/>
                </a:solidFill>
              </a:rPr>
              <a:t>任务</a:t>
            </a:r>
          </a:p>
          <a:p>
            <a:pPr marL="0" indent="456971">
              <a:lnSpc>
                <a:spcPct val="100000"/>
              </a:lnSpc>
              <a:spcBef>
                <a:spcPts val="0"/>
              </a:spcBef>
              <a:buClr>
                <a:schemeClr val="tx2">
                  <a:lumMod val="75000"/>
                </a:schemeClr>
              </a:buClr>
              <a:buNone/>
            </a:pPr>
            <a:r>
              <a:rPr lang="en-US" altLang="zh-CN" sz="1400" b="1" dirty="0">
                <a:solidFill>
                  <a:schemeClr val="tx1"/>
                </a:solidFill>
              </a:rPr>
              <a:t>   * @ </a:t>
            </a:r>
            <a:r>
              <a:rPr lang="zh-CN" altLang="en-US" sz="1400" b="1" dirty="0">
                <a:solidFill>
                  <a:schemeClr val="tx1"/>
                </a:solidFill>
              </a:rPr>
              <a:t>参数    ：</a:t>
            </a:r>
          </a:p>
          <a:p>
            <a:pPr marL="0" indent="456971">
              <a:lnSpc>
                <a:spcPct val="100000"/>
              </a:lnSpc>
              <a:spcBef>
                <a:spcPts val="0"/>
              </a:spcBef>
              <a:buClr>
                <a:schemeClr val="tx2">
                  <a:lumMod val="75000"/>
                </a:schemeClr>
              </a:buClr>
              <a:buNone/>
            </a:pPr>
            <a:r>
              <a:rPr lang="en-US" altLang="zh-CN" sz="1400" b="1" dirty="0">
                <a:solidFill>
                  <a:schemeClr val="tx1"/>
                </a:solidFill>
              </a:rPr>
              <a:t>   * @ </a:t>
            </a:r>
            <a:r>
              <a:rPr lang="zh-CN" altLang="en-US" sz="1400" b="1" dirty="0">
                <a:solidFill>
                  <a:schemeClr val="tx1"/>
                </a:solidFill>
              </a:rPr>
              <a:t>返回值  ： 无</a:t>
            </a:r>
          </a:p>
          <a:p>
            <a:pPr marL="0" indent="456971">
              <a:lnSpc>
                <a:spcPct val="100000"/>
              </a:lnSpc>
              <a:spcBef>
                <a:spcPts val="0"/>
              </a:spcBef>
              <a:buClr>
                <a:schemeClr val="tx2">
                  <a:lumMod val="75000"/>
                </a:schemeClr>
              </a:buClr>
              <a:buNone/>
            </a:pPr>
            <a:r>
              <a:rPr lang="en-US" altLang="zh-CN" sz="1400" b="1" dirty="0">
                <a:solidFill>
                  <a:schemeClr val="tx1"/>
                </a:solidFill>
              </a:rPr>
              <a:t>   </a:t>
            </a:r>
            <a:r>
              <a:rPr lang="en-US" altLang="zh-CN" sz="1400" b="1" dirty="0" smtClean="0">
                <a:solidFill>
                  <a:schemeClr val="tx1"/>
                </a:solidFill>
              </a:rPr>
              <a:t>*****************************************/</a:t>
            </a:r>
            <a:endParaRPr lang="en-US" altLang="zh-CN" sz="1400" b="1" dirty="0">
              <a:solidFill>
                <a:schemeClr val="tx1"/>
              </a:solidFill>
            </a:endParaRPr>
          </a:p>
          <a:p>
            <a:pPr marL="0" indent="456971">
              <a:lnSpc>
                <a:spcPct val="100000"/>
              </a:lnSpc>
              <a:spcBef>
                <a:spcPts val="0"/>
              </a:spcBef>
              <a:buClr>
                <a:schemeClr val="tx2">
                  <a:lumMod val="75000"/>
                </a:schemeClr>
              </a:buClr>
              <a:buNone/>
            </a:pPr>
            <a:r>
              <a:rPr lang="en-US" altLang="zh-CN" sz="1400" b="1" dirty="0">
                <a:solidFill>
                  <a:schemeClr val="tx1"/>
                </a:solidFill>
              </a:rPr>
              <a:t> static UINT32 Creat_Test2_Task()</a:t>
            </a:r>
          </a:p>
          <a:p>
            <a:pPr marL="0" indent="456971">
              <a:lnSpc>
                <a:spcPct val="100000"/>
              </a:lnSpc>
              <a:spcBef>
                <a:spcPts val="0"/>
              </a:spcBef>
              <a:buClr>
                <a:schemeClr val="tx2">
                  <a:lumMod val="75000"/>
                </a:schemeClr>
              </a:buClr>
              <a:buNone/>
            </a:pPr>
            <a:r>
              <a:rPr lang="en-US" altLang="zh-CN" sz="1400" b="1" dirty="0">
                <a:solidFill>
                  <a:schemeClr val="tx1"/>
                </a:solidFill>
              </a:rPr>
              <a:t> {</a:t>
            </a:r>
          </a:p>
          <a:p>
            <a:pPr marL="0" indent="456971">
              <a:lnSpc>
                <a:spcPct val="100000"/>
              </a:lnSpc>
              <a:spcBef>
                <a:spcPts val="0"/>
              </a:spcBef>
              <a:buClr>
                <a:schemeClr val="tx2">
                  <a:lumMod val="75000"/>
                </a:schemeClr>
              </a:buClr>
              <a:buNone/>
            </a:pPr>
            <a:r>
              <a:rPr lang="en-US" altLang="zh-CN" sz="1400" b="1" dirty="0" smtClean="0">
                <a:solidFill>
                  <a:schemeClr val="tx1"/>
                </a:solidFill>
              </a:rPr>
              <a:t>// </a:t>
            </a:r>
            <a:r>
              <a:rPr lang="zh-CN" altLang="en-US" sz="1400" b="1" dirty="0">
                <a:solidFill>
                  <a:schemeClr val="tx1"/>
                </a:solidFill>
              </a:rPr>
              <a:t>定义一个创建任务的返回类型，初始化为创建成功的返回值</a:t>
            </a:r>
          </a:p>
          <a:p>
            <a:pPr marL="0" indent="456971">
              <a:lnSpc>
                <a:spcPct val="100000"/>
              </a:lnSpc>
              <a:spcBef>
                <a:spcPts val="0"/>
              </a:spcBef>
              <a:buClr>
                <a:schemeClr val="tx2">
                  <a:lumMod val="75000"/>
                </a:schemeClr>
              </a:buClr>
              <a:buNone/>
            </a:pPr>
            <a:r>
              <a:rPr lang="en-US" altLang="zh-CN" sz="1400" b="1" dirty="0">
                <a:solidFill>
                  <a:schemeClr val="tx1"/>
                </a:solidFill>
              </a:rPr>
              <a:t>      UINT32 </a:t>
            </a:r>
            <a:r>
              <a:rPr lang="en-US" altLang="zh-CN" sz="1400" b="1" dirty="0" err="1">
                <a:solidFill>
                  <a:schemeClr val="tx1"/>
                </a:solidFill>
              </a:rPr>
              <a:t>uwRet</a:t>
            </a:r>
            <a:r>
              <a:rPr lang="en-US" altLang="zh-CN" sz="1400" b="1" dirty="0">
                <a:solidFill>
                  <a:schemeClr val="tx1"/>
                </a:solidFill>
              </a:rPr>
              <a:t> = LOS_OK;</a:t>
            </a:r>
          </a:p>
          <a:p>
            <a:pPr marL="0" indent="456971">
              <a:lnSpc>
                <a:spcPct val="100000"/>
              </a:lnSpc>
              <a:spcBef>
                <a:spcPts val="0"/>
              </a:spcBef>
              <a:buClr>
                <a:schemeClr val="tx2">
                  <a:lumMod val="75000"/>
                </a:schemeClr>
              </a:buClr>
              <a:buNone/>
            </a:pPr>
            <a:r>
              <a:rPr lang="en-US" altLang="zh-CN" sz="1400" b="1" dirty="0">
                <a:solidFill>
                  <a:schemeClr val="tx1"/>
                </a:solidFill>
              </a:rPr>
              <a:t>      TSK_INIT_PARAM_S </a:t>
            </a:r>
            <a:r>
              <a:rPr lang="en-US" altLang="zh-CN" sz="1400" b="1" dirty="0" err="1">
                <a:solidFill>
                  <a:schemeClr val="tx1"/>
                </a:solidFill>
              </a:rPr>
              <a:t>task_init_param</a:t>
            </a:r>
            <a:r>
              <a:rPr lang="en-US" altLang="zh-CN" sz="1400" b="1" dirty="0">
                <a:solidFill>
                  <a:schemeClr val="tx1"/>
                </a:solidFill>
              </a:rPr>
              <a:t>;</a:t>
            </a:r>
          </a:p>
          <a:p>
            <a:pPr marL="0" indent="456971">
              <a:lnSpc>
                <a:spcPct val="100000"/>
              </a:lnSpc>
              <a:spcBef>
                <a:spcPts val="0"/>
              </a:spcBef>
              <a:buClr>
                <a:schemeClr val="tx2">
                  <a:lumMod val="75000"/>
                </a:schemeClr>
              </a:buClr>
              <a:buNone/>
            </a:pPr>
            <a:r>
              <a:rPr lang="en-US" altLang="zh-CN" sz="1400" b="1" dirty="0">
                <a:solidFill>
                  <a:schemeClr val="tx1"/>
                </a:solidFill>
              </a:rPr>
              <a:t>      </a:t>
            </a:r>
            <a:r>
              <a:rPr lang="en-US" altLang="zh-CN" sz="1400" b="1" dirty="0" err="1">
                <a:solidFill>
                  <a:schemeClr val="tx1"/>
                </a:solidFill>
              </a:rPr>
              <a:t>task_init_param.usTaskPrio</a:t>
            </a:r>
            <a:r>
              <a:rPr lang="en-US" altLang="zh-CN" sz="1400" b="1" dirty="0">
                <a:solidFill>
                  <a:schemeClr val="tx1"/>
                </a:solidFill>
              </a:rPr>
              <a:t> = 4;	/* </a:t>
            </a:r>
            <a:r>
              <a:rPr lang="zh-CN" altLang="en-US" sz="1400" b="1" dirty="0">
                <a:solidFill>
                  <a:schemeClr val="tx1"/>
                </a:solidFill>
              </a:rPr>
              <a:t>任务优先级，数值越小，优先级越高 *</a:t>
            </a:r>
            <a:r>
              <a:rPr lang="en-US" altLang="zh-CN" sz="1400" b="1" dirty="0">
                <a:solidFill>
                  <a:schemeClr val="tx1"/>
                </a:solidFill>
              </a:rPr>
              <a:t>/</a:t>
            </a:r>
          </a:p>
          <a:p>
            <a:pPr marL="0" indent="456971">
              <a:lnSpc>
                <a:spcPct val="100000"/>
              </a:lnSpc>
              <a:spcBef>
                <a:spcPts val="0"/>
              </a:spcBef>
              <a:buClr>
                <a:schemeClr val="tx2">
                  <a:lumMod val="75000"/>
                </a:schemeClr>
              </a:buClr>
              <a:buNone/>
            </a:pPr>
            <a:r>
              <a:rPr lang="en-US" altLang="zh-CN" sz="1400" b="1" dirty="0">
                <a:solidFill>
                  <a:schemeClr val="tx1"/>
                </a:solidFill>
              </a:rPr>
              <a:t>      </a:t>
            </a:r>
            <a:r>
              <a:rPr lang="en-US" altLang="zh-CN" sz="1400" b="1" dirty="0" err="1">
                <a:solidFill>
                  <a:schemeClr val="tx1"/>
                </a:solidFill>
              </a:rPr>
              <a:t>task_init_param.pcName</a:t>
            </a:r>
            <a:r>
              <a:rPr lang="en-US" altLang="zh-CN" sz="1400" b="1" dirty="0">
                <a:solidFill>
                  <a:schemeClr val="tx1"/>
                </a:solidFill>
              </a:rPr>
              <a:t> = "Test2_Task</a:t>
            </a:r>
            <a:r>
              <a:rPr lang="en-US" altLang="zh-CN" sz="1400" b="1" dirty="0" smtClean="0">
                <a:solidFill>
                  <a:schemeClr val="tx1"/>
                </a:solidFill>
              </a:rPr>
              <a:t>";/* </a:t>
            </a:r>
            <a:r>
              <a:rPr lang="zh-CN" altLang="en-US" sz="1400" b="1" dirty="0">
                <a:solidFill>
                  <a:schemeClr val="tx1"/>
                </a:solidFill>
              </a:rPr>
              <a:t>任务名*</a:t>
            </a:r>
            <a:r>
              <a:rPr lang="en-US" altLang="zh-CN" sz="1400" b="1" dirty="0">
                <a:solidFill>
                  <a:schemeClr val="tx1"/>
                </a:solidFill>
              </a:rPr>
              <a:t>/</a:t>
            </a:r>
          </a:p>
          <a:p>
            <a:pPr marL="0" indent="456971">
              <a:lnSpc>
                <a:spcPct val="100000"/>
              </a:lnSpc>
              <a:spcBef>
                <a:spcPts val="0"/>
              </a:spcBef>
              <a:buClr>
                <a:schemeClr val="tx2">
                  <a:lumMod val="75000"/>
                </a:schemeClr>
              </a:buClr>
              <a:buNone/>
            </a:pPr>
            <a:r>
              <a:rPr lang="en-US" altLang="zh-CN" sz="1400" b="1" dirty="0">
                <a:solidFill>
                  <a:schemeClr val="tx1"/>
                </a:solidFill>
              </a:rPr>
              <a:t>      </a:t>
            </a:r>
            <a:r>
              <a:rPr lang="en-US" altLang="zh-CN" sz="1400" b="1" dirty="0" err="1">
                <a:solidFill>
                  <a:schemeClr val="tx1"/>
                </a:solidFill>
              </a:rPr>
              <a:t>task_init_param.pfnTaskEntry</a:t>
            </a:r>
            <a:r>
              <a:rPr lang="en-US" altLang="zh-CN" sz="1400" b="1" dirty="0">
                <a:solidFill>
                  <a:schemeClr val="tx1"/>
                </a:solidFill>
              </a:rPr>
              <a:t> = (TSK_ENTRY_FUNC)Test2_Task;</a:t>
            </a:r>
          </a:p>
          <a:p>
            <a:pPr marL="0" indent="456971">
              <a:lnSpc>
                <a:spcPct val="100000"/>
              </a:lnSpc>
              <a:spcBef>
                <a:spcPts val="0"/>
              </a:spcBef>
              <a:buClr>
                <a:schemeClr val="tx2">
                  <a:lumMod val="75000"/>
                </a:schemeClr>
              </a:buClr>
              <a:buNone/>
            </a:pPr>
            <a:r>
              <a:rPr lang="en-US" altLang="zh-CN" sz="1400" b="1" dirty="0">
                <a:solidFill>
                  <a:schemeClr val="tx1"/>
                </a:solidFill>
              </a:rPr>
              <a:t>      </a:t>
            </a:r>
            <a:r>
              <a:rPr lang="en-US" altLang="zh-CN" sz="1400" b="1" dirty="0" err="1">
                <a:solidFill>
                  <a:schemeClr val="tx1"/>
                </a:solidFill>
              </a:rPr>
              <a:t>task_init_param.uwStackSize</a:t>
            </a:r>
            <a:r>
              <a:rPr lang="en-US" altLang="zh-CN" sz="1400" b="1" dirty="0">
                <a:solidFill>
                  <a:schemeClr val="tx1"/>
                </a:solidFill>
              </a:rPr>
              <a:t> = 1024</a:t>
            </a:r>
            <a:r>
              <a:rPr lang="en-US" altLang="zh-CN" sz="1400" b="1" dirty="0" smtClean="0">
                <a:solidFill>
                  <a:schemeClr val="tx1"/>
                </a:solidFill>
              </a:rPr>
              <a:t>;/* </a:t>
            </a:r>
            <a:r>
              <a:rPr lang="zh-CN" altLang="en-US" sz="1400" b="1" dirty="0">
                <a:solidFill>
                  <a:schemeClr val="tx1"/>
                </a:solidFill>
              </a:rPr>
              <a:t>栈大小 *</a:t>
            </a:r>
            <a:r>
              <a:rPr lang="en-US" altLang="zh-CN" sz="1400" b="1" dirty="0">
                <a:solidFill>
                  <a:schemeClr val="tx1"/>
                </a:solidFill>
              </a:rPr>
              <a:t>/</a:t>
            </a:r>
          </a:p>
          <a:p>
            <a:pPr marL="0" indent="456971">
              <a:lnSpc>
                <a:spcPct val="100000"/>
              </a:lnSpc>
              <a:spcBef>
                <a:spcPts val="0"/>
              </a:spcBef>
              <a:buClr>
                <a:schemeClr val="tx2">
                  <a:lumMod val="75000"/>
                </a:schemeClr>
              </a:buClr>
              <a:buNone/>
            </a:pPr>
            <a:r>
              <a:rPr lang="en-US" altLang="zh-CN" sz="1400" b="1" dirty="0">
                <a:solidFill>
                  <a:schemeClr val="tx1"/>
                </a:solidFill>
              </a:rPr>
              <a:t>      </a:t>
            </a:r>
            <a:r>
              <a:rPr lang="en-US" altLang="zh-CN" sz="1400" b="1" dirty="0" err="1">
                <a:solidFill>
                  <a:schemeClr val="tx1"/>
                </a:solidFill>
              </a:rPr>
              <a:t>uwRet</a:t>
            </a:r>
            <a:r>
              <a:rPr lang="en-US" altLang="zh-CN" sz="1400" b="1" dirty="0">
                <a:solidFill>
                  <a:schemeClr val="tx1"/>
                </a:solidFill>
              </a:rPr>
              <a:t> = </a:t>
            </a:r>
            <a:r>
              <a:rPr lang="en-US" altLang="zh-CN" sz="1400" b="1" dirty="0" err="1">
                <a:solidFill>
                  <a:schemeClr val="tx1"/>
                </a:solidFill>
              </a:rPr>
              <a:t>LOS_TaskCreate</a:t>
            </a:r>
            <a:r>
              <a:rPr lang="en-US" altLang="zh-CN" sz="1400" b="1" dirty="0">
                <a:solidFill>
                  <a:schemeClr val="tx1"/>
                </a:solidFill>
              </a:rPr>
              <a:t>(&amp;Test2_Task_Handle, &amp;</a:t>
            </a:r>
            <a:r>
              <a:rPr lang="en-US" altLang="zh-CN" sz="1400" b="1" dirty="0" err="1">
                <a:solidFill>
                  <a:schemeClr val="tx1"/>
                </a:solidFill>
              </a:rPr>
              <a:t>task_init_param</a:t>
            </a:r>
            <a:r>
              <a:rPr lang="en-US" altLang="zh-CN" sz="1400" b="1" dirty="0">
                <a:solidFill>
                  <a:schemeClr val="tx1"/>
                </a:solidFill>
              </a:rPr>
              <a:t>);</a:t>
            </a:r>
          </a:p>
          <a:p>
            <a:pPr marL="0" indent="456971">
              <a:lnSpc>
                <a:spcPct val="100000"/>
              </a:lnSpc>
              <a:spcBef>
                <a:spcPts val="0"/>
              </a:spcBef>
              <a:buClr>
                <a:schemeClr val="tx2">
                  <a:lumMod val="75000"/>
                </a:schemeClr>
              </a:buClr>
              <a:buNone/>
            </a:pPr>
            <a:r>
              <a:rPr lang="en-US" altLang="zh-CN" sz="1400" b="1" dirty="0">
                <a:solidFill>
                  <a:schemeClr val="tx1"/>
                </a:solidFill>
              </a:rPr>
              <a:t>       return </a:t>
            </a:r>
            <a:r>
              <a:rPr lang="en-US" altLang="zh-CN" sz="1400" b="1" dirty="0" err="1">
                <a:solidFill>
                  <a:schemeClr val="tx1"/>
                </a:solidFill>
              </a:rPr>
              <a:t>uwRet</a:t>
            </a:r>
            <a:r>
              <a:rPr lang="en-US" altLang="zh-CN" sz="1400" b="1" dirty="0">
                <a:solidFill>
                  <a:schemeClr val="tx1"/>
                </a:solidFill>
              </a:rPr>
              <a:t>;</a:t>
            </a:r>
          </a:p>
          <a:p>
            <a:pPr marL="0" indent="456971">
              <a:lnSpc>
                <a:spcPct val="100000"/>
              </a:lnSpc>
              <a:spcBef>
                <a:spcPts val="0"/>
              </a:spcBef>
              <a:buClr>
                <a:schemeClr val="tx2">
                  <a:lumMod val="75000"/>
                </a:schemeClr>
              </a:buClr>
              <a:buNone/>
            </a:pPr>
            <a:r>
              <a:rPr lang="en-US" altLang="zh-CN" sz="1400" b="1" dirty="0">
                <a:solidFill>
                  <a:schemeClr val="tx1"/>
                </a:solidFill>
              </a:rPr>
              <a:t> }</a:t>
            </a:r>
          </a:p>
          <a:p>
            <a:pPr marL="0" indent="456971">
              <a:lnSpc>
                <a:spcPct val="100000"/>
              </a:lnSpc>
              <a:spcBef>
                <a:spcPts val="0"/>
              </a:spcBef>
              <a:buClr>
                <a:schemeClr val="tx2">
                  <a:lumMod val="75000"/>
                </a:schemeClr>
              </a:buClr>
              <a:buNone/>
            </a:pPr>
            <a:r>
              <a:rPr lang="en-US" altLang="zh-CN" sz="1400" b="1" dirty="0">
                <a:solidFill>
                  <a:schemeClr val="tx1"/>
                </a:solidFill>
              </a:rPr>
              <a:t> </a:t>
            </a:r>
            <a:r>
              <a:rPr lang="en-US" altLang="zh-CN" sz="1400" b="1" dirty="0" smtClean="0">
                <a:solidFill>
                  <a:schemeClr val="tx1"/>
                </a:solidFill>
              </a:rPr>
              <a:t>/**************************************************</a:t>
            </a:r>
            <a:endParaRPr lang="en-US" altLang="zh-CN" sz="1400" b="1" dirty="0">
              <a:solidFill>
                <a:schemeClr val="tx1"/>
              </a:solidFill>
            </a:endParaRPr>
          </a:p>
          <a:p>
            <a:pPr marL="0" indent="456971">
              <a:lnSpc>
                <a:spcPct val="100000"/>
              </a:lnSpc>
              <a:spcBef>
                <a:spcPts val="0"/>
              </a:spcBef>
              <a:buClr>
                <a:schemeClr val="tx2">
                  <a:lumMod val="75000"/>
                </a:schemeClr>
              </a:buClr>
              <a:buNone/>
            </a:pPr>
            <a:r>
              <a:rPr lang="en-US" altLang="zh-CN" sz="1400" b="1" dirty="0">
                <a:solidFill>
                  <a:schemeClr val="tx1"/>
                </a:solidFill>
              </a:rPr>
              <a:t>   * @ </a:t>
            </a:r>
            <a:r>
              <a:rPr lang="zh-CN" altLang="en-US" sz="1400" b="1" dirty="0">
                <a:solidFill>
                  <a:schemeClr val="tx1"/>
                </a:solidFill>
              </a:rPr>
              <a:t>函数名  ： </a:t>
            </a:r>
            <a:r>
              <a:rPr lang="en-US" altLang="zh-CN" sz="1400" b="1" dirty="0">
                <a:solidFill>
                  <a:schemeClr val="tx1"/>
                </a:solidFill>
              </a:rPr>
              <a:t>Test1_Task</a:t>
            </a:r>
          </a:p>
          <a:p>
            <a:pPr marL="0" indent="456971">
              <a:lnSpc>
                <a:spcPct val="100000"/>
              </a:lnSpc>
              <a:spcBef>
                <a:spcPts val="0"/>
              </a:spcBef>
              <a:buClr>
                <a:schemeClr val="tx2">
                  <a:lumMod val="75000"/>
                </a:schemeClr>
              </a:buClr>
              <a:buNone/>
            </a:pPr>
            <a:r>
              <a:rPr lang="en-US" altLang="zh-CN" sz="1400" b="1" dirty="0">
                <a:solidFill>
                  <a:schemeClr val="tx1"/>
                </a:solidFill>
              </a:rPr>
              <a:t>   * @ </a:t>
            </a:r>
            <a:r>
              <a:rPr lang="zh-CN" altLang="en-US" sz="1400" b="1" dirty="0">
                <a:solidFill>
                  <a:schemeClr val="tx1"/>
                </a:solidFill>
              </a:rPr>
              <a:t>功能说明： </a:t>
            </a:r>
            <a:r>
              <a:rPr lang="en-US" altLang="zh-CN" sz="1400" b="1" dirty="0">
                <a:solidFill>
                  <a:schemeClr val="tx1"/>
                </a:solidFill>
              </a:rPr>
              <a:t>Test1_Task</a:t>
            </a:r>
            <a:r>
              <a:rPr lang="zh-CN" altLang="en-US" sz="1400" b="1" dirty="0">
                <a:solidFill>
                  <a:schemeClr val="tx1"/>
                </a:solidFill>
              </a:rPr>
              <a:t>任务实现</a:t>
            </a:r>
          </a:p>
          <a:p>
            <a:pPr marL="0" indent="456971">
              <a:lnSpc>
                <a:spcPct val="100000"/>
              </a:lnSpc>
              <a:spcBef>
                <a:spcPts val="0"/>
              </a:spcBef>
              <a:buClr>
                <a:schemeClr val="tx2">
                  <a:lumMod val="75000"/>
                </a:schemeClr>
              </a:buClr>
              <a:buNone/>
            </a:pPr>
            <a:r>
              <a:rPr lang="en-US" altLang="zh-CN" sz="1400" b="1" dirty="0">
                <a:solidFill>
                  <a:schemeClr val="tx1"/>
                </a:solidFill>
              </a:rPr>
              <a:t>   * @ </a:t>
            </a:r>
            <a:r>
              <a:rPr lang="zh-CN" altLang="en-US" sz="1400" b="1" dirty="0">
                <a:solidFill>
                  <a:schemeClr val="tx1"/>
                </a:solidFill>
              </a:rPr>
              <a:t>参数    ： </a:t>
            </a:r>
            <a:r>
              <a:rPr lang="en-US" altLang="zh-CN" sz="1400" b="1" dirty="0">
                <a:solidFill>
                  <a:schemeClr val="tx1"/>
                </a:solidFill>
              </a:rPr>
              <a:t>NULL</a:t>
            </a:r>
          </a:p>
          <a:p>
            <a:pPr marL="0" indent="456971">
              <a:lnSpc>
                <a:spcPct val="100000"/>
              </a:lnSpc>
              <a:spcBef>
                <a:spcPts val="0"/>
              </a:spcBef>
              <a:buClr>
                <a:schemeClr val="tx2">
                  <a:lumMod val="75000"/>
                </a:schemeClr>
              </a:buClr>
              <a:buNone/>
            </a:pPr>
            <a:r>
              <a:rPr lang="en-US" altLang="zh-CN" sz="1400" b="1" dirty="0">
                <a:solidFill>
                  <a:schemeClr val="tx1"/>
                </a:solidFill>
              </a:rPr>
              <a:t>   * @ </a:t>
            </a:r>
            <a:r>
              <a:rPr lang="zh-CN" altLang="en-US" sz="1400" b="1" dirty="0">
                <a:solidFill>
                  <a:schemeClr val="tx1"/>
                </a:solidFill>
              </a:rPr>
              <a:t>返回值  ： </a:t>
            </a:r>
            <a:r>
              <a:rPr lang="en-US" altLang="zh-CN" sz="1400" b="1" dirty="0">
                <a:solidFill>
                  <a:schemeClr val="tx1"/>
                </a:solidFill>
              </a:rPr>
              <a:t>NULL</a:t>
            </a:r>
          </a:p>
          <a:p>
            <a:pPr marL="0" indent="456971">
              <a:lnSpc>
                <a:spcPct val="100000"/>
              </a:lnSpc>
              <a:spcBef>
                <a:spcPts val="0"/>
              </a:spcBef>
              <a:buClr>
                <a:schemeClr val="tx2">
                  <a:lumMod val="75000"/>
                </a:schemeClr>
              </a:buClr>
              <a:buNone/>
            </a:pPr>
            <a:r>
              <a:rPr lang="en-US" altLang="zh-CN" sz="1400" b="1" dirty="0" smtClean="0">
                <a:solidFill>
                  <a:schemeClr val="tx1"/>
                </a:solidFill>
              </a:rPr>
              <a:t>******************************************/</a:t>
            </a:r>
            <a:endParaRPr lang="en-US" altLang="zh-CN" sz="1400" b="1" dirty="0">
              <a:solidFill>
                <a:schemeClr val="tx1"/>
              </a:solidFill>
            </a:endParaRPr>
          </a:p>
        </p:txBody>
      </p:sp>
      <p:cxnSp>
        <p:nvCxnSpPr>
          <p:cNvPr id="12" name="直接连接符 11"/>
          <p:cNvCxnSpPr/>
          <p:nvPr/>
        </p:nvCxnSpPr>
        <p:spPr>
          <a:xfrm>
            <a:off x="5984486" y="1981954"/>
            <a:ext cx="76160" cy="4112658"/>
          </a:xfrm>
          <a:prstGeom prst="line">
            <a:avLst/>
          </a:prstGeom>
          <a:ln>
            <a:solidFill>
              <a:srgbClr val="69A12B"/>
            </a:solidFill>
            <a:prstDash val="lgDashDot"/>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6172160" y="1981954"/>
            <a:ext cx="76160" cy="4112658"/>
          </a:xfrm>
          <a:prstGeom prst="line">
            <a:avLst/>
          </a:prstGeom>
          <a:ln>
            <a:solidFill>
              <a:srgbClr val="69A12B"/>
            </a:solidFill>
            <a:prstDash val="lgDashDot"/>
          </a:ln>
        </p:spPr>
        <p:style>
          <a:lnRef idx="1">
            <a:schemeClr val="accent1"/>
          </a:lnRef>
          <a:fillRef idx="0">
            <a:schemeClr val="accent1"/>
          </a:fillRef>
          <a:effectRef idx="0">
            <a:schemeClr val="accent1"/>
          </a:effectRef>
          <a:fontRef idx="minor">
            <a:schemeClr val="tx1"/>
          </a:fontRef>
        </p:style>
      </p:cxnSp>
      <p:sp>
        <p:nvSpPr>
          <p:cNvPr id="14" name="内容占位符 2"/>
          <p:cNvSpPr>
            <a:spLocks noGrp="1"/>
          </p:cNvSpPr>
          <p:nvPr>
            <p:ph idx="1"/>
          </p:nvPr>
        </p:nvSpPr>
        <p:spPr>
          <a:xfrm>
            <a:off x="6628597" y="1372343"/>
            <a:ext cx="5183126" cy="5255719"/>
          </a:xfrm>
        </p:spPr>
        <p:txBody>
          <a:bodyPr vert="horz" lIns="91440" tIns="45720" rIns="91440" bIns="45720" rtlCol="0">
            <a:noAutofit/>
          </a:bodyPr>
          <a:lstStyle/>
          <a:p>
            <a:pPr marL="0" indent="456971">
              <a:lnSpc>
                <a:spcPct val="100000"/>
              </a:lnSpc>
              <a:spcBef>
                <a:spcPts val="0"/>
              </a:spcBef>
              <a:buClr>
                <a:schemeClr val="tx2">
                  <a:lumMod val="75000"/>
                </a:schemeClr>
              </a:buClr>
              <a:buNone/>
            </a:pPr>
            <a:r>
              <a:rPr lang="en-US" altLang="zh-CN" sz="1400" b="1" dirty="0">
                <a:solidFill>
                  <a:schemeClr val="tx1"/>
                </a:solidFill>
              </a:rPr>
              <a:t> static void Test1_Task(void)</a:t>
            </a:r>
          </a:p>
          <a:p>
            <a:pPr marL="0" indent="456971">
              <a:lnSpc>
                <a:spcPct val="100000"/>
              </a:lnSpc>
              <a:spcBef>
                <a:spcPts val="0"/>
              </a:spcBef>
              <a:buClr>
                <a:schemeClr val="tx2">
                  <a:lumMod val="75000"/>
                </a:schemeClr>
              </a:buClr>
              <a:buNone/>
            </a:pPr>
            <a:r>
              <a:rPr lang="en-US" altLang="zh-CN" sz="1400" b="1" dirty="0">
                <a:solidFill>
                  <a:schemeClr val="tx1"/>
                </a:solidFill>
              </a:rPr>
              <a:t> {</a:t>
            </a:r>
          </a:p>
          <a:p>
            <a:pPr marL="0" indent="456971">
              <a:lnSpc>
                <a:spcPct val="100000"/>
              </a:lnSpc>
              <a:spcBef>
                <a:spcPts val="0"/>
              </a:spcBef>
              <a:buClr>
                <a:schemeClr val="tx2">
                  <a:lumMod val="75000"/>
                </a:schemeClr>
              </a:buClr>
              <a:buNone/>
            </a:pPr>
            <a:r>
              <a:rPr lang="en-US" altLang="zh-CN" sz="1400" b="1" dirty="0">
                <a:solidFill>
                  <a:schemeClr val="tx1"/>
                </a:solidFill>
              </a:rPr>
              <a:t>      /* </a:t>
            </a:r>
            <a:r>
              <a:rPr lang="zh-CN" altLang="en-US" sz="1400" b="1" dirty="0">
                <a:solidFill>
                  <a:schemeClr val="tx1"/>
                </a:solidFill>
              </a:rPr>
              <a:t>每个任务都是一个无限循环，不能返回 *</a:t>
            </a:r>
            <a:r>
              <a:rPr lang="en-US" altLang="zh-CN" sz="1400" b="1" dirty="0">
                <a:solidFill>
                  <a:schemeClr val="tx1"/>
                </a:solidFill>
              </a:rPr>
              <a:t>/</a:t>
            </a:r>
          </a:p>
          <a:p>
            <a:pPr marL="0" indent="456971">
              <a:lnSpc>
                <a:spcPct val="100000"/>
              </a:lnSpc>
              <a:spcBef>
                <a:spcPts val="0"/>
              </a:spcBef>
              <a:buClr>
                <a:schemeClr val="tx2">
                  <a:lumMod val="75000"/>
                </a:schemeClr>
              </a:buClr>
              <a:buNone/>
            </a:pPr>
            <a:r>
              <a:rPr lang="en-US" altLang="zh-CN" sz="1400" b="1" dirty="0">
                <a:solidFill>
                  <a:schemeClr val="tx1"/>
                </a:solidFill>
              </a:rPr>
              <a:t>      while (1) {</a:t>
            </a:r>
          </a:p>
          <a:p>
            <a:pPr marL="0" indent="456971">
              <a:lnSpc>
                <a:spcPct val="100000"/>
              </a:lnSpc>
              <a:spcBef>
                <a:spcPts val="0"/>
              </a:spcBef>
              <a:buClr>
                <a:schemeClr val="tx2">
                  <a:lumMod val="75000"/>
                </a:schemeClr>
              </a:buClr>
              <a:buNone/>
            </a:pPr>
            <a:r>
              <a:rPr lang="en-US" altLang="zh-CN" sz="1400" b="1" dirty="0">
                <a:solidFill>
                  <a:schemeClr val="tx1"/>
                </a:solidFill>
              </a:rPr>
              <a:t>           LED2_TOGGLE;</a:t>
            </a:r>
          </a:p>
          <a:p>
            <a:pPr marL="0" indent="456971">
              <a:lnSpc>
                <a:spcPct val="100000"/>
              </a:lnSpc>
              <a:spcBef>
                <a:spcPts val="0"/>
              </a:spcBef>
              <a:buClr>
                <a:schemeClr val="tx2">
                  <a:lumMod val="75000"/>
                </a:schemeClr>
              </a:buClr>
              <a:buNone/>
            </a:pPr>
            <a:r>
              <a:rPr lang="en-US" altLang="zh-CN" sz="1400" b="1" dirty="0">
                <a:solidFill>
                  <a:schemeClr val="tx1"/>
                </a:solidFill>
              </a:rPr>
              <a:t>           printf("</a:t>
            </a:r>
            <a:r>
              <a:rPr lang="zh-CN" altLang="en-US" sz="1400" b="1" dirty="0">
                <a:solidFill>
                  <a:schemeClr val="tx1"/>
                </a:solidFill>
              </a:rPr>
              <a:t>任务</a:t>
            </a:r>
            <a:r>
              <a:rPr lang="en-US" altLang="zh-CN" sz="1400" b="1" dirty="0">
                <a:solidFill>
                  <a:schemeClr val="tx1"/>
                </a:solidFill>
              </a:rPr>
              <a:t>1</a:t>
            </a:r>
            <a:r>
              <a:rPr lang="zh-CN" altLang="en-US" sz="1400" b="1" dirty="0">
                <a:solidFill>
                  <a:schemeClr val="tx1"/>
                </a:solidFill>
              </a:rPr>
              <a:t>运行中</a:t>
            </a:r>
            <a:r>
              <a:rPr lang="en-US" altLang="zh-CN" sz="1400" b="1" dirty="0">
                <a:solidFill>
                  <a:schemeClr val="tx1"/>
                </a:solidFill>
              </a:rPr>
              <a:t>,</a:t>
            </a:r>
            <a:r>
              <a:rPr lang="zh-CN" altLang="en-US" sz="1400" b="1" dirty="0">
                <a:solidFill>
                  <a:schemeClr val="tx1"/>
                </a:solidFill>
              </a:rPr>
              <a:t>每</a:t>
            </a:r>
            <a:r>
              <a:rPr lang="en-US" altLang="zh-CN" sz="1400" b="1" dirty="0">
                <a:solidFill>
                  <a:schemeClr val="tx1"/>
                </a:solidFill>
              </a:rPr>
              <a:t>1000ticks</a:t>
            </a:r>
            <a:r>
              <a:rPr lang="zh-CN" altLang="en-US" sz="1400" b="1" dirty="0">
                <a:solidFill>
                  <a:schemeClr val="tx1"/>
                </a:solidFill>
              </a:rPr>
              <a:t>打印一次信息</a:t>
            </a:r>
            <a:r>
              <a:rPr lang="en-US" altLang="zh-CN" sz="1400" b="1" dirty="0">
                <a:solidFill>
                  <a:schemeClr val="tx1"/>
                </a:solidFill>
              </a:rPr>
              <a:t>\r\n");</a:t>
            </a:r>
          </a:p>
          <a:p>
            <a:pPr marL="0" indent="456971">
              <a:lnSpc>
                <a:spcPct val="100000"/>
              </a:lnSpc>
              <a:spcBef>
                <a:spcPts val="0"/>
              </a:spcBef>
              <a:buClr>
                <a:schemeClr val="tx2">
                  <a:lumMod val="75000"/>
                </a:schemeClr>
              </a:buClr>
              <a:buNone/>
            </a:pPr>
            <a:r>
              <a:rPr lang="en-US" altLang="zh-CN" sz="1400" b="1" dirty="0">
                <a:solidFill>
                  <a:schemeClr val="tx1"/>
                </a:solidFill>
              </a:rPr>
              <a:t>           </a:t>
            </a:r>
            <a:r>
              <a:rPr lang="en-US" altLang="zh-CN" sz="1400" b="1" dirty="0" err="1">
                <a:solidFill>
                  <a:schemeClr val="tx1"/>
                </a:solidFill>
              </a:rPr>
              <a:t>LOS_TaskDelay</a:t>
            </a:r>
            <a:r>
              <a:rPr lang="en-US" altLang="zh-CN" sz="1400" b="1" dirty="0">
                <a:solidFill>
                  <a:schemeClr val="tx1"/>
                </a:solidFill>
              </a:rPr>
              <a:t>(1000);</a:t>
            </a:r>
          </a:p>
          <a:p>
            <a:pPr marL="0" indent="456971">
              <a:lnSpc>
                <a:spcPct val="100000"/>
              </a:lnSpc>
              <a:spcBef>
                <a:spcPts val="0"/>
              </a:spcBef>
              <a:buClr>
                <a:schemeClr val="tx2">
                  <a:lumMod val="75000"/>
                </a:schemeClr>
              </a:buClr>
              <a:buNone/>
            </a:pPr>
            <a:r>
              <a:rPr lang="en-US" altLang="zh-CN" sz="1400" b="1" dirty="0">
                <a:solidFill>
                  <a:schemeClr val="tx1"/>
                </a:solidFill>
              </a:rPr>
              <a:t>      }</a:t>
            </a:r>
          </a:p>
          <a:p>
            <a:pPr marL="0" indent="456971">
              <a:lnSpc>
                <a:spcPct val="100000"/>
              </a:lnSpc>
              <a:spcBef>
                <a:spcPts val="0"/>
              </a:spcBef>
              <a:buClr>
                <a:schemeClr val="tx2">
                  <a:lumMod val="75000"/>
                </a:schemeClr>
              </a:buClr>
              <a:buNone/>
            </a:pPr>
            <a:r>
              <a:rPr lang="en-US" altLang="zh-CN" sz="1400" b="1" dirty="0">
                <a:solidFill>
                  <a:schemeClr val="tx1"/>
                </a:solidFill>
              </a:rPr>
              <a:t> }</a:t>
            </a:r>
          </a:p>
          <a:p>
            <a:pPr marL="0" indent="456971">
              <a:lnSpc>
                <a:spcPct val="100000"/>
              </a:lnSpc>
              <a:spcBef>
                <a:spcPts val="0"/>
              </a:spcBef>
              <a:buClr>
                <a:schemeClr val="tx2">
                  <a:lumMod val="75000"/>
                </a:schemeClr>
              </a:buClr>
              <a:buNone/>
            </a:pPr>
            <a:r>
              <a:rPr lang="en-US" altLang="zh-CN" sz="1400" b="1" dirty="0">
                <a:solidFill>
                  <a:schemeClr val="tx1"/>
                </a:solidFill>
              </a:rPr>
              <a:t> </a:t>
            </a:r>
            <a:r>
              <a:rPr lang="en-US" altLang="zh-CN" sz="1400" b="1" dirty="0" smtClean="0">
                <a:solidFill>
                  <a:schemeClr val="tx1"/>
                </a:solidFill>
              </a:rPr>
              <a:t>/*********************************************</a:t>
            </a:r>
            <a:endParaRPr lang="en-US" altLang="zh-CN" sz="1400" b="1" dirty="0">
              <a:solidFill>
                <a:schemeClr val="tx1"/>
              </a:solidFill>
            </a:endParaRPr>
          </a:p>
          <a:p>
            <a:pPr marL="0" indent="456971">
              <a:lnSpc>
                <a:spcPct val="100000"/>
              </a:lnSpc>
              <a:spcBef>
                <a:spcPts val="0"/>
              </a:spcBef>
              <a:buClr>
                <a:schemeClr val="tx2">
                  <a:lumMod val="75000"/>
                </a:schemeClr>
              </a:buClr>
              <a:buNone/>
            </a:pPr>
            <a:r>
              <a:rPr lang="en-US" altLang="zh-CN" sz="1400" b="1" dirty="0">
                <a:solidFill>
                  <a:schemeClr val="tx1"/>
                </a:solidFill>
              </a:rPr>
              <a:t>   * @ </a:t>
            </a:r>
            <a:r>
              <a:rPr lang="zh-CN" altLang="en-US" sz="1400" b="1" dirty="0">
                <a:solidFill>
                  <a:schemeClr val="tx1"/>
                </a:solidFill>
              </a:rPr>
              <a:t>函数名  ： </a:t>
            </a:r>
            <a:r>
              <a:rPr lang="en-US" altLang="zh-CN" sz="1400" b="1" dirty="0">
                <a:solidFill>
                  <a:schemeClr val="tx1"/>
                </a:solidFill>
              </a:rPr>
              <a:t>Test2_Task</a:t>
            </a:r>
          </a:p>
          <a:p>
            <a:pPr marL="0" indent="456971">
              <a:lnSpc>
                <a:spcPct val="100000"/>
              </a:lnSpc>
              <a:spcBef>
                <a:spcPts val="0"/>
              </a:spcBef>
              <a:buClr>
                <a:schemeClr val="tx2">
                  <a:lumMod val="75000"/>
                </a:schemeClr>
              </a:buClr>
              <a:buNone/>
            </a:pPr>
            <a:r>
              <a:rPr lang="en-US" altLang="zh-CN" sz="1400" b="1" dirty="0">
                <a:solidFill>
                  <a:schemeClr val="tx1"/>
                </a:solidFill>
              </a:rPr>
              <a:t>   * @ </a:t>
            </a:r>
            <a:r>
              <a:rPr lang="zh-CN" altLang="en-US" sz="1400" b="1" dirty="0">
                <a:solidFill>
                  <a:schemeClr val="tx1"/>
                </a:solidFill>
              </a:rPr>
              <a:t>功能说明： </a:t>
            </a:r>
            <a:r>
              <a:rPr lang="en-US" altLang="zh-CN" sz="1400" b="1" dirty="0">
                <a:solidFill>
                  <a:schemeClr val="tx1"/>
                </a:solidFill>
              </a:rPr>
              <a:t>Test2_Task</a:t>
            </a:r>
            <a:r>
              <a:rPr lang="zh-CN" altLang="en-US" sz="1400" b="1" dirty="0">
                <a:solidFill>
                  <a:schemeClr val="tx1"/>
                </a:solidFill>
              </a:rPr>
              <a:t>任务实现</a:t>
            </a:r>
          </a:p>
          <a:p>
            <a:pPr marL="0" indent="456971">
              <a:lnSpc>
                <a:spcPct val="100000"/>
              </a:lnSpc>
              <a:spcBef>
                <a:spcPts val="0"/>
              </a:spcBef>
              <a:buClr>
                <a:schemeClr val="tx2">
                  <a:lumMod val="75000"/>
                </a:schemeClr>
              </a:buClr>
              <a:buNone/>
            </a:pPr>
            <a:r>
              <a:rPr lang="en-US" altLang="zh-CN" sz="1400" b="1" dirty="0">
                <a:solidFill>
                  <a:schemeClr val="tx1"/>
                </a:solidFill>
              </a:rPr>
              <a:t>   * @ </a:t>
            </a:r>
            <a:r>
              <a:rPr lang="zh-CN" altLang="en-US" sz="1400" b="1" dirty="0">
                <a:solidFill>
                  <a:schemeClr val="tx1"/>
                </a:solidFill>
              </a:rPr>
              <a:t>参数    ： </a:t>
            </a:r>
            <a:r>
              <a:rPr lang="en-US" altLang="zh-CN" sz="1400" b="1" dirty="0">
                <a:solidFill>
                  <a:schemeClr val="tx1"/>
                </a:solidFill>
              </a:rPr>
              <a:t>NULL</a:t>
            </a:r>
          </a:p>
          <a:p>
            <a:pPr marL="0" indent="456971">
              <a:lnSpc>
                <a:spcPct val="100000"/>
              </a:lnSpc>
              <a:spcBef>
                <a:spcPts val="0"/>
              </a:spcBef>
              <a:buClr>
                <a:schemeClr val="tx2">
                  <a:lumMod val="75000"/>
                </a:schemeClr>
              </a:buClr>
              <a:buNone/>
            </a:pPr>
            <a:r>
              <a:rPr lang="en-US" altLang="zh-CN" sz="1400" b="1" dirty="0">
                <a:solidFill>
                  <a:schemeClr val="tx1"/>
                </a:solidFill>
              </a:rPr>
              <a:t>   * @ </a:t>
            </a:r>
            <a:r>
              <a:rPr lang="zh-CN" altLang="en-US" sz="1400" b="1" dirty="0">
                <a:solidFill>
                  <a:schemeClr val="tx1"/>
                </a:solidFill>
              </a:rPr>
              <a:t>返回值  ： </a:t>
            </a:r>
            <a:r>
              <a:rPr lang="en-US" altLang="zh-CN" sz="1400" b="1" dirty="0">
                <a:solidFill>
                  <a:schemeClr val="tx1"/>
                </a:solidFill>
              </a:rPr>
              <a:t>NULL</a:t>
            </a:r>
          </a:p>
          <a:p>
            <a:pPr marL="0" indent="456971">
              <a:lnSpc>
                <a:spcPct val="100000"/>
              </a:lnSpc>
              <a:spcBef>
                <a:spcPts val="0"/>
              </a:spcBef>
              <a:buClr>
                <a:schemeClr val="tx2">
                  <a:lumMod val="75000"/>
                </a:schemeClr>
              </a:buClr>
              <a:buNone/>
            </a:pPr>
            <a:r>
              <a:rPr lang="en-US" altLang="zh-CN" sz="1400" b="1" dirty="0" smtClean="0">
                <a:solidFill>
                  <a:schemeClr val="tx1"/>
                </a:solidFill>
              </a:rPr>
              <a:t>*********************************************/</a:t>
            </a:r>
            <a:endParaRPr lang="en-US" altLang="zh-CN" sz="1400" b="1" dirty="0">
              <a:solidFill>
                <a:schemeClr val="tx1"/>
              </a:solidFill>
            </a:endParaRPr>
          </a:p>
          <a:p>
            <a:pPr marL="0" indent="456971">
              <a:lnSpc>
                <a:spcPct val="100000"/>
              </a:lnSpc>
              <a:spcBef>
                <a:spcPts val="0"/>
              </a:spcBef>
              <a:buClr>
                <a:schemeClr val="tx2">
                  <a:lumMod val="75000"/>
                </a:schemeClr>
              </a:buClr>
              <a:buNone/>
            </a:pPr>
            <a:r>
              <a:rPr lang="en-US" altLang="zh-CN" sz="1400" b="1" dirty="0">
                <a:solidFill>
                  <a:schemeClr val="tx1"/>
                </a:solidFill>
              </a:rPr>
              <a:t> static void Test2_Task(void)</a:t>
            </a:r>
          </a:p>
          <a:p>
            <a:pPr marL="0" indent="456971">
              <a:lnSpc>
                <a:spcPct val="100000"/>
              </a:lnSpc>
              <a:spcBef>
                <a:spcPts val="0"/>
              </a:spcBef>
              <a:buClr>
                <a:schemeClr val="tx2">
                  <a:lumMod val="75000"/>
                </a:schemeClr>
              </a:buClr>
              <a:buNone/>
            </a:pPr>
            <a:r>
              <a:rPr lang="en-US" altLang="zh-CN" sz="1400" b="1" dirty="0">
                <a:solidFill>
                  <a:schemeClr val="tx1"/>
                </a:solidFill>
              </a:rPr>
              <a:t> {</a:t>
            </a:r>
          </a:p>
          <a:p>
            <a:pPr marL="0" indent="456971">
              <a:lnSpc>
                <a:spcPct val="100000"/>
              </a:lnSpc>
              <a:spcBef>
                <a:spcPts val="0"/>
              </a:spcBef>
              <a:buClr>
                <a:schemeClr val="tx2">
                  <a:lumMod val="75000"/>
                </a:schemeClr>
              </a:buClr>
              <a:buNone/>
            </a:pPr>
            <a:r>
              <a:rPr lang="en-US" altLang="zh-CN" sz="1400" b="1" dirty="0">
                <a:solidFill>
                  <a:schemeClr val="tx1"/>
                </a:solidFill>
              </a:rPr>
              <a:t>      /* </a:t>
            </a:r>
            <a:r>
              <a:rPr lang="zh-CN" altLang="en-US" sz="1400" b="1" dirty="0">
                <a:solidFill>
                  <a:schemeClr val="tx1"/>
                </a:solidFill>
              </a:rPr>
              <a:t>每个任务都是一个无限循环，不能返回 *</a:t>
            </a:r>
            <a:r>
              <a:rPr lang="en-US" altLang="zh-CN" sz="1400" b="1" dirty="0">
                <a:solidFill>
                  <a:schemeClr val="tx1"/>
                </a:solidFill>
              </a:rPr>
              <a:t>/</a:t>
            </a:r>
          </a:p>
          <a:p>
            <a:pPr marL="0" indent="456971">
              <a:lnSpc>
                <a:spcPct val="100000"/>
              </a:lnSpc>
              <a:spcBef>
                <a:spcPts val="0"/>
              </a:spcBef>
              <a:buClr>
                <a:schemeClr val="tx2">
                  <a:lumMod val="75000"/>
                </a:schemeClr>
              </a:buClr>
              <a:buNone/>
            </a:pPr>
            <a:r>
              <a:rPr lang="en-US" altLang="zh-CN" sz="1400" b="1" dirty="0">
                <a:solidFill>
                  <a:schemeClr val="tx1"/>
                </a:solidFill>
              </a:rPr>
              <a:t>      while (1) {</a:t>
            </a:r>
          </a:p>
          <a:p>
            <a:pPr marL="0" indent="456971">
              <a:lnSpc>
                <a:spcPct val="100000"/>
              </a:lnSpc>
              <a:spcBef>
                <a:spcPts val="0"/>
              </a:spcBef>
              <a:buClr>
                <a:schemeClr val="tx2">
                  <a:lumMod val="75000"/>
                </a:schemeClr>
              </a:buClr>
              <a:buNone/>
            </a:pPr>
            <a:r>
              <a:rPr lang="en-US" altLang="zh-CN" sz="1400" b="1" dirty="0" smtClean="0">
                <a:solidFill>
                  <a:schemeClr val="tx1"/>
                </a:solidFill>
              </a:rPr>
              <a:t>LED1_TOGGLE</a:t>
            </a:r>
            <a:r>
              <a:rPr lang="en-US" altLang="zh-CN" sz="1400" b="1" dirty="0">
                <a:solidFill>
                  <a:schemeClr val="tx1"/>
                </a:solidFill>
              </a:rPr>
              <a:t>;</a:t>
            </a:r>
          </a:p>
          <a:p>
            <a:pPr marL="0" indent="456971">
              <a:lnSpc>
                <a:spcPct val="100000"/>
              </a:lnSpc>
              <a:spcBef>
                <a:spcPts val="0"/>
              </a:spcBef>
              <a:buClr>
                <a:schemeClr val="tx2">
                  <a:lumMod val="75000"/>
                </a:schemeClr>
              </a:buClr>
              <a:buNone/>
            </a:pPr>
            <a:r>
              <a:rPr lang="en-US" altLang="zh-CN" sz="1400" b="1" dirty="0" err="1" smtClean="0">
                <a:solidFill>
                  <a:schemeClr val="tx1"/>
                </a:solidFill>
              </a:rPr>
              <a:t>printf</a:t>
            </a:r>
            <a:r>
              <a:rPr lang="en-US" altLang="zh-CN" sz="1400" b="1" dirty="0">
                <a:solidFill>
                  <a:schemeClr val="tx1"/>
                </a:solidFill>
              </a:rPr>
              <a:t>("</a:t>
            </a:r>
            <a:r>
              <a:rPr lang="zh-CN" altLang="en-US" sz="1400" b="1" dirty="0">
                <a:solidFill>
                  <a:schemeClr val="tx1"/>
                </a:solidFill>
              </a:rPr>
              <a:t>任务</a:t>
            </a:r>
            <a:r>
              <a:rPr lang="en-US" altLang="zh-CN" sz="1400" b="1" dirty="0">
                <a:solidFill>
                  <a:schemeClr val="tx1"/>
                </a:solidFill>
              </a:rPr>
              <a:t>2</a:t>
            </a:r>
            <a:r>
              <a:rPr lang="zh-CN" altLang="en-US" sz="1400" b="1" dirty="0">
                <a:solidFill>
                  <a:schemeClr val="tx1"/>
                </a:solidFill>
              </a:rPr>
              <a:t>运行中</a:t>
            </a:r>
            <a:r>
              <a:rPr lang="en-US" altLang="zh-CN" sz="1400" b="1" dirty="0">
                <a:solidFill>
                  <a:schemeClr val="tx1"/>
                </a:solidFill>
              </a:rPr>
              <a:t>,</a:t>
            </a:r>
            <a:r>
              <a:rPr lang="zh-CN" altLang="en-US" sz="1400" b="1" dirty="0">
                <a:solidFill>
                  <a:schemeClr val="tx1"/>
                </a:solidFill>
              </a:rPr>
              <a:t>每</a:t>
            </a:r>
            <a:r>
              <a:rPr lang="en-US" altLang="zh-CN" sz="1400" b="1" dirty="0">
                <a:solidFill>
                  <a:schemeClr val="tx1"/>
                </a:solidFill>
              </a:rPr>
              <a:t>500ticks</a:t>
            </a:r>
            <a:r>
              <a:rPr lang="zh-CN" altLang="en-US" sz="1400" b="1" dirty="0">
                <a:solidFill>
                  <a:schemeClr val="tx1"/>
                </a:solidFill>
              </a:rPr>
              <a:t>打印一次信息</a:t>
            </a:r>
            <a:r>
              <a:rPr lang="en-US" altLang="zh-CN" sz="1400" b="1" dirty="0">
                <a:solidFill>
                  <a:schemeClr val="tx1"/>
                </a:solidFill>
              </a:rPr>
              <a:t>\n");</a:t>
            </a:r>
          </a:p>
          <a:p>
            <a:pPr marL="0" indent="456971">
              <a:lnSpc>
                <a:spcPct val="100000"/>
              </a:lnSpc>
              <a:spcBef>
                <a:spcPts val="0"/>
              </a:spcBef>
              <a:buClr>
                <a:schemeClr val="tx2">
                  <a:lumMod val="75000"/>
                </a:schemeClr>
              </a:buClr>
              <a:buNone/>
            </a:pPr>
            <a:r>
              <a:rPr lang="en-US" altLang="zh-CN" sz="1400" b="1" dirty="0" err="1" smtClean="0">
                <a:solidFill>
                  <a:schemeClr val="tx1"/>
                </a:solidFill>
              </a:rPr>
              <a:t>LOS_TaskDelay</a:t>
            </a:r>
            <a:r>
              <a:rPr lang="en-US" altLang="zh-CN" sz="1400" b="1" dirty="0" smtClean="0">
                <a:solidFill>
                  <a:schemeClr val="tx1"/>
                </a:solidFill>
              </a:rPr>
              <a:t>(500);    </a:t>
            </a:r>
            <a:r>
              <a:rPr lang="en-US" altLang="zh-CN" sz="1400" b="1" dirty="0">
                <a:solidFill>
                  <a:schemeClr val="tx1"/>
                </a:solidFill>
              </a:rPr>
              <a:t>}</a:t>
            </a:r>
          </a:p>
          <a:p>
            <a:pPr marL="0" indent="456971">
              <a:lnSpc>
                <a:spcPct val="100000"/>
              </a:lnSpc>
              <a:spcBef>
                <a:spcPts val="0"/>
              </a:spcBef>
              <a:buClr>
                <a:schemeClr val="tx2">
                  <a:lumMod val="75000"/>
                </a:schemeClr>
              </a:buClr>
              <a:buNone/>
            </a:pPr>
            <a:r>
              <a:rPr lang="en-US" altLang="zh-CN" sz="1400" b="1" dirty="0">
                <a:solidFill>
                  <a:schemeClr val="tx1"/>
                </a:solidFill>
              </a:rPr>
              <a:t> }</a:t>
            </a:r>
          </a:p>
        </p:txBody>
      </p:sp>
      <p:sp>
        <p:nvSpPr>
          <p:cNvPr id="15" name="矩形 14">
            <a:extLst>
              <a:ext uri="{FF2B5EF4-FFF2-40B4-BE49-F238E27FC236}">
                <a16:creationId xmlns:a16="http://schemas.microsoft.com/office/drawing/2014/main" id="{ADFA951A-978E-4E8D-A85A-85B6177AC588}"/>
              </a:ext>
            </a:extLst>
          </p:cNvPr>
          <p:cNvSpPr/>
          <p:nvPr/>
        </p:nvSpPr>
        <p:spPr>
          <a:xfrm>
            <a:off x="0" y="-21316"/>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smtClean="0">
                <a:cs typeface="+mn-ea"/>
                <a:sym typeface="+mn-lt"/>
              </a:rPr>
              <a:t>3.4</a:t>
            </a:r>
            <a:r>
              <a:rPr lang="zh-CN" altLang="en-US" sz="2800" b="1" dirty="0" smtClean="0">
                <a:cs typeface="+mn-ea"/>
                <a:sym typeface="+mn-lt"/>
              </a:rPr>
              <a:t>创建多任务</a:t>
            </a:r>
            <a:endParaRPr lang="zh-CN" altLang="en-US" sz="2800" b="1" dirty="0">
              <a:solidFill>
                <a:schemeClr val="bg1"/>
              </a:solidFill>
              <a:cs typeface="+mn-ea"/>
              <a:sym typeface="+mn-lt"/>
            </a:endParaRPr>
          </a:p>
        </p:txBody>
      </p:sp>
      <p:sp>
        <p:nvSpPr>
          <p:cNvPr id="16"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Tree>
    <p:extLst>
      <p:ext uri="{BB962C8B-B14F-4D97-AF65-F5344CB8AC3E}">
        <p14:creationId xmlns:p14="http://schemas.microsoft.com/office/powerpoint/2010/main" val="420937143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1050" y="1220350"/>
            <a:ext cx="12193050" cy="533155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3" name="内容占位符 2"/>
          <p:cNvSpPr>
            <a:spLocks noGrp="1"/>
          </p:cNvSpPr>
          <p:nvPr>
            <p:ph idx="1"/>
          </p:nvPr>
        </p:nvSpPr>
        <p:spPr>
          <a:xfrm>
            <a:off x="209550" y="1372343"/>
            <a:ext cx="7143097" cy="5026910"/>
          </a:xfrm>
        </p:spPr>
        <p:txBody>
          <a:bodyPr vert="horz" lIns="91440" tIns="45720" rIns="91440" bIns="45720" rtlCol="0">
            <a:noAutofit/>
          </a:bodyPr>
          <a:lstStyle/>
          <a:p>
            <a:pPr marL="0" indent="456971">
              <a:lnSpc>
                <a:spcPct val="125000"/>
              </a:lnSpc>
              <a:spcBef>
                <a:spcPts val="0"/>
              </a:spcBef>
              <a:buClr>
                <a:schemeClr val="tx2">
                  <a:lumMod val="75000"/>
                </a:schemeClr>
              </a:buClr>
              <a:buNone/>
            </a:pPr>
            <a:r>
              <a:rPr lang="en-US" altLang="zh-CN" sz="1400" b="1" dirty="0">
                <a:solidFill>
                  <a:schemeClr val="tx1"/>
                </a:solidFill>
              </a:rPr>
              <a:t> /*******************************************************************</a:t>
            </a:r>
          </a:p>
          <a:p>
            <a:pPr marL="0" indent="456971">
              <a:lnSpc>
                <a:spcPct val="125000"/>
              </a:lnSpc>
              <a:spcBef>
                <a:spcPts val="0"/>
              </a:spcBef>
              <a:buClr>
                <a:schemeClr val="tx2">
                  <a:lumMod val="75000"/>
                </a:schemeClr>
              </a:buClr>
              <a:buNone/>
            </a:pPr>
            <a:r>
              <a:rPr lang="en-US" altLang="zh-CN" sz="1400" b="1" dirty="0">
                <a:solidFill>
                  <a:schemeClr val="tx1"/>
                </a:solidFill>
              </a:rPr>
              <a:t>   * @ </a:t>
            </a:r>
            <a:r>
              <a:rPr lang="zh-CN" altLang="en-US" sz="1400" b="1" dirty="0">
                <a:solidFill>
                  <a:schemeClr val="tx1"/>
                </a:solidFill>
              </a:rPr>
              <a:t>函数名  ： </a:t>
            </a:r>
            <a:r>
              <a:rPr lang="en-US" altLang="zh-CN" sz="1400" b="1" dirty="0" err="1">
                <a:solidFill>
                  <a:schemeClr val="tx1"/>
                </a:solidFill>
              </a:rPr>
              <a:t>BSP_Init</a:t>
            </a:r>
            <a:endParaRPr lang="en-US" altLang="zh-CN" sz="1400" b="1" dirty="0">
              <a:solidFill>
                <a:schemeClr val="tx1"/>
              </a:solidFill>
            </a:endParaRPr>
          </a:p>
          <a:p>
            <a:pPr marL="0" indent="456971">
              <a:lnSpc>
                <a:spcPct val="125000"/>
              </a:lnSpc>
              <a:spcBef>
                <a:spcPts val="0"/>
              </a:spcBef>
              <a:buClr>
                <a:schemeClr val="tx2">
                  <a:lumMod val="75000"/>
                </a:schemeClr>
              </a:buClr>
              <a:buNone/>
            </a:pPr>
            <a:r>
              <a:rPr lang="en-US" altLang="zh-CN" sz="1400" b="1" dirty="0">
                <a:solidFill>
                  <a:schemeClr val="tx1"/>
                </a:solidFill>
              </a:rPr>
              <a:t>   * @ </a:t>
            </a:r>
            <a:r>
              <a:rPr lang="zh-CN" altLang="en-US" sz="1400" b="1" dirty="0">
                <a:solidFill>
                  <a:schemeClr val="tx1"/>
                </a:solidFill>
              </a:rPr>
              <a:t>功能说明： 板级外设初始化，所有开发板的初始化均可放在这个函数中</a:t>
            </a:r>
          </a:p>
          <a:p>
            <a:pPr marL="0" indent="456971">
              <a:lnSpc>
                <a:spcPct val="125000"/>
              </a:lnSpc>
              <a:spcBef>
                <a:spcPts val="0"/>
              </a:spcBef>
              <a:buClr>
                <a:schemeClr val="tx2">
                  <a:lumMod val="75000"/>
                </a:schemeClr>
              </a:buClr>
              <a:buNone/>
            </a:pPr>
            <a:r>
              <a:rPr lang="en-US" altLang="zh-CN" sz="1400" b="1" dirty="0">
                <a:solidFill>
                  <a:schemeClr val="tx1"/>
                </a:solidFill>
              </a:rPr>
              <a:t>   * @ </a:t>
            </a:r>
            <a:r>
              <a:rPr lang="zh-CN" altLang="en-US" sz="1400" b="1" dirty="0">
                <a:solidFill>
                  <a:schemeClr val="tx1"/>
                </a:solidFill>
              </a:rPr>
              <a:t>参数    ：</a:t>
            </a:r>
          </a:p>
          <a:p>
            <a:pPr marL="0" indent="456971">
              <a:lnSpc>
                <a:spcPct val="125000"/>
              </a:lnSpc>
              <a:spcBef>
                <a:spcPts val="0"/>
              </a:spcBef>
              <a:buClr>
                <a:schemeClr val="tx2">
                  <a:lumMod val="75000"/>
                </a:schemeClr>
              </a:buClr>
              <a:buNone/>
            </a:pPr>
            <a:r>
              <a:rPr lang="en-US" altLang="zh-CN" sz="1400" b="1" dirty="0">
                <a:solidFill>
                  <a:schemeClr val="tx1"/>
                </a:solidFill>
              </a:rPr>
              <a:t>   * @ </a:t>
            </a:r>
            <a:r>
              <a:rPr lang="zh-CN" altLang="en-US" sz="1400" b="1" dirty="0">
                <a:solidFill>
                  <a:schemeClr val="tx1"/>
                </a:solidFill>
              </a:rPr>
              <a:t>返回值  ： 无</a:t>
            </a:r>
          </a:p>
          <a:p>
            <a:pPr marL="0" indent="456971">
              <a:lnSpc>
                <a:spcPct val="125000"/>
              </a:lnSpc>
              <a:spcBef>
                <a:spcPts val="0"/>
              </a:spcBef>
              <a:buClr>
                <a:schemeClr val="tx2">
                  <a:lumMod val="75000"/>
                </a:schemeClr>
              </a:buClr>
              <a:buNone/>
            </a:pPr>
            <a:r>
              <a:rPr lang="en-US" altLang="zh-CN" sz="1400" b="1" dirty="0">
                <a:solidFill>
                  <a:schemeClr val="tx1"/>
                </a:solidFill>
              </a:rPr>
              <a:t>   ******************************************************************/</a:t>
            </a:r>
          </a:p>
          <a:p>
            <a:pPr marL="0" indent="456971">
              <a:lnSpc>
                <a:spcPct val="125000"/>
              </a:lnSpc>
              <a:spcBef>
                <a:spcPts val="0"/>
              </a:spcBef>
              <a:buClr>
                <a:schemeClr val="tx2">
                  <a:lumMod val="75000"/>
                </a:schemeClr>
              </a:buClr>
              <a:buNone/>
            </a:pPr>
            <a:r>
              <a:rPr lang="en-US" altLang="zh-CN" sz="1400" b="1" dirty="0">
                <a:solidFill>
                  <a:schemeClr val="tx1"/>
                </a:solidFill>
              </a:rPr>
              <a:t> static void </a:t>
            </a:r>
            <a:r>
              <a:rPr lang="en-US" altLang="zh-CN" sz="1400" b="1" dirty="0" err="1">
                <a:solidFill>
                  <a:schemeClr val="tx1"/>
                </a:solidFill>
              </a:rPr>
              <a:t>BSP_Init</a:t>
            </a:r>
            <a:r>
              <a:rPr lang="en-US" altLang="zh-CN" sz="1400" b="1" dirty="0">
                <a:solidFill>
                  <a:schemeClr val="tx1"/>
                </a:solidFill>
              </a:rPr>
              <a:t>(void)</a:t>
            </a:r>
          </a:p>
          <a:p>
            <a:pPr marL="0" indent="456971">
              <a:lnSpc>
                <a:spcPct val="125000"/>
              </a:lnSpc>
              <a:spcBef>
                <a:spcPts val="0"/>
              </a:spcBef>
              <a:buClr>
                <a:schemeClr val="tx2">
                  <a:lumMod val="75000"/>
                </a:schemeClr>
              </a:buClr>
              <a:buNone/>
            </a:pPr>
            <a:r>
              <a:rPr lang="en-US" altLang="zh-CN" sz="1400" b="1" dirty="0">
                <a:solidFill>
                  <a:schemeClr val="tx1"/>
                </a:solidFill>
              </a:rPr>
              <a:t> {</a:t>
            </a:r>
          </a:p>
          <a:p>
            <a:pPr marL="0" indent="456971">
              <a:lnSpc>
                <a:spcPct val="125000"/>
              </a:lnSpc>
              <a:spcBef>
                <a:spcPts val="0"/>
              </a:spcBef>
              <a:buClr>
                <a:schemeClr val="tx2">
                  <a:lumMod val="75000"/>
                </a:schemeClr>
              </a:buClr>
              <a:buNone/>
            </a:pPr>
            <a:r>
              <a:rPr lang="en-US" altLang="zh-CN" sz="1400" b="1" dirty="0">
                <a:solidFill>
                  <a:schemeClr val="tx1"/>
                </a:solidFill>
              </a:rPr>
              <a:t>      /*</a:t>
            </a:r>
          </a:p>
          <a:p>
            <a:pPr marL="0" indent="456971">
              <a:lnSpc>
                <a:spcPct val="125000"/>
              </a:lnSpc>
              <a:spcBef>
                <a:spcPts val="0"/>
              </a:spcBef>
              <a:buClr>
                <a:schemeClr val="tx2">
                  <a:lumMod val="75000"/>
                </a:schemeClr>
              </a:buClr>
              <a:buNone/>
            </a:pPr>
            <a:r>
              <a:rPr lang="en-US" altLang="zh-CN" sz="1400" b="1" dirty="0">
                <a:solidFill>
                  <a:schemeClr val="tx1"/>
                </a:solidFill>
              </a:rPr>
              <a:t>       * STM32</a:t>
            </a:r>
            <a:r>
              <a:rPr lang="zh-CN" altLang="en-US" sz="1400" b="1" dirty="0">
                <a:solidFill>
                  <a:schemeClr val="tx1"/>
                </a:solidFill>
              </a:rPr>
              <a:t>中断优先级分组为</a:t>
            </a:r>
            <a:r>
              <a:rPr lang="en-US" altLang="zh-CN" sz="1400" b="1" dirty="0">
                <a:solidFill>
                  <a:schemeClr val="tx1"/>
                </a:solidFill>
              </a:rPr>
              <a:t>4</a:t>
            </a:r>
            <a:r>
              <a:rPr lang="zh-CN" altLang="en-US" sz="1400" b="1" dirty="0">
                <a:solidFill>
                  <a:schemeClr val="tx1"/>
                </a:solidFill>
              </a:rPr>
              <a:t>，即</a:t>
            </a:r>
            <a:r>
              <a:rPr lang="en-US" altLang="zh-CN" sz="1400" b="1" dirty="0">
                <a:solidFill>
                  <a:schemeClr val="tx1"/>
                </a:solidFill>
              </a:rPr>
              <a:t>4bit</a:t>
            </a:r>
            <a:r>
              <a:rPr lang="zh-CN" altLang="en-US" sz="1400" b="1" dirty="0">
                <a:solidFill>
                  <a:schemeClr val="tx1"/>
                </a:solidFill>
              </a:rPr>
              <a:t>都用来表示抢占优先级，范围为</a:t>
            </a:r>
            <a:r>
              <a:rPr lang="en-US" altLang="zh-CN" sz="1400" b="1" dirty="0">
                <a:solidFill>
                  <a:schemeClr val="tx1"/>
                </a:solidFill>
              </a:rPr>
              <a:t>0</a:t>
            </a:r>
            <a:r>
              <a:rPr lang="zh-CN" altLang="en-US" sz="1400" b="1" dirty="0">
                <a:solidFill>
                  <a:schemeClr val="tx1"/>
                </a:solidFill>
              </a:rPr>
              <a:t>～</a:t>
            </a:r>
            <a:r>
              <a:rPr lang="en-US" altLang="zh-CN" sz="1400" b="1" dirty="0">
                <a:solidFill>
                  <a:schemeClr val="tx1"/>
                </a:solidFill>
              </a:rPr>
              <a:t>15</a:t>
            </a:r>
          </a:p>
          <a:p>
            <a:pPr marL="0" indent="456971">
              <a:lnSpc>
                <a:spcPct val="125000"/>
              </a:lnSpc>
              <a:spcBef>
                <a:spcPts val="0"/>
              </a:spcBef>
              <a:buClr>
                <a:schemeClr val="tx2">
                  <a:lumMod val="75000"/>
                </a:schemeClr>
              </a:buClr>
              <a:buNone/>
            </a:pPr>
            <a:r>
              <a:rPr lang="en-US" altLang="zh-CN" sz="1400" b="1" dirty="0">
                <a:solidFill>
                  <a:schemeClr val="tx1"/>
                </a:solidFill>
              </a:rPr>
              <a:t>       * </a:t>
            </a:r>
            <a:r>
              <a:rPr lang="zh-CN" altLang="en-US" sz="1400" b="1" dirty="0">
                <a:solidFill>
                  <a:schemeClr val="tx1"/>
                </a:solidFill>
              </a:rPr>
              <a:t>优先级分组只需要分组一次，以后如果有其他任务需要用到中断，</a:t>
            </a:r>
          </a:p>
          <a:p>
            <a:pPr marL="0" indent="456971">
              <a:lnSpc>
                <a:spcPct val="125000"/>
              </a:lnSpc>
              <a:spcBef>
                <a:spcPts val="0"/>
              </a:spcBef>
              <a:buClr>
                <a:schemeClr val="tx2">
                  <a:lumMod val="75000"/>
                </a:schemeClr>
              </a:buClr>
              <a:buNone/>
            </a:pPr>
            <a:r>
              <a:rPr lang="en-US" altLang="zh-CN" sz="1400" b="1" dirty="0">
                <a:solidFill>
                  <a:schemeClr val="tx1"/>
                </a:solidFill>
              </a:rPr>
              <a:t>       * </a:t>
            </a:r>
            <a:r>
              <a:rPr lang="zh-CN" altLang="en-US" sz="1400" b="1" dirty="0">
                <a:solidFill>
                  <a:schemeClr val="tx1"/>
                </a:solidFill>
              </a:rPr>
              <a:t>则统一使用这个优先级分组，不要再分组，切记</a:t>
            </a:r>
          </a:p>
          <a:p>
            <a:pPr marL="0" indent="456971">
              <a:lnSpc>
                <a:spcPct val="125000"/>
              </a:lnSpc>
              <a:spcBef>
                <a:spcPts val="0"/>
              </a:spcBef>
              <a:buClr>
                <a:schemeClr val="tx2">
                  <a:lumMod val="75000"/>
                </a:schemeClr>
              </a:buClr>
              <a:buNone/>
            </a:pPr>
            <a:r>
              <a:rPr lang="en-US" altLang="zh-CN" sz="1400" b="1" dirty="0">
                <a:solidFill>
                  <a:schemeClr val="tx1"/>
                </a:solidFill>
              </a:rPr>
              <a:t>       */</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en-US" altLang="zh-CN" sz="1400" b="1" dirty="0" err="1">
                <a:solidFill>
                  <a:schemeClr val="tx1"/>
                </a:solidFill>
              </a:rPr>
              <a:t>NVIC_PriorityGroupConfig</a:t>
            </a:r>
            <a:r>
              <a:rPr lang="en-US" altLang="zh-CN" sz="1400" b="1" dirty="0">
                <a:solidFill>
                  <a:schemeClr val="tx1"/>
                </a:solidFill>
              </a:rPr>
              <a:t>( NVIC_PriorityGroup_4 );</a:t>
            </a:r>
          </a:p>
          <a:p>
            <a:pPr marL="0" indent="456971">
              <a:lnSpc>
                <a:spcPct val="125000"/>
              </a:lnSpc>
              <a:spcBef>
                <a:spcPts val="0"/>
              </a:spcBef>
              <a:buClr>
                <a:schemeClr val="tx2">
                  <a:lumMod val="75000"/>
                </a:schemeClr>
              </a:buClr>
              <a:buNone/>
            </a:pPr>
            <a:r>
              <a:rPr lang="en-US" altLang="zh-CN" sz="1400" b="1" dirty="0">
                <a:solidFill>
                  <a:schemeClr val="tx1"/>
                </a:solidFill>
              </a:rPr>
              <a:t>      /* LED </a:t>
            </a:r>
            <a:r>
              <a:rPr lang="zh-CN" altLang="en-US" sz="1400" b="1" dirty="0">
                <a:solidFill>
                  <a:schemeClr val="tx1"/>
                </a:solidFill>
              </a:rPr>
              <a:t>初始化 *</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en-US" altLang="zh-CN" sz="1400" b="1" dirty="0" err="1">
                <a:solidFill>
                  <a:schemeClr val="tx1"/>
                </a:solidFill>
              </a:rPr>
              <a:t>LED_GPIO_Config</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      /* </a:t>
            </a:r>
            <a:r>
              <a:rPr lang="zh-CN" altLang="en-US" sz="1400" b="1" dirty="0">
                <a:solidFill>
                  <a:schemeClr val="tx1"/>
                </a:solidFill>
              </a:rPr>
              <a:t>串口初始化	*</a:t>
            </a:r>
            <a:r>
              <a:rPr lang="en-US" altLang="zh-CN" sz="1400" b="1" dirty="0">
                <a:solidFill>
                  <a:schemeClr val="tx1"/>
                </a:solidFill>
              </a:rPr>
              <a:t>/</a:t>
            </a:r>
          </a:p>
          <a:p>
            <a:pPr marL="0" indent="456971">
              <a:lnSpc>
                <a:spcPct val="125000"/>
              </a:lnSpc>
              <a:spcBef>
                <a:spcPts val="0"/>
              </a:spcBef>
              <a:buClr>
                <a:schemeClr val="tx2">
                  <a:lumMod val="75000"/>
                </a:schemeClr>
              </a:buClr>
              <a:buNone/>
            </a:pPr>
            <a:r>
              <a:rPr lang="en-US" altLang="zh-CN" sz="1400" b="1" dirty="0">
                <a:solidFill>
                  <a:schemeClr val="tx1"/>
                </a:solidFill>
              </a:rPr>
              <a:t>      </a:t>
            </a:r>
            <a:r>
              <a:rPr lang="en-US" altLang="zh-CN" sz="1400" b="1" dirty="0" err="1">
                <a:solidFill>
                  <a:schemeClr val="tx1"/>
                </a:solidFill>
              </a:rPr>
              <a:t>USART_Config</a:t>
            </a:r>
            <a:r>
              <a:rPr lang="en-US" altLang="zh-CN" sz="1400" b="1" dirty="0">
                <a:solidFill>
                  <a:schemeClr val="tx1"/>
                </a:solidFill>
              </a:rPr>
              <a:t>(); 200 }</a:t>
            </a:r>
          </a:p>
          <a:p>
            <a:pPr marL="0" indent="456971">
              <a:lnSpc>
                <a:spcPct val="125000"/>
              </a:lnSpc>
              <a:spcBef>
                <a:spcPts val="0"/>
              </a:spcBef>
              <a:buClr>
                <a:schemeClr val="tx2">
                  <a:lumMod val="75000"/>
                </a:schemeClr>
              </a:buClr>
              <a:buNone/>
            </a:pPr>
            <a:r>
              <a:rPr lang="en-US" altLang="zh-CN" sz="1400" b="1" dirty="0">
                <a:solidFill>
                  <a:schemeClr val="tx1"/>
                </a:solidFill>
              </a:rPr>
              <a:t> /************************END OF FILE**********************/</a:t>
            </a:r>
          </a:p>
        </p:txBody>
      </p:sp>
      <p:sp>
        <p:nvSpPr>
          <p:cNvPr id="10" name="矩形 9"/>
          <p:cNvSpPr/>
          <p:nvPr/>
        </p:nvSpPr>
        <p:spPr>
          <a:xfrm>
            <a:off x="-4224" y="1144190"/>
            <a:ext cx="12192000" cy="151993"/>
          </a:xfrm>
          <a:prstGeom prst="rect">
            <a:avLst/>
          </a:prstGeom>
          <a:solidFill>
            <a:srgbClr val="3A41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5" name="矩形 14"/>
          <p:cNvSpPr/>
          <p:nvPr/>
        </p:nvSpPr>
        <p:spPr>
          <a:xfrm>
            <a:off x="7352647" y="3811485"/>
            <a:ext cx="4670117" cy="2482972"/>
          </a:xfrm>
          <a:prstGeom prst="rect">
            <a:avLst/>
          </a:prstGeom>
          <a:solidFill>
            <a:srgbClr val="E6A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b="1" dirty="0"/>
          </a:p>
        </p:txBody>
      </p:sp>
      <p:sp>
        <p:nvSpPr>
          <p:cNvPr id="16" name="内容占位符 2"/>
          <p:cNvSpPr txBox="1">
            <a:spLocks/>
          </p:cNvSpPr>
          <p:nvPr/>
        </p:nvSpPr>
        <p:spPr>
          <a:xfrm>
            <a:off x="7429501" y="3885962"/>
            <a:ext cx="4524374" cy="2331300"/>
          </a:xfrm>
          <a:prstGeom prst="rect">
            <a:avLst/>
          </a:prstGeom>
          <a:solidFill>
            <a:srgbClr val="2B6C95"/>
          </a:solidFill>
        </p:spPr>
        <p:txBody>
          <a:bodyPr vert="horz" lIns="121854" tIns="60926" rIns="121854" bIns="60926" rtlCol="0">
            <a:normAutofit/>
          </a:bodyPr>
          <a:lstStyle>
            <a:lvl1pPr marL="457360" indent="-457360" algn="l" defTabSz="1219627" rtl="0" eaLnBrk="1" latinLnBrk="0" hangingPunct="1">
              <a:lnSpc>
                <a:spcPct val="120000"/>
              </a:lnSpc>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buNone/>
            </a:pPr>
            <a:r>
              <a:rPr lang="zh-CN" altLang="en-US" sz="1800" b="1" dirty="0">
                <a:solidFill>
                  <a:schemeClr val="bg1"/>
                </a:solidFill>
              </a:rPr>
              <a:t>本例程只创建了两个任务，如果想要创建</a:t>
            </a:r>
            <a:r>
              <a:rPr lang="en-US" altLang="zh-CN" sz="1800" b="1" dirty="0">
                <a:solidFill>
                  <a:schemeClr val="bg1"/>
                </a:solidFill>
              </a:rPr>
              <a:t>3</a:t>
            </a:r>
            <a:r>
              <a:rPr lang="zh-CN" altLang="en-US" sz="1800" b="1" dirty="0">
                <a:solidFill>
                  <a:schemeClr val="bg1"/>
                </a:solidFill>
              </a:rPr>
              <a:t>个、</a:t>
            </a:r>
            <a:r>
              <a:rPr lang="en-US" altLang="zh-CN" sz="1800" b="1" dirty="0">
                <a:solidFill>
                  <a:schemeClr val="bg1"/>
                </a:solidFill>
              </a:rPr>
              <a:t>4</a:t>
            </a:r>
            <a:r>
              <a:rPr lang="zh-CN" altLang="en-US" sz="1800" b="1" dirty="0">
                <a:solidFill>
                  <a:schemeClr val="bg1"/>
                </a:solidFill>
              </a:rPr>
              <a:t>个甚至更多个任务，其过程也是一样的，容易忽略的地方是任务栈的大小、优先级等，读者可以根据创建任务的重要性与复杂度等配置不同的任务栈空间及任务优先级。</a:t>
            </a:r>
          </a:p>
        </p:txBody>
      </p:sp>
      <p:sp>
        <p:nvSpPr>
          <p:cNvPr id="12" name="矩形 11">
            <a:extLst>
              <a:ext uri="{FF2B5EF4-FFF2-40B4-BE49-F238E27FC236}">
                <a16:creationId xmlns:a16="http://schemas.microsoft.com/office/drawing/2014/main" id="{ADFA951A-978E-4E8D-A85A-85B6177AC588}"/>
              </a:ext>
            </a:extLst>
          </p:cNvPr>
          <p:cNvSpPr/>
          <p:nvPr/>
        </p:nvSpPr>
        <p:spPr>
          <a:xfrm>
            <a:off x="0" y="-21316"/>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smtClean="0">
                <a:cs typeface="+mn-ea"/>
                <a:sym typeface="+mn-lt"/>
              </a:rPr>
              <a:t>3.4</a:t>
            </a:r>
            <a:r>
              <a:rPr lang="zh-CN" altLang="en-US" sz="2800" b="1" dirty="0" smtClean="0">
                <a:cs typeface="+mn-ea"/>
                <a:sym typeface="+mn-lt"/>
              </a:rPr>
              <a:t>创建多任务</a:t>
            </a:r>
            <a:endParaRPr lang="zh-CN" altLang="en-US" sz="2800" b="1" dirty="0">
              <a:solidFill>
                <a:schemeClr val="bg1"/>
              </a:solidFill>
              <a:cs typeface="+mn-ea"/>
              <a:sym typeface="+mn-lt"/>
            </a:endParaRPr>
          </a:p>
        </p:txBody>
      </p:sp>
      <p:sp>
        <p:nvSpPr>
          <p:cNvPr id="13"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Tree>
    <p:extLst>
      <p:ext uri="{BB962C8B-B14F-4D97-AF65-F5344CB8AC3E}">
        <p14:creationId xmlns:p14="http://schemas.microsoft.com/office/powerpoint/2010/main" val="204374310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1050" y="1220350"/>
            <a:ext cx="12193050" cy="533155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0" name="矩形 9"/>
          <p:cNvSpPr/>
          <p:nvPr/>
        </p:nvSpPr>
        <p:spPr>
          <a:xfrm>
            <a:off x="-4224" y="1144190"/>
            <a:ext cx="12192000" cy="151993"/>
          </a:xfrm>
          <a:prstGeom prst="rect">
            <a:avLst/>
          </a:prstGeom>
          <a:solidFill>
            <a:srgbClr val="3A41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1" name="矩形 10"/>
          <p:cNvSpPr/>
          <p:nvPr/>
        </p:nvSpPr>
        <p:spPr>
          <a:xfrm>
            <a:off x="-4224" y="6551901"/>
            <a:ext cx="12192000" cy="151993"/>
          </a:xfrm>
          <a:prstGeom prst="rect">
            <a:avLst/>
          </a:prstGeom>
          <a:solidFill>
            <a:srgbClr val="3A41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6" name="内容占位符 2"/>
          <p:cNvSpPr txBox="1">
            <a:spLocks/>
          </p:cNvSpPr>
          <p:nvPr/>
        </p:nvSpPr>
        <p:spPr>
          <a:xfrm>
            <a:off x="474521" y="1492702"/>
            <a:ext cx="4707555" cy="2913949"/>
          </a:xfrm>
          <a:prstGeom prst="rect">
            <a:avLst/>
          </a:prstGeom>
        </p:spPr>
        <p:txBody>
          <a:bodyPr vert="horz" lIns="121854" tIns="60926" rIns="121854" bIns="60926" rtlCol="0">
            <a:normAutofit/>
          </a:bodyPr>
          <a:lstStyle>
            <a:lvl1pPr marL="457360" indent="-457360" algn="l" defTabSz="1219627" rtl="0" eaLnBrk="1" latinLnBrk="0" hangingPunct="1">
              <a:lnSpc>
                <a:spcPct val="120000"/>
              </a:lnSpc>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456971">
              <a:lnSpc>
                <a:spcPct val="140000"/>
              </a:lnSpc>
              <a:buNone/>
            </a:pPr>
            <a:r>
              <a:rPr lang="zh-CN" altLang="en-US" sz="1800" dirty="0">
                <a:solidFill>
                  <a:schemeClr val="tx1"/>
                </a:solidFill>
              </a:rPr>
              <a:t>将程序编译好，使用</a:t>
            </a:r>
            <a:r>
              <a:rPr lang="en-US" altLang="zh-CN" sz="1800" dirty="0">
                <a:solidFill>
                  <a:schemeClr val="tx1"/>
                </a:solidFill>
              </a:rPr>
              <a:t>DAP</a:t>
            </a:r>
            <a:r>
              <a:rPr lang="zh-CN" altLang="en-US" sz="1800" dirty="0">
                <a:solidFill>
                  <a:schemeClr val="tx1"/>
                </a:solidFill>
              </a:rPr>
              <a:t>仿真器把程序下载</a:t>
            </a:r>
            <a:r>
              <a:rPr lang="zh-CN" altLang="en-US" sz="1800" dirty="0" smtClean="0">
                <a:solidFill>
                  <a:schemeClr val="tx1"/>
                </a:solidFill>
              </a:rPr>
              <a:t>到</a:t>
            </a:r>
            <a:r>
              <a:rPr lang="en-US" altLang="zh-CN" sz="1800" dirty="0" smtClean="0">
                <a:solidFill>
                  <a:schemeClr val="tx1"/>
                </a:solidFill>
              </a:rPr>
              <a:t>STM32</a:t>
            </a:r>
            <a:r>
              <a:rPr lang="zh-CN" altLang="en-US" sz="1800" dirty="0">
                <a:solidFill>
                  <a:schemeClr val="tx1"/>
                </a:solidFill>
              </a:rPr>
              <a:t>开发板（具体型号根据读者使用的开发板而定，每个型号的开发板都配套有对应的程序）中，可以看到开发板中的两个</a:t>
            </a:r>
            <a:r>
              <a:rPr lang="en-US" altLang="zh-CN" sz="1800" dirty="0">
                <a:solidFill>
                  <a:schemeClr val="tx1"/>
                </a:solidFill>
              </a:rPr>
              <a:t>LED</a:t>
            </a:r>
            <a:r>
              <a:rPr lang="zh-CN" altLang="en-US" sz="1800" dirty="0">
                <a:solidFill>
                  <a:schemeClr val="tx1"/>
                </a:solidFill>
              </a:rPr>
              <a:t>灯以不同的频率在闪烁，而且串口输出对应的运行信息，具体如</a:t>
            </a:r>
            <a:r>
              <a:rPr lang="zh-CN" altLang="en-US" sz="1800" dirty="0" smtClean="0">
                <a:solidFill>
                  <a:schemeClr val="tx1"/>
                </a:solidFill>
              </a:rPr>
              <a:t>图所</a:t>
            </a:r>
            <a:r>
              <a:rPr lang="zh-CN" altLang="en-US" sz="1800" dirty="0">
                <a:solidFill>
                  <a:schemeClr val="tx1"/>
                </a:solidFill>
              </a:rPr>
              <a:t>示，说明创建的两个任务能够正常运行。</a:t>
            </a:r>
          </a:p>
        </p:txBody>
      </p:sp>
      <p:pic>
        <p:nvPicPr>
          <p:cNvPr id="3074" name="图片 16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71638" y="1662761"/>
            <a:ext cx="6083559" cy="481624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a:extLst/>
        </p:spPr>
      </p:pic>
      <p:sp>
        <p:nvSpPr>
          <p:cNvPr id="12" name="矩形 11"/>
          <p:cNvSpPr/>
          <p:nvPr/>
        </p:nvSpPr>
        <p:spPr>
          <a:xfrm>
            <a:off x="914945" y="5781061"/>
            <a:ext cx="380802" cy="77084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3" name="矩形 12"/>
          <p:cNvSpPr/>
          <p:nvPr/>
        </p:nvSpPr>
        <p:spPr>
          <a:xfrm>
            <a:off x="1524228" y="5307254"/>
            <a:ext cx="380802" cy="1245441"/>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4" name="矩形 13"/>
          <p:cNvSpPr/>
          <p:nvPr/>
        </p:nvSpPr>
        <p:spPr>
          <a:xfrm>
            <a:off x="2133511" y="5603493"/>
            <a:ext cx="380802" cy="949202"/>
          </a:xfrm>
          <a:prstGeom prst="rect">
            <a:avLst/>
          </a:prstGeom>
          <a:solidFill>
            <a:srgbClr val="E6A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7" name="矩形 16"/>
          <p:cNvSpPr/>
          <p:nvPr/>
        </p:nvSpPr>
        <p:spPr>
          <a:xfrm>
            <a:off x="2818954" y="5932030"/>
            <a:ext cx="380802" cy="620665"/>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8" name="矩形 17"/>
          <p:cNvSpPr/>
          <p:nvPr/>
        </p:nvSpPr>
        <p:spPr>
          <a:xfrm>
            <a:off x="3474058" y="5721195"/>
            <a:ext cx="380802" cy="830706"/>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9" name="矩形 18"/>
          <p:cNvSpPr/>
          <p:nvPr/>
        </p:nvSpPr>
        <p:spPr>
          <a:xfrm>
            <a:off x="4245296" y="4952207"/>
            <a:ext cx="380802" cy="1599695"/>
          </a:xfrm>
          <a:prstGeom prst="rect">
            <a:avLst/>
          </a:prstGeom>
          <a:solidFill>
            <a:srgbClr val="69A1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5" name="矩形 14">
            <a:extLst>
              <a:ext uri="{FF2B5EF4-FFF2-40B4-BE49-F238E27FC236}">
                <a16:creationId xmlns:a16="http://schemas.microsoft.com/office/drawing/2014/main" id="{ADFA951A-978E-4E8D-A85A-85B6177AC588}"/>
              </a:ext>
            </a:extLst>
          </p:cNvPr>
          <p:cNvSpPr/>
          <p:nvPr/>
        </p:nvSpPr>
        <p:spPr>
          <a:xfrm>
            <a:off x="0" y="-21316"/>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smtClean="0">
                <a:cs typeface="+mn-ea"/>
                <a:sym typeface="+mn-lt"/>
              </a:rPr>
              <a:t>3.4</a:t>
            </a:r>
            <a:r>
              <a:rPr lang="zh-CN" altLang="en-US" sz="2800" b="1" dirty="0" smtClean="0">
                <a:cs typeface="+mn-ea"/>
                <a:sym typeface="+mn-lt"/>
              </a:rPr>
              <a:t>创建多任务</a:t>
            </a:r>
            <a:endParaRPr lang="zh-CN" altLang="en-US" sz="2800" b="1" dirty="0">
              <a:solidFill>
                <a:schemeClr val="bg1"/>
              </a:solidFill>
              <a:cs typeface="+mn-ea"/>
              <a:sym typeface="+mn-lt"/>
            </a:endParaRPr>
          </a:p>
        </p:txBody>
      </p:sp>
      <p:sp>
        <p:nvSpPr>
          <p:cNvPr id="20"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Tree>
    <p:extLst>
      <p:ext uri="{BB962C8B-B14F-4D97-AF65-F5344CB8AC3E}">
        <p14:creationId xmlns:p14="http://schemas.microsoft.com/office/powerpoint/2010/main" val="269224351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矩形 28"/>
          <p:cNvSpPr/>
          <p:nvPr/>
        </p:nvSpPr>
        <p:spPr>
          <a:xfrm>
            <a:off x="4953595" y="4838503"/>
            <a:ext cx="3046413" cy="369161"/>
          </a:xfrm>
          <a:prstGeom prst="rect">
            <a:avLst/>
          </a:prstGeom>
          <a:solidFill>
            <a:srgbClr val="92D05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7" name="TextBox 1"/>
          <p:cNvSpPr txBox="1"/>
          <p:nvPr/>
        </p:nvSpPr>
        <p:spPr>
          <a:xfrm>
            <a:off x="5130800" y="2777255"/>
            <a:ext cx="1634212" cy="369161"/>
          </a:xfrm>
          <a:prstGeom prst="rect">
            <a:avLst/>
          </a:prstGeom>
          <a:noFill/>
        </p:spPr>
        <p:txBody>
          <a:bodyPr wrap="none" lIns="0" tIns="0" rIns="0" bIns="60949" rtlCol="0">
            <a:spAutoFit/>
          </a:bodyPr>
          <a:lstStyle/>
          <a:p>
            <a:pPr>
              <a:lnSpc>
                <a:spcPts val="2400"/>
              </a:lnSpc>
            </a:pPr>
            <a:r>
              <a:rPr lang="en-US" altLang="zh-CN" sz="1899" dirty="0">
                <a:solidFill>
                  <a:srgbClr val="656D8D"/>
                </a:solidFill>
                <a:latin typeface="Microsoft YaHei UI" pitchFamily="18" charset="0"/>
                <a:cs typeface="Microsoft YaHei UI" pitchFamily="18" charset="0"/>
              </a:rPr>
              <a:t>3.2 </a:t>
            </a:r>
            <a:r>
              <a:rPr lang="zh-CN" altLang="en-US" sz="1899" dirty="0">
                <a:solidFill>
                  <a:srgbClr val="656D8D"/>
                </a:solidFill>
                <a:latin typeface="Microsoft YaHei UI" pitchFamily="18" charset="0"/>
                <a:cs typeface="Microsoft YaHei UI" pitchFamily="18" charset="0"/>
              </a:rPr>
              <a:t>创建单任务</a:t>
            </a:r>
          </a:p>
        </p:txBody>
      </p:sp>
      <p:sp>
        <p:nvSpPr>
          <p:cNvPr id="18" name="TextBox 1"/>
          <p:cNvSpPr txBox="1"/>
          <p:nvPr/>
        </p:nvSpPr>
        <p:spPr>
          <a:xfrm>
            <a:off x="5130800" y="2069755"/>
            <a:ext cx="1634212" cy="369161"/>
          </a:xfrm>
          <a:prstGeom prst="rect">
            <a:avLst/>
          </a:prstGeom>
          <a:noFill/>
        </p:spPr>
        <p:txBody>
          <a:bodyPr wrap="none" lIns="0" tIns="0" rIns="0" bIns="60949" rtlCol="0">
            <a:spAutoFit/>
          </a:bodyPr>
          <a:lstStyle/>
          <a:p>
            <a:pPr>
              <a:lnSpc>
                <a:spcPts val="2400"/>
              </a:lnSpc>
            </a:pPr>
            <a:r>
              <a:rPr lang="en-US" altLang="zh-CN" sz="1899" dirty="0">
                <a:solidFill>
                  <a:srgbClr val="656D8D"/>
                </a:solidFill>
                <a:latin typeface="Microsoft YaHei UI" pitchFamily="18" charset="0"/>
                <a:cs typeface="Microsoft YaHei UI" pitchFamily="18" charset="0"/>
              </a:rPr>
              <a:t>3.1 </a:t>
            </a:r>
            <a:r>
              <a:rPr lang="zh-CN" altLang="en-US" sz="1899" dirty="0">
                <a:solidFill>
                  <a:srgbClr val="656D8D"/>
                </a:solidFill>
                <a:latin typeface="Microsoft YaHei UI" pitchFamily="18" charset="0"/>
                <a:cs typeface="Microsoft YaHei UI" pitchFamily="18" charset="0"/>
              </a:rPr>
              <a:t>硬件初始化</a:t>
            </a:r>
          </a:p>
        </p:txBody>
      </p:sp>
      <p:sp>
        <p:nvSpPr>
          <p:cNvPr id="47" name="TextBox 1"/>
          <p:cNvSpPr txBox="1"/>
          <p:nvPr/>
        </p:nvSpPr>
        <p:spPr>
          <a:xfrm>
            <a:off x="5130800" y="3534098"/>
            <a:ext cx="2707665" cy="369161"/>
          </a:xfrm>
          <a:prstGeom prst="rect">
            <a:avLst/>
          </a:prstGeom>
          <a:noFill/>
        </p:spPr>
        <p:txBody>
          <a:bodyPr wrap="none" lIns="0" tIns="0" rIns="0" bIns="60949" rtlCol="0">
            <a:spAutoFit/>
          </a:bodyPr>
          <a:lstStyle/>
          <a:p>
            <a:pPr>
              <a:lnSpc>
                <a:spcPts val="2400"/>
              </a:lnSpc>
            </a:pPr>
            <a:r>
              <a:rPr lang="en-US" altLang="zh-CN" sz="1899" dirty="0">
                <a:solidFill>
                  <a:srgbClr val="656D8D"/>
                </a:solidFill>
                <a:latin typeface="Microsoft YaHei UI" pitchFamily="18" charset="0"/>
                <a:cs typeface="Microsoft YaHei UI" pitchFamily="18" charset="0"/>
              </a:rPr>
              <a:t>3.3 </a:t>
            </a:r>
            <a:r>
              <a:rPr lang="en-US" altLang="zh-CN" sz="1899" dirty="0" err="1">
                <a:solidFill>
                  <a:srgbClr val="656D8D"/>
                </a:solidFill>
                <a:latin typeface="Microsoft YaHei UI" pitchFamily="18" charset="0"/>
                <a:cs typeface="Microsoft YaHei UI" pitchFamily="18" charset="0"/>
              </a:rPr>
              <a:t>main.c</a:t>
            </a:r>
            <a:r>
              <a:rPr lang="en-US" altLang="zh-CN" sz="1899" dirty="0">
                <a:solidFill>
                  <a:srgbClr val="656D8D"/>
                </a:solidFill>
                <a:latin typeface="Microsoft YaHei UI" pitchFamily="18" charset="0"/>
                <a:cs typeface="Microsoft YaHei UI" pitchFamily="18" charset="0"/>
              </a:rPr>
              <a:t> </a:t>
            </a:r>
            <a:r>
              <a:rPr lang="zh-CN" altLang="en-US" sz="1899" dirty="0">
                <a:solidFill>
                  <a:srgbClr val="656D8D"/>
                </a:solidFill>
                <a:latin typeface="Microsoft YaHei UI" pitchFamily="18" charset="0"/>
                <a:cs typeface="Microsoft YaHei UI" pitchFamily="18" charset="0"/>
              </a:rPr>
              <a:t>文件内容全貌</a:t>
            </a:r>
          </a:p>
        </p:txBody>
      </p:sp>
      <p:sp>
        <p:nvSpPr>
          <p:cNvPr id="48" name="TextBox 1"/>
          <p:cNvSpPr txBox="1"/>
          <p:nvPr/>
        </p:nvSpPr>
        <p:spPr>
          <a:xfrm>
            <a:off x="5130800" y="4265041"/>
            <a:ext cx="1634212" cy="369161"/>
          </a:xfrm>
          <a:prstGeom prst="rect">
            <a:avLst/>
          </a:prstGeom>
          <a:noFill/>
        </p:spPr>
        <p:txBody>
          <a:bodyPr wrap="none" lIns="0" tIns="0" rIns="0" bIns="60949" rtlCol="0">
            <a:spAutoFit/>
          </a:bodyPr>
          <a:lstStyle/>
          <a:p>
            <a:pPr>
              <a:lnSpc>
                <a:spcPts val="2400"/>
              </a:lnSpc>
            </a:pPr>
            <a:r>
              <a:rPr lang="en-US" altLang="zh-CN" sz="1899" dirty="0">
                <a:solidFill>
                  <a:srgbClr val="656D8D"/>
                </a:solidFill>
                <a:latin typeface="Microsoft YaHei UI" pitchFamily="18" charset="0"/>
                <a:cs typeface="Microsoft YaHei UI" pitchFamily="18" charset="0"/>
              </a:rPr>
              <a:t>3.4 </a:t>
            </a:r>
            <a:r>
              <a:rPr lang="zh-CN" altLang="en-US" sz="1899" dirty="0">
                <a:solidFill>
                  <a:srgbClr val="656D8D"/>
                </a:solidFill>
                <a:latin typeface="Microsoft YaHei UI" pitchFamily="18" charset="0"/>
                <a:cs typeface="Microsoft YaHei UI" pitchFamily="18" charset="0"/>
              </a:rPr>
              <a:t>创建多任务</a:t>
            </a:r>
          </a:p>
        </p:txBody>
      </p:sp>
      <p:sp>
        <p:nvSpPr>
          <p:cNvPr id="51" name="Freeform 3"/>
          <p:cNvSpPr/>
          <p:nvPr/>
        </p:nvSpPr>
        <p:spPr>
          <a:xfrm>
            <a:off x="4697645" y="1643049"/>
            <a:ext cx="79587" cy="3603417"/>
          </a:xfrm>
          <a:custGeom>
            <a:avLst/>
            <a:gdLst>
              <a:gd name="connsiteX0" fmla="*/ 6350 w 21844"/>
              <a:gd name="connsiteY0" fmla="*/ 6350 h 879855"/>
              <a:gd name="connsiteX1" fmla="*/ 6350 w 21844"/>
              <a:gd name="connsiteY1" fmla="*/ 873506 h 879855"/>
            </a:gdLst>
            <a:ahLst/>
            <a:cxnLst>
              <a:cxn ang="0">
                <a:pos x="connsiteX0" y="connsiteY0"/>
              </a:cxn>
              <a:cxn ang="1">
                <a:pos x="connsiteX1" y="connsiteY1"/>
              </a:cxn>
            </a:cxnLst>
            <a:rect l="l" t="t" r="r" b="b"/>
            <a:pathLst>
              <a:path w="21844" h="879855">
                <a:moveTo>
                  <a:pt x="6350" y="6350"/>
                </a:moveTo>
                <a:lnTo>
                  <a:pt x="6350" y="873506"/>
                </a:lnTo>
              </a:path>
            </a:pathLst>
          </a:custGeom>
          <a:ln w="12700">
            <a:solidFill>
              <a:srgbClr val="A4B3D8"/>
            </a:solidFill>
            <a:prstDash val="solid"/>
          </a:ln>
        </p:spPr>
        <p:style>
          <a:lnRef idx="1">
            <a:schemeClr val="accent1"/>
          </a:lnRef>
          <a:fillRef idx="0">
            <a:schemeClr val="accent1"/>
          </a:fillRef>
          <a:effectRef idx="0">
            <a:schemeClr val="accent1"/>
          </a:effectRef>
          <a:fontRef idx="minor">
            <a:schemeClr val="tx1"/>
          </a:fontRef>
        </p:style>
        <p:txBody>
          <a:bodyPr lIns="121900" tIns="60949" rIns="121900" bIns="60949" rtlCol="0" anchor="ctr"/>
          <a:lstStyle/>
          <a:p>
            <a:pPr algn="ctr"/>
            <a:endParaRPr lang="zh-CN" altLang="en-US" sz="1799"/>
          </a:p>
        </p:txBody>
      </p:sp>
      <p:sp>
        <p:nvSpPr>
          <p:cNvPr id="52" name="Freeform 3"/>
          <p:cNvSpPr/>
          <p:nvPr/>
        </p:nvSpPr>
        <p:spPr>
          <a:xfrm>
            <a:off x="4634992" y="2158352"/>
            <a:ext cx="142240" cy="142198"/>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00" tIns="60949" rIns="121900" bIns="60949" rtlCol="0" anchor="ctr"/>
          <a:lstStyle/>
          <a:p>
            <a:pPr algn="ctr"/>
            <a:endParaRPr lang="zh-CN" altLang="en-US" sz="1799"/>
          </a:p>
        </p:txBody>
      </p:sp>
      <p:sp>
        <p:nvSpPr>
          <p:cNvPr id="7" name="Freeform 3"/>
          <p:cNvSpPr/>
          <p:nvPr/>
        </p:nvSpPr>
        <p:spPr>
          <a:xfrm>
            <a:off x="4634992" y="2886542"/>
            <a:ext cx="142240" cy="142198"/>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00" tIns="60949" rIns="121900" bIns="60949" rtlCol="0" anchor="ctr"/>
          <a:lstStyle/>
          <a:p>
            <a:pPr algn="ctr"/>
            <a:endParaRPr lang="zh-CN" altLang="en-US" sz="1799"/>
          </a:p>
        </p:txBody>
      </p:sp>
      <p:sp>
        <p:nvSpPr>
          <p:cNvPr id="53" name="Freeform 3"/>
          <p:cNvSpPr/>
          <p:nvPr/>
        </p:nvSpPr>
        <p:spPr>
          <a:xfrm>
            <a:off x="4634992" y="3614733"/>
            <a:ext cx="142240" cy="142198"/>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00" tIns="60949" rIns="121900" bIns="60949" rtlCol="0" anchor="ctr"/>
          <a:lstStyle/>
          <a:p>
            <a:pPr algn="ctr"/>
            <a:endParaRPr lang="zh-CN" altLang="en-US" sz="1799"/>
          </a:p>
        </p:txBody>
      </p:sp>
      <p:sp>
        <p:nvSpPr>
          <p:cNvPr id="54" name="Freeform 3"/>
          <p:cNvSpPr/>
          <p:nvPr/>
        </p:nvSpPr>
        <p:spPr>
          <a:xfrm>
            <a:off x="4634992" y="4342924"/>
            <a:ext cx="142240" cy="142198"/>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00" tIns="60949" rIns="121900" bIns="60949" rtlCol="0" anchor="ctr"/>
          <a:lstStyle/>
          <a:p>
            <a:pPr algn="ctr"/>
            <a:endParaRPr lang="zh-CN" altLang="en-US" sz="1799"/>
          </a:p>
        </p:txBody>
      </p:sp>
      <p:sp>
        <p:nvSpPr>
          <p:cNvPr id="12" name="TextBox 1"/>
          <p:cNvSpPr txBox="1"/>
          <p:nvPr/>
        </p:nvSpPr>
        <p:spPr>
          <a:xfrm>
            <a:off x="5130800" y="4895763"/>
            <a:ext cx="2462085" cy="369161"/>
          </a:xfrm>
          <a:prstGeom prst="rect">
            <a:avLst/>
          </a:prstGeom>
          <a:noFill/>
        </p:spPr>
        <p:txBody>
          <a:bodyPr wrap="none" lIns="0" tIns="0" rIns="0" bIns="60949" rtlCol="0">
            <a:spAutoFit/>
          </a:bodyPr>
          <a:lstStyle/>
          <a:p>
            <a:pPr>
              <a:lnSpc>
                <a:spcPts val="2400"/>
              </a:lnSpc>
            </a:pPr>
            <a:r>
              <a:rPr lang="en-US" altLang="zh-CN" sz="1899" dirty="0">
                <a:solidFill>
                  <a:schemeClr val="bg1"/>
                </a:solidFill>
                <a:latin typeface="Microsoft YaHei UI" pitchFamily="18" charset="0"/>
                <a:cs typeface="Microsoft YaHei UI" pitchFamily="18" charset="0"/>
              </a:rPr>
              <a:t>3.5 LiteOS </a:t>
            </a:r>
            <a:r>
              <a:rPr lang="zh-CN" altLang="en-US" sz="1899" dirty="0">
                <a:solidFill>
                  <a:schemeClr val="bg1"/>
                </a:solidFill>
                <a:latin typeface="Microsoft YaHei UI" pitchFamily="18" charset="0"/>
                <a:cs typeface="Microsoft YaHei UI" pitchFamily="18" charset="0"/>
              </a:rPr>
              <a:t>的启动流程</a:t>
            </a:r>
          </a:p>
        </p:txBody>
      </p:sp>
      <p:sp>
        <p:nvSpPr>
          <p:cNvPr id="13" name="Freeform 3"/>
          <p:cNvSpPr/>
          <p:nvPr/>
        </p:nvSpPr>
        <p:spPr>
          <a:xfrm>
            <a:off x="4634992" y="4973646"/>
            <a:ext cx="142240" cy="142198"/>
          </a:xfrm>
          <a:custGeom>
            <a:avLst/>
            <a:gdLst>
              <a:gd name="connsiteX0" fmla="*/ 0 w 106680"/>
              <a:gd name="connsiteY0" fmla="*/ 53339 h 106679"/>
              <a:gd name="connsiteX1" fmla="*/ 53340 w 106680"/>
              <a:gd name="connsiteY1" fmla="*/ 0 h 106679"/>
              <a:gd name="connsiteX2" fmla="*/ 106679 w 106680"/>
              <a:gd name="connsiteY2" fmla="*/ 53339 h 106679"/>
              <a:gd name="connsiteX3" fmla="*/ 53340 w 106680"/>
              <a:gd name="connsiteY3" fmla="*/ 106679 h 106679"/>
              <a:gd name="connsiteX4" fmla="*/ 0 w 106680"/>
              <a:gd name="connsiteY4" fmla="*/ 53339 h 106679"/>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6680" h="106679">
                <a:moveTo>
                  <a:pt x="0" y="53339"/>
                </a:moveTo>
                <a:cubicBezTo>
                  <a:pt x="0" y="23876"/>
                  <a:pt x="23876" y="0"/>
                  <a:pt x="53340" y="0"/>
                </a:cubicBezTo>
                <a:cubicBezTo>
                  <a:pt x="82803" y="0"/>
                  <a:pt x="106679" y="23876"/>
                  <a:pt x="106679" y="53339"/>
                </a:cubicBezTo>
                <a:cubicBezTo>
                  <a:pt x="106679" y="82804"/>
                  <a:pt x="82803" y="106679"/>
                  <a:pt x="53340" y="106679"/>
                </a:cubicBezTo>
                <a:cubicBezTo>
                  <a:pt x="23876" y="106679"/>
                  <a:pt x="0" y="82804"/>
                  <a:pt x="0" y="53339"/>
                </a:cubicBezTo>
              </a:path>
            </a:pathLst>
          </a:custGeom>
          <a:solidFill>
            <a:srgbClr val="64C448">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00" tIns="60949" rIns="121900" bIns="60949" rtlCol="0" anchor="ctr"/>
          <a:lstStyle/>
          <a:p>
            <a:pPr algn="ctr"/>
            <a:endParaRPr lang="zh-CN" altLang="en-US" sz="1799"/>
          </a:p>
        </p:txBody>
      </p:sp>
      <p:sp>
        <p:nvSpPr>
          <p:cNvPr id="14" name="矩形 13">
            <a:extLst>
              <a:ext uri="{FF2B5EF4-FFF2-40B4-BE49-F238E27FC236}">
                <a16:creationId xmlns:a16="http://schemas.microsoft.com/office/drawing/2014/main" id="{ADFA951A-978E-4E8D-A85A-85B6177AC588}"/>
              </a:ext>
            </a:extLst>
          </p:cNvPr>
          <p:cNvSpPr/>
          <p:nvPr/>
        </p:nvSpPr>
        <p:spPr>
          <a:xfrm>
            <a:off x="0" y="-21316"/>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zh-CN" altLang="en-US" sz="2800" b="1" dirty="0" smtClean="0">
                <a:cs typeface="+mn-ea"/>
                <a:sym typeface="+mn-lt"/>
              </a:rPr>
              <a:t>学习内容</a:t>
            </a:r>
            <a:endParaRPr lang="zh-CN" altLang="en-US" sz="2800" b="1" dirty="0">
              <a:solidFill>
                <a:schemeClr val="bg1"/>
              </a:solidFill>
              <a:cs typeface="+mn-ea"/>
              <a:sym typeface="+mn-lt"/>
            </a:endParaRPr>
          </a:p>
        </p:txBody>
      </p:sp>
      <p:sp>
        <p:nvSpPr>
          <p:cNvPr id="15"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Tree>
    <p:extLst>
      <p:ext uri="{BB962C8B-B14F-4D97-AF65-F5344CB8AC3E}">
        <p14:creationId xmlns:p14="http://schemas.microsoft.com/office/powerpoint/2010/main" val="57509410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id="{ADFA951A-978E-4E8D-A85A-85B6177AC588}"/>
              </a:ext>
            </a:extLst>
          </p:cNvPr>
          <p:cNvSpPr/>
          <p:nvPr/>
        </p:nvSpPr>
        <p:spPr>
          <a:xfrm>
            <a:off x="0" y="-21316"/>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smtClean="0">
                <a:cs typeface="+mn-ea"/>
                <a:sym typeface="+mn-lt"/>
              </a:rPr>
              <a:t>3.5LiteOS</a:t>
            </a:r>
            <a:r>
              <a:rPr lang="zh-CN" altLang="en-US" sz="2800" b="1" dirty="0" smtClean="0">
                <a:cs typeface="+mn-ea"/>
                <a:sym typeface="+mn-lt"/>
              </a:rPr>
              <a:t>启动流程</a:t>
            </a:r>
            <a:endParaRPr lang="zh-CN" altLang="en-US" sz="2800" b="1" dirty="0">
              <a:solidFill>
                <a:schemeClr val="bg1"/>
              </a:solidFill>
              <a:cs typeface="+mn-ea"/>
              <a:sym typeface="+mn-lt"/>
            </a:endParaRPr>
          </a:p>
        </p:txBody>
      </p:sp>
      <p:sp>
        <p:nvSpPr>
          <p:cNvPr id="19"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pic>
        <p:nvPicPr>
          <p:cNvPr id="20" name="Picture 2" descr="zh-cn_image_030859901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3226" y="750627"/>
            <a:ext cx="9516110" cy="5758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2614007" y="4587359"/>
            <a:ext cx="3211135" cy="369332"/>
          </a:xfrm>
          <a:prstGeom prst="rect">
            <a:avLst/>
          </a:prstGeom>
        </p:spPr>
        <p:txBody>
          <a:bodyPr wrap="none">
            <a:spAutoFit/>
          </a:bodyPr>
          <a:lstStyle/>
          <a:p>
            <a:r>
              <a:rPr lang="en-US" altLang="zh-CN" dirty="0" err="1" smtClean="0">
                <a:solidFill>
                  <a:srgbClr val="C00000"/>
                </a:solidFill>
                <a:latin typeface="Arial" panose="020B0604020202020204" pitchFamily="34" charset="0"/>
              </a:rPr>
              <a:t>InterProcess</a:t>
            </a:r>
            <a:r>
              <a:rPr lang="en-US" altLang="zh-CN" dirty="0">
                <a:solidFill>
                  <a:srgbClr val="C00000"/>
                </a:solidFill>
                <a:latin typeface="Arial" panose="020B0604020202020204" pitchFamily="34" charset="0"/>
              </a:rPr>
              <a:t> Communication</a:t>
            </a:r>
            <a:endParaRPr lang="zh-CN" altLang="en-US" dirty="0">
              <a:solidFill>
                <a:srgbClr val="C00000"/>
              </a:solidFill>
            </a:endParaRPr>
          </a:p>
        </p:txBody>
      </p:sp>
    </p:spTree>
    <p:extLst>
      <p:ext uri="{BB962C8B-B14F-4D97-AF65-F5344CB8AC3E}">
        <p14:creationId xmlns:p14="http://schemas.microsoft.com/office/powerpoint/2010/main" val="307814849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3174" y="1369108"/>
            <a:ext cx="12193050" cy="52441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3" name="内容占位符 2"/>
          <p:cNvSpPr>
            <a:spLocks noGrp="1"/>
          </p:cNvSpPr>
          <p:nvPr>
            <p:ph idx="1"/>
          </p:nvPr>
        </p:nvSpPr>
        <p:spPr>
          <a:xfrm>
            <a:off x="460136" y="1505468"/>
            <a:ext cx="11274585" cy="837764"/>
          </a:xfrm>
        </p:spPr>
        <p:txBody>
          <a:bodyPr>
            <a:normAutofit lnSpcReduction="10000"/>
          </a:bodyPr>
          <a:lstStyle/>
          <a:p>
            <a:pPr marL="0" indent="456971">
              <a:lnSpc>
                <a:spcPct val="140000"/>
              </a:lnSpc>
              <a:buNone/>
            </a:pPr>
            <a:r>
              <a:rPr lang="zh-CN" altLang="en-US" b="1" dirty="0"/>
              <a:t>在</a:t>
            </a:r>
            <a:r>
              <a:rPr lang="en-US" altLang="zh-CN" b="1" dirty="0"/>
              <a:t>main</a:t>
            </a:r>
            <a:r>
              <a:rPr lang="zh-CN" altLang="en-US" b="1" dirty="0"/>
              <a:t>函数中将系统</a:t>
            </a:r>
            <a:r>
              <a:rPr lang="zh-CN" altLang="en-US" b="1" dirty="0">
                <a:solidFill>
                  <a:srgbClr val="C00000"/>
                </a:solidFill>
              </a:rPr>
              <a:t>硬件初始化</a:t>
            </a:r>
            <a:r>
              <a:rPr lang="zh-CN" altLang="en-US" b="1" dirty="0"/>
              <a:t>完成，将</a:t>
            </a:r>
            <a:r>
              <a:rPr lang="en-US" altLang="zh-CN" b="1" dirty="0"/>
              <a:t>RTOS</a:t>
            </a:r>
            <a:r>
              <a:rPr lang="zh-CN" altLang="en-US" b="1" dirty="0">
                <a:solidFill>
                  <a:srgbClr val="C00000"/>
                </a:solidFill>
              </a:rPr>
              <a:t>内核初始化</a:t>
            </a:r>
            <a:r>
              <a:rPr lang="zh-CN" altLang="en-US" b="1" dirty="0"/>
              <a:t>完成，将系统的所有</a:t>
            </a:r>
            <a:r>
              <a:rPr lang="zh-CN" altLang="en-US" b="1" dirty="0">
                <a:solidFill>
                  <a:srgbClr val="C00000"/>
                </a:solidFill>
              </a:rPr>
              <a:t>任务创建</a:t>
            </a:r>
            <a:r>
              <a:rPr lang="zh-CN" altLang="en-US" b="1" dirty="0"/>
              <a:t>完成，这样整个系统万事俱备，只需要</a:t>
            </a:r>
            <a:r>
              <a:rPr lang="zh-CN" altLang="en-US" b="1" dirty="0">
                <a:solidFill>
                  <a:srgbClr val="C00000"/>
                </a:solidFill>
              </a:rPr>
              <a:t>启动</a:t>
            </a:r>
            <a:r>
              <a:rPr lang="en-US" altLang="zh-CN" b="1" dirty="0">
                <a:solidFill>
                  <a:srgbClr val="C00000"/>
                </a:solidFill>
              </a:rPr>
              <a:t>RTOS</a:t>
            </a:r>
            <a:r>
              <a:rPr lang="zh-CN" altLang="en-US" b="1" dirty="0">
                <a:solidFill>
                  <a:srgbClr val="C00000"/>
                </a:solidFill>
              </a:rPr>
              <a:t>的调度器</a:t>
            </a:r>
            <a:r>
              <a:rPr lang="zh-CN" altLang="en-US" b="1" dirty="0"/>
              <a:t>，就可以开启多任务的调度。其伪代码实现如代码清单</a:t>
            </a:r>
            <a:r>
              <a:rPr lang="en-US" altLang="zh-CN" b="1" dirty="0" smtClean="0"/>
              <a:t>3~10</a:t>
            </a:r>
            <a:r>
              <a:rPr lang="zh-CN" altLang="en-US" b="1" dirty="0"/>
              <a:t>所示。</a:t>
            </a:r>
          </a:p>
        </p:txBody>
      </p:sp>
      <p:sp>
        <p:nvSpPr>
          <p:cNvPr id="4" name="内容占位符 3"/>
          <p:cNvSpPr>
            <a:spLocks noGrp="1"/>
          </p:cNvSpPr>
          <p:nvPr>
            <p:ph idx="13"/>
          </p:nvPr>
        </p:nvSpPr>
        <p:spPr>
          <a:xfrm>
            <a:off x="495103" y="796548"/>
            <a:ext cx="10741463" cy="464216"/>
          </a:xfrm>
        </p:spPr>
        <p:txBody>
          <a:bodyPr>
            <a:normAutofit/>
          </a:bodyPr>
          <a:lstStyle/>
          <a:p>
            <a:r>
              <a:rPr lang="zh-CN" altLang="en-US" b="1" dirty="0"/>
              <a:t>第一种启动方式</a:t>
            </a:r>
          </a:p>
        </p:txBody>
      </p:sp>
      <p:sp>
        <p:nvSpPr>
          <p:cNvPr id="5" name="内容占位符 2"/>
          <p:cNvSpPr txBox="1">
            <a:spLocks/>
          </p:cNvSpPr>
          <p:nvPr/>
        </p:nvSpPr>
        <p:spPr>
          <a:xfrm>
            <a:off x="495103" y="2507825"/>
            <a:ext cx="6134019" cy="3846523"/>
          </a:xfrm>
          <a:prstGeom prst="rect">
            <a:avLst/>
          </a:prstGeom>
        </p:spPr>
        <p:txBody>
          <a:bodyPr vert="horz" lIns="91440" tIns="45720" rIns="91440" bIns="45720" rtlCol="0">
            <a:noAutofit/>
          </a:bodyPr>
          <a:lstStyle>
            <a:lvl1pPr indent="456971" defTabSz="914354">
              <a:lnSpc>
                <a:spcPct val="125000"/>
              </a:lnSpc>
              <a:spcBef>
                <a:spcPts val="0"/>
              </a:spcBef>
              <a:buClr>
                <a:schemeClr val="tx2">
                  <a:lumMod val="75000"/>
                </a:schemeClr>
              </a:buClr>
              <a:buSzPct val="80000"/>
              <a:buFont typeface="Wingdings" pitchFamily="2" charset="2"/>
              <a:buNone/>
              <a:defRPr sz="1400" b="1"/>
            </a:lvl1pPr>
            <a:lvl2pPr marL="685766" indent="-228589" defTabSz="914354">
              <a:lnSpc>
                <a:spcPct val="90000"/>
              </a:lnSpc>
              <a:spcBef>
                <a:spcPts val="500"/>
              </a:spcBef>
              <a:buFont typeface="Arial" panose="020B0604020202020204" pitchFamily="34" charset="0"/>
              <a:buChar char="•"/>
              <a:defRPr sz="1600">
                <a:solidFill>
                  <a:schemeClr val="tx1">
                    <a:lumMod val="75000"/>
                    <a:lumOff val="25000"/>
                  </a:schemeClr>
                </a:solidFill>
              </a:defRPr>
            </a:lvl2pPr>
            <a:lvl3pPr marL="1142942" indent="-228589" defTabSz="914354">
              <a:lnSpc>
                <a:spcPct val="90000"/>
              </a:lnSpc>
              <a:spcBef>
                <a:spcPts val="500"/>
              </a:spcBef>
              <a:buFont typeface="Arial" panose="020B0604020202020204" pitchFamily="34" charset="0"/>
              <a:buChar char="•"/>
              <a:defRPr sz="1400"/>
            </a:lvl3pPr>
            <a:lvl4pPr marL="1600120" indent="-228589" defTabSz="914354">
              <a:lnSpc>
                <a:spcPct val="90000"/>
              </a:lnSpc>
              <a:spcBef>
                <a:spcPts val="500"/>
              </a:spcBef>
              <a:buFont typeface="Arial" panose="020B0604020202020204" pitchFamily="34" charset="0"/>
              <a:buChar char="•"/>
              <a:defRPr sz="1200"/>
            </a:lvl4pPr>
            <a:lvl5pPr marL="2057298" indent="-228589" defTabSz="914354">
              <a:lnSpc>
                <a:spcPct val="90000"/>
              </a:lnSpc>
              <a:spcBef>
                <a:spcPts val="500"/>
              </a:spcBef>
              <a:buFont typeface="Arial" panose="020B0604020202020204" pitchFamily="34" charset="0"/>
              <a:buChar char="•"/>
              <a:defRPr sz="1200"/>
            </a:lvl5pPr>
            <a:lvl6pPr marL="2514474" indent="-228589" defTabSz="914354">
              <a:lnSpc>
                <a:spcPct val="90000"/>
              </a:lnSpc>
              <a:spcBef>
                <a:spcPts val="500"/>
              </a:spcBef>
              <a:buFont typeface="Arial" panose="020B0604020202020204" pitchFamily="34" charset="0"/>
              <a:buChar char="•"/>
            </a:lvl6pPr>
            <a:lvl7pPr marL="2971652" indent="-228589" defTabSz="914354">
              <a:lnSpc>
                <a:spcPct val="90000"/>
              </a:lnSpc>
              <a:spcBef>
                <a:spcPts val="500"/>
              </a:spcBef>
              <a:buFont typeface="Arial" panose="020B0604020202020204" pitchFamily="34" charset="0"/>
              <a:buChar char="•"/>
            </a:lvl7pPr>
            <a:lvl8pPr marL="3428829" indent="-228589" defTabSz="914354">
              <a:lnSpc>
                <a:spcPct val="90000"/>
              </a:lnSpc>
              <a:spcBef>
                <a:spcPts val="500"/>
              </a:spcBef>
              <a:buFont typeface="Arial" panose="020B0604020202020204" pitchFamily="34" charset="0"/>
              <a:buChar char="•"/>
            </a:lvl8pPr>
            <a:lvl9pPr marL="3886006" indent="-228589" defTabSz="914354">
              <a:lnSpc>
                <a:spcPct val="90000"/>
              </a:lnSpc>
              <a:spcBef>
                <a:spcPts val="500"/>
              </a:spcBef>
              <a:buFont typeface="Arial" panose="020B0604020202020204" pitchFamily="34" charset="0"/>
              <a:buChar char="•"/>
            </a:lvl9pPr>
          </a:lstStyle>
          <a:p>
            <a:r>
              <a:rPr lang="en-US" altLang="zh-CN" dirty="0"/>
              <a:t>  int main (void) {</a:t>
            </a:r>
          </a:p>
          <a:p>
            <a:r>
              <a:rPr lang="en-US" altLang="zh-CN" dirty="0"/>
              <a:t>       /* </a:t>
            </a:r>
            <a:r>
              <a:rPr lang="zh-CN" altLang="en-US" dirty="0"/>
              <a:t>硬件初始化 *</a:t>
            </a:r>
            <a:r>
              <a:rPr lang="en-US" altLang="zh-CN" dirty="0"/>
              <a:t>/</a:t>
            </a:r>
          </a:p>
          <a:p>
            <a:r>
              <a:rPr lang="en-US" altLang="zh-CN" dirty="0"/>
              <a:t>       </a:t>
            </a:r>
            <a:r>
              <a:rPr lang="en-US" altLang="zh-CN" dirty="0" err="1"/>
              <a:t>BSP_Init</a:t>
            </a:r>
            <a:r>
              <a:rPr lang="en-US" altLang="zh-CN" dirty="0"/>
              <a:t>(); 				(1)</a:t>
            </a:r>
          </a:p>
          <a:p>
            <a:r>
              <a:rPr lang="en-US" altLang="zh-CN" dirty="0"/>
              <a:t>      /* RTOS</a:t>
            </a:r>
            <a:r>
              <a:rPr lang="zh-CN" altLang="en-US" dirty="0"/>
              <a:t>初始化 *</a:t>
            </a:r>
            <a:r>
              <a:rPr lang="en-US" altLang="zh-CN" dirty="0"/>
              <a:t>/</a:t>
            </a:r>
          </a:p>
          <a:p>
            <a:r>
              <a:rPr lang="en-US" altLang="zh-CN" dirty="0"/>
              <a:t>      </a:t>
            </a:r>
            <a:r>
              <a:rPr lang="en-US" altLang="zh-CN" dirty="0" err="1"/>
              <a:t>LOS_KernelInit</a:t>
            </a:r>
            <a:r>
              <a:rPr lang="en-US" altLang="zh-CN" dirty="0"/>
              <a:t>(); 			(2)</a:t>
            </a:r>
          </a:p>
          <a:p>
            <a:r>
              <a:rPr lang="en-US" altLang="zh-CN" dirty="0"/>
              <a:t>      /* </a:t>
            </a:r>
            <a:r>
              <a:rPr lang="zh-CN" altLang="en-US" dirty="0"/>
              <a:t>创建任务</a:t>
            </a:r>
            <a:r>
              <a:rPr lang="en-US" altLang="zh-CN" dirty="0"/>
              <a:t>1</a:t>
            </a:r>
            <a:r>
              <a:rPr lang="zh-CN" altLang="en-US" dirty="0"/>
              <a:t>，但任务</a:t>
            </a:r>
            <a:r>
              <a:rPr lang="en-US" altLang="zh-CN" dirty="0"/>
              <a:t>1</a:t>
            </a:r>
            <a:r>
              <a:rPr lang="zh-CN" altLang="en-US" dirty="0"/>
              <a:t>不会执行，因为调度器还没有开启 *</a:t>
            </a:r>
            <a:r>
              <a:rPr lang="en-US" altLang="zh-CN" dirty="0"/>
              <a:t>/    	(3)</a:t>
            </a:r>
          </a:p>
          <a:p>
            <a:r>
              <a:rPr lang="en-US" altLang="zh-CN" dirty="0"/>
              <a:t>      Creat_Test1_Task();</a:t>
            </a:r>
          </a:p>
          <a:p>
            <a:r>
              <a:rPr lang="en-US" altLang="zh-CN" dirty="0"/>
              <a:t>      /* </a:t>
            </a:r>
            <a:r>
              <a:rPr lang="zh-CN" altLang="en-US" dirty="0"/>
              <a:t>创建任务</a:t>
            </a:r>
            <a:r>
              <a:rPr lang="en-US" altLang="zh-CN" dirty="0"/>
              <a:t>2</a:t>
            </a:r>
            <a:r>
              <a:rPr lang="zh-CN" altLang="en-US" dirty="0"/>
              <a:t>，但任务</a:t>
            </a:r>
            <a:r>
              <a:rPr lang="en-US" altLang="zh-CN" dirty="0"/>
              <a:t>2</a:t>
            </a:r>
            <a:r>
              <a:rPr lang="zh-CN" altLang="en-US" dirty="0"/>
              <a:t>不会执行，因为调度器还没有开启 *</a:t>
            </a:r>
            <a:r>
              <a:rPr lang="en-US" altLang="zh-CN" dirty="0"/>
              <a:t>/</a:t>
            </a:r>
          </a:p>
          <a:p>
            <a:r>
              <a:rPr lang="en-US" altLang="zh-CN" dirty="0"/>
              <a:t>      Creat_Test2_Task();</a:t>
            </a:r>
          </a:p>
          <a:p>
            <a:r>
              <a:rPr lang="en-US" altLang="zh-CN" dirty="0"/>
              <a:t>      /* </a:t>
            </a:r>
            <a:r>
              <a:rPr lang="zh-CN" altLang="en-US" dirty="0"/>
              <a:t>继续创建各种任务 *</a:t>
            </a:r>
            <a:r>
              <a:rPr lang="en-US" altLang="zh-CN" dirty="0"/>
              <a:t>/</a:t>
            </a:r>
          </a:p>
          <a:p>
            <a:r>
              <a:rPr lang="en-US" altLang="zh-CN" dirty="0"/>
              <a:t>      /* </a:t>
            </a:r>
            <a:r>
              <a:rPr lang="zh-CN" altLang="en-US" dirty="0"/>
              <a:t>启动</a:t>
            </a:r>
            <a:r>
              <a:rPr lang="en-US" altLang="zh-CN" dirty="0"/>
              <a:t>RTOS</a:t>
            </a:r>
            <a:r>
              <a:rPr lang="zh-CN" altLang="en-US" dirty="0"/>
              <a:t>，开始调度 *</a:t>
            </a:r>
            <a:r>
              <a:rPr lang="en-US" altLang="zh-CN" dirty="0"/>
              <a:t>/</a:t>
            </a:r>
          </a:p>
          <a:p>
            <a:r>
              <a:rPr lang="en-US" altLang="zh-CN" dirty="0"/>
              <a:t>      </a:t>
            </a:r>
            <a:r>
              <a:rPr lang="en-US" altLang="zh-CN" dirty="0" err="1"/>
              <a:t>LOS_Start</a:t>
            </a:r>
            <a:r>
              <a:rPr lang="en-US" altLang="zh-CN" dirty="0"/>
              <a:t>();                                      		(4)</a:t>
            </a:r>
          </a:p>
          <a:p>
            <a:r>
              <a:rPr lang="en-US" altLang="zh-CN" dirty="0"/>
              <a:t> }</a:t>
            </a:r>
          </a:p>
        </p:txBody>
      </p:sp>
      <p:sp>
        <p:nvSpPr>
          <p:cNvPr id="10" name="矩形 9"/>
          <p:cNvSpPr/>
          <p:nvPr/>
        </p:nvSpPr>
        <p:spPr>
          <a:xfrm>
            <a:off x="0" y="1188883"/>
            <a:ext cx="12192000" cy="151993"/>
          </a:xfrm>
          <a:prstGeom prst="rect">
            <a:avLst/>
          </a:prstGeom>
          <a:solidFill>
            <a:srgbClr val="3A41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1" name="矩形 10"/>
          <p:cNvSpPr/>
          <p:nvPr/>
        </p:nvSpPr>
        <p:spPr>
          <a:xfrm>
            <a:off x="0" y="6501381"/>
            <a:ext cx="12192000" cy="151993"/>
          </a:xfrm>
          <a:prstGeom prst="rect">
            <a:avLst/>
          </a:prstGeom>
          <a:solidFill>
            <a:srgbClr val="3A41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7" name="内容占位符 2"/>
          <p:cNvSpPr txBox="1">
            <a:spLocks/>
          </p:cNvSpPr>
          <p:nvPr/>
        </p:nvSpPr>
        <p:spPr>
          <a:xfrm>
            <a:off x="6916235" y="2521674"/>
            <a:ext cx="5252063" cy="2659014"/>
          </a:xfrm>
          <a:prstGeom prst="rect">
            <a:avLst/>
          </a:prstGeom>
        </p:spPr>
        <p:txBody>
          <a:bodyPr vert="horz" lIns="91440" tIns="45720" rIns="91440" bIns="45720" rtlCol="0">
            <a:noAutofit/>
          </a:bodyPr>
          <a:lstStyle>
            <a:lvl1pPr indent="456971" defTabSz="914354">
              <a:lnSpc>
                <a:spcPct val="125000"/>
              </a:lnSpc>
              <a:spcBef>
                <a:spcPts val="0"/>
              </a:spcBef>
              <a:buClr>
                <a:schemeClr val="tx2">
                  <a:lumMod val="75000"/>
                </a:schemeClr>
              </a:buClr>
              <a:buSzPct val="80000"/>
              <a:buFont typeface="Wingdings" pitchFamily="2" charset="2"/>
              <a:buNone/>
              <a:defRPr sz="1400" b="1"/>
            </a:lvl1pPr>
            <a:lvl2pPr marL="685766" indent="-228589" defTabSz="914354">
              <a:lnSpc>
                <a:spcPct val="90000"/>
              </a:lnSpc>
              <a:spcBef>
                <a:spcPts val="500"/>
              </a:spcBef>
              <a:buFont typeface="Arial" panose="020B0604020202020204" pitchFamily="34" charset="0"/>
              <a:buChar char="•"/>
              <a:defRPr sz="1600">
                <a:solidFill>
                  <a:schemeClr val="tx1">
                    <a:lumMod val="75000"/>
                    <a:lumOff val="25000"/>
                  </a:schemeClr>
                </a:solidFill>
              </a:defRPr>
            </a:lvl2pPr>
            <a:lvl3pPr marL="1142942" indent="-228589" defTabSz="914354">
              <a:lnSpc>
                <a:spcPct val="90000"/>
              </a:lnSpc>
              <a:spcBef>
                <a:spcPts val="500"/>
              </a:spcBef>
              <a:buFont typeface="Arial" panose="020B0604020202020204" pitchFamily="34" charset="0"/>
              <a:buChar char="•"/>
              <a:defRPr sz="1400"/>
            </a:lvl3pPr>
            <a:lvl4pPr marL="1600120" indent="-228589" defTabSz="914354">
              <a:lnSpc>
                <a:spcPct val="90000"/>
              </a:lnSpc>
              <a:spcBef>
                <a:spcPts val="500"/>
              </a:spcBef>
              <a:buFont typeface="Arial" panose="020B0604020202020204" pitchFamily="34" charset="0"/>
              <a:buChar char="•"/>
              <a:defRPr sz="1200"/>
            </a:lvl4pPr>
            <a:lvl5pPr marL="2057298" indent="-228589" defTabSz="914354">
              <a:lnSpc>
                <a:spcPct val="90000"/>
              </a:lnSpc>
              <a:spcBef>
                <a:spcPts val="500"/>
              </a:spcBef>
              <a:buFont typeface="Arial" panose="020B0604020202020204" pitchFamily="34" charset="0"/>
              <a:buChar char="•"/>
              <a:defRPr sz="1200"/>
            </a:lvl5pPr>
            <a:lvl6pPr marL="2514474" indent="-228589" defTabSz="914354">
              <a:lnSpc>
                <a:spcPct val="90000"/>
              </a:lnSpc>
              <a:spcBef>
                <a:spcPts val="500"/>
              </a:spcBef>
              <a:buFont typeface="Arial" panose="020B0604020202020204" pitchFamily="34" charset="0"/>
              <a:buChar char="•"/>
            </a:lvl6pPr>
            <a:lvl7pPr marL="2971652" indent="-228589" defTabSz="914354">
              <a:lnSpc>
                <a:spcPct val="90000"/>
              </a:lnSpc>
              <a:spcBef>
                <a:spcPts val="500"/>
              </a:spcBef>
              <a:buFont typeface="Arial" panose="020B0604020202020204" pitchFamily="34" charset="0"/>
              <a:buChar char="•"/>
            </a:lvl7pPr>
            <a:lvl8pPr marL="3428829" indent="-228589" defTabSz="914354">
              <a:lnSpc>
                <a:spcPct val="90000"/>
              </a:lnSpc>
              <a:spcBef>
                <a:spcPts val="500"/>
              </a:spcBef>
              <a:buFont typeface="Arial" panose="020B0604020202020204" pitchFamily="34" charset="0"/>
              <a:buChar char="•"/>
            </a:lvl8pPr>
            <a:lvl9pPr marL="3886006" indent="-228589" defTabSz="914354">
              <a:lnSpc>
                <a:spcPct val="90000"/>
              </a:lnSpc>
              <a:spcBef>
                <a:spcPts val="500"/>
              </a:spcBef>
              <a:buFont typeface="Arial" panose="020B0604020202020204" pitchFamily="34" charset="0"/>
              <a:buChar char="•"/>
            </a:lvl9pPr>
          </a:lstStyle>
          <a:p>
            <a:r>
              <a:rPr lang="en-US" altLang="zh-CN" dirty="0"/>
              <a:t>void Test1_Task ( void *</a:t>
            </a:r>
            <a:r>
              <a:rPr lang="en-US" altLang="zh-CN" dirty="0" err="1"/>
              <a:t>arg</a:t>
            </a:r>
            <a:r>
              <a:rPr lang="en-US" altLang="zh-CN" dirty="0"/>
              <a:t> ) { 		(5)</a:t>
            </a:r>
          </a:p>
          <a:p>
            <a:r>
              <a:rPr lang="en-US" altLang="zh-CN" dirty="0"/>
              <a:t> while (1) {</a:t>
            </a:r>
          </a:p>
          <a:p>
            <a:r>
              <a:rPr lang="en-US" altLang="zh-CN" dirty="0"/>
              <a:t>           /* </a:t>
            </a:r>
            <a:r>
              <a:rPr lang="zh-CN" altLang="en-US" dirty="0"/>
              <a:t>任务主体，必须有阻塞的情况出现 *</a:t>
            </a:r>
            <a:r>
              <a:rPr lang="en-US" altLang="zh-CN" dirty="0"/>
              <a:t>/</a:t>
            </a:r>
          </a:p>
          <a:p>
            <a:r>
              <a:rPr lang="en-US" altLang="zh-CN" dirty="0"/>
              <a:t>      }</a:t>
            </a:r>
          </a:p>
          <a:p>
            <a:r>
              <a:rPr lang="en-US" altLang="zh-CN" dirty="0"/>
              <a:t> }</a:t>
            </a:r>
          </a:p>
          <a:p>
            <a:r>
              <a:rPr lang="en-US" altLang="zh-CN" dirty="0"/>
              <a:t> void Test2_Task ( void *</a:t>
            </a:r>
            <a:r>
              <a:rPr lang="en-US" altLang="zh-CN" dirty="0" err="1"/>
              <a:t>arg</a:t>
            </a:r>
            <a:r>
              <a:rPr lang="en-US" altLang="zh-CN" dirty="0"/>
              <a:t> ) {              		(6)</a:t>
            </a:r>
          </a:p>
          <a:p>
            <a:r>
              <a:rPr lang="en-US" altLang="zh-CN" dirty="0"/>
              <a:t>while (1) {</a:t>
            </a:r>
          </a:p>
          <a:p>
            <a:r>
              <a:rPr lang="en-US" altLang="zh-CN" dirty="0"/>
              <a:t>           /* </a:t>
            </a:r>
            <a:r>
              <a:rPr lang="zh-CN" altLang="en-US" dirty="0"/>
              <a:t>任务主体，必须有阻塞的情况出现 *</a:t>
            </a:r>
            <a:r>
              <a:rPr lang="en-US" altLang="zh-CN" dirty="0"/>
              <a:t>/</a:t>
            </a:r>
          </a:p>
          <a:p>
            <a:r>
              <a:rPr lang="en-US" altLang="zh-CN" dirty="0"/>
              <a:t>      }</a:t>
            </a:r>
          </a:p>
          <a:p>
            <a:r>
              <a:rPr lang="en-US" altLang="zh-CN" dirty="0"/>
              <a:t> }</a:t>
            </a:r>
          </a:p>
        </p:txBody>
      </p:sp>
      <p:cxnSp>
        <p:nvCxnSpPr>
          <p:cNvPr id="22" name="直接连接符 21"/>
          <p:cNvCxnSpPr/>
          <p:nvPr/>
        </p:nvCxnSpPr>
        <p:spPr>
          <a:xfrm>
            <a:off x="6096000" y="2493976"/>
            <a:ext cx="76160" cy="3860372"/>
          </a:xfrm>
          <a:prstGeom prst="line">
            <a:avLst/>
          </a:prstGeom>
        </p:spPr>
        <p:style>
          <a:lnRef idx="1">
            <a:schemeClr val="accent1"/>
          </a:lnRef>
          <a:fillRef idx="0">
            <a:schemeClr val="accent1"/>
          </a:fillRef>
          <a:effectRef idx="0">
            <a:schemeClr val="accent1"/>
          </a:effectRef>
          <a:fontRef idx="minor">
            <a:schemeClr val="tx1"/>
          </a:fontRef>
        </p:style>
      </p:cxnSp>
      <p:sp>
        <p:nvSpPr>
          <p:cNvPr id="24" name="圆角矩形标注 23"/>
          <p:cNvSpPr/>
          <p:nvPr/>
        </p:nvSpPr>
        <p:spPr>
          <a:xfrm>
            <a:off x="2364144" y="2493975"/>
            <a:ext cx="4090587" cy="558489"/>
          </a:xfrm>
          <a:prstGeom prst="wedgeRoundRectCallout">
            <a:avLst>
              <a:gd name="adj1" fmla="val -67090"/>
              <a:gd name="adj2" fmla="val 60622"/>
              <a:gd name="adj3" fmla="val 16667"/>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sz="1199" b="1" dirty="0">
                <a:solidFill>
                  <a:srgbClr val="C00000"/>
                </a:solidFill>
              </a:rPr>
              <a:t>硬件初始化，属于裸机的范畴，读者可以把需要使用到的硬件都初始化完成并进行测试，确保硬件能够正常工作。</a:t>
            </a:r>
            <a:endParaRPr lang="zh-CN" altLang="en-US" sz="1199" b="1" dirty="0">
              <a:solidFill>
                <a:srgbClr val="C00000"/>
              </a:solidFill>
            </a:endParaRPr>
          </a:p>
        </p:txBody>
      </p:sp>
      <p:sp>
        <p:nvSpPr>
          <p:cNvPr id="25" name="圆角矩形标注 24"/>
          <p:cNvSpPr/>
          <p:nvPr/>
        </p:nvSpPr>
        <p:spPr>
          <a:xfrm>
            <a:off x="2989133" y="3152309"/>
            <a:ext cx="3456972" cy="899769"/>
          </a:xfrm>
          <a:prstGeom prst="wedgeRoundRectCallout">
            <a:avLst>
              <a:gd name="adj1" fmla="val -78633"/>
              <a:gd name="adj2" fmla="val 19510"/>
              <a:gd name="adj3" fmla="val 16667"/>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99" b="1" dirty="0">
                <a:solidFill>
                  <a:srgbClr val="C00000"/>
                </a:solidFill>
              </a:rPr>
              <a:t>RTOS</a:t>
            </a:r>
            <a:r>
              <a:rPr lang="zh-CN" altLang="en-US" sz="1199" b="1" dirty="0">
                <a:solidFill>
                  <a:srgbClr val="C00000"/>
                </a:solidFill>
              </a:rPr>
              <a:t>初始化。不同的系统初始化所完成的工作是不一样的，在</a:t>
            </a:r>
            <a:r>
              <a:rPr lang="en-US" altLang="zh-CN" sz="1199" b="1" dirty="0" err="1">
                <a:solidFill>
                  <a:srgbClr val="C00000"/>
                </a:solidFill>
              </a:rPr>
              <a:t>LiteOS</a:t>
            </a:r>
            <a:r>
              <a:rPr lang="zh-CN" altLang="en-US" sz="1199" b="1" dirty="0">
                <a:solidFill>
                  <a:srgbClr val="C00000"/>
                </a:solidFill>
              </a:rPr>
              <a:t>中，需要对系统内存、内核资源等进行初始化；此外，需要创建一个空闲任务以保证系统的正常运行。</a:t>
            </a:r>
          </a:p>
        </p:txBody>
      </p:sp>
      <p:sp>
        <p:nvSpPr>
          <p:cNvPr id="26" name="圆角矩形标注 25"/>
          <p:cNvSpPr/>
          <p:nvPr/>
        </p:nvSpPr>
        <p:spPr>
          <a:xfrm>
            <a:off x="2637761" y="4787253"/>
            <a:ext cx="3929640" cy="560652"/>
          </a:xfrm>
          <a:prstGeom prst="wedgeRoundRectCallout">
            <a:avLst>
              <a:gd name="adj1" fmla="val -57918"/>
              <a:gd name="adj2" fmla="val -79430"/>
              <a:gd name="adj3" fmla="val 16667"/>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99" b="1" dirty="0">
                <a:solidFill>
                  <a:srgbClr val="C00000"/>
                </a:solidFill>
              </a:rPr>
              <a:t>创建各种用户任务。此处用户需要把所有系统中的所有任务都创建完成，但此时系统还未开始调度。</a:t>
            </a:r>
          </a:p>
        </p:txBody>
      </p:sp>
      <p:sp>
        <p:nvSpPr>
          <p:cNvPr id="27" name="圆角矩形标注 26"/>
          <p:cNvSpPr/>
          <p:nvPr/>
        </p:nvSpPr>
        <p:spPr>
          <a:xfrm>
            <a:off x="2516464" y="5587864"/>
            <a:ext cx="4569620" cy="526525"/>
          </a:xfrm>
          <a:prstGeom prst="wedgeRoundRectCallout">
            <a:avLst>
              <a:gd name="adj1" fmla="val -56199"/>
              <a:gd name="adj2" fmla="val 10483"/>
              <a:gd name="adj3" fmla="val 16667"/>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99" b="1" dirty="0">
                <a:solidFill>
                  <a:srgbClr val="C00000"/>
                </a:solidFill>
              </a:rPr>
              <a:t>启动</a:t>
            </a:r>
            <a:r>
              <a:rPr lang="en-US" altLang="zh-CN" sz="1199" b="1" dirty="0">
                <a:solidFill>
                  <a:srgbClr val="C00000"/>
                </a:solidFill>
              </a:rPr>
              <a:t>RTOS</a:t>
            </a:r>
            <a:r>
              <a:rPr lang="zh-CN" altLang="en-US" sz="1199" b="1" dirty="0">
                <a:solidFill>
                  <a:srgbClr val="C00000"/>
                </a:solidFill>
              </a:rPr>
              <a:t>调度器，系统开始任务调度。此时，调度器会从已经创建完成的就绪任务中选择一个优先级最高的任务开始运行。</a:t>
            </a:r>
          </a:p>
        </p:txBody>
      </p:sp>
      <p:sp>
        <p:nvSpPr>
          <p:cNvPr id="28" name="圆角矩形标注 27"/>
          <p:cNvSpPr/>
          <p:nvPr/>
        </p:nvSpPr>
        <p:spPr>
          <a:xfrm>
            <a:off x="7720058" y="3428404"/>
            <a:ext cx="3665828" cy="1375443"/>
          </a:xfrm>
          <a:prstGeom prst="wedgeRoundRectCallout">
            <a:avLst>
              <a:gd name="adj1" fmla="val -35915"/>
              <a:gd name="adj2" fmla="val -84466"/>
              <a:gd name="adj3" fmla="val 16667"/>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r>
              <a:rPr lang="zh-CN" altLang="en-US" sz="1199" b="1" dirty="0">
                <a:solidFill>
                  <a:srgbClr val="C00000"/>
                </a:solidFill>
              </a:rPr>
              <a:t>（</a:t>
            </a:r>
            <a:r>
              <a:rPr lang="en-US" altLang="zh-CN" sz="1199" b="1" dirty="0">
                <a:solidFill>
                  <a:srgbClr val="C00000"/>
                </a:solidFill>
              </a:rPr>
              <a:t>5</a:t>
            </a:r>
            <a:r>
              <a:rPr lang="zh-CN" altLang="en-US" sz="1199" b="1" dirty="0">
                <a:solidFill>
                  <a:srgbClr val="C00000"/>
                </a:solidFill>
              </a:rPr>
              <a:t>）和（</a:t>
            </a:r>
            <a:r>
              <a:rPr lang="en-US" altLang="zh-CN" sz="1199" b="1" dirty="0">
                <a:solidFill>
                  <a:srgbClr val="C00000"/>
                </a:solidFill>
              </a:rPr>
              <a:t>6</a:t>
            </a:r>
            <a:r>
              <a:rPr lang="zh-CN" altLang="en-US" sz="1199" b="1" dirty="0">
                <a:solidFill>
                  <a:srgbClr val="C00000"/>
                </a:solidFill>
              </a:rPr>
              <a:t>）：任务主体通常是一个不带返回值并无限循环的</a:t>
            </a:r>
            <a:r>
              <a:rPr lang="en-US" altLang="zh-CN" sz="1199" b="1" dirty="0">
                <a:solidFill>
                  <a:srgbClr val="C00000"/>
                </a:solidFill>
              </a:rPr>
              <a:t>C</a:t>
            </a:r>
            <a:r>
              <a:rPr lang="zh-CN" altLang="en-US" sz="1199" b="1" dirty="0">
                <a:solidFill>
                  <a:srgbClr val="C00000"/>
                </a:solidFill>
              </a:rPr>
              <a:t>函数，函数体中必须有阻塞的情况出现，否则该任务会一直在</a:t>
            </a:r>
            <a:r>
              <a:rPr lang="en-US" altLang="zh-CN" sz="1199" b="1" dirty="0">
                <a:solidFill>
                  <a:srgbClr val="C00000"/>
                </a:solidFill>
              </a:rPr>
              <a:t>while</a:t>
            </a:r>
            <a:r>
              <a:rPr lang="zh-CN" altLang="en-US" sz="1199" b="1" dirty="0">
                <a:solidFill>
                  <a:srgbClr val="C00000"/>
                </a:solidFill>
              </a:rPr>
              <a:t>循环中占有</a:t>
            </a:r>
            <a:r>
              <a:rPr lang="en-US" altLang="zh-CN" sz="1199" b="1" dirty="0">
                <a:solidFill>
                  <a:srgbClr val="C00000"/>
                </a:solidFill>
              </a:rPr>
              <a:t>CPU</a:t>
            </a:r>
            <a:r>
              <a:rPr lang="zh-CN" altLang="en-US" sz="1199" b="1" dirty="0">
                <a:solidFill>
                  <a:srgbClr val="C00000"/>
                </a:solidFill>
              </a:rPr>
              <a:t>，导致系统中优先级比它低的任务无法获得</a:t>
            </a:r>
            <a:r>
              <a:rPr lang="en-US" altLang="zh-CN" sz="1199" b="1" dirty="0">
                <a:solidFill>
                  <a:srgbClr val="C00000"/>
                </a:solidFill>
              </a:rPr>
              <a:t>CPU</a:t>
            </a:r>
            <a:r>
              <a:rPr lang="zh-CN" altLang="en-US" sz="1199" b="1" dirty="0">
                <a:solidFill>
                  <a:srgbClr val="C00000"/>
                </a:solidFill>
              </a:rPr>
              <a:t>的使用权。</a:t>
            </a:r>
          </a:p>
        </p:txBody>
      </p:sp>
      <p:sp>
        <p:nvSpPr>
          <p:cNvPr id="18" name="矩形 17">
            <a:extLst>
              <a:ext uri="{FF2B5EF4-FFF2-40B4-BE49-F238E27FC236}">
                <a16:creationId xmlns:a16="http://schemas.microsoft.com/office/drawing/2014/main" id="{ADFA951A-978E-4E8D-A85A-85B6177AC588}"/>
              </a:ext>
            </a:extLst>
          </p:cNvPr>
          <p:cNvSpPr/>
          <p:nvPr/>
        </p:nvSpPr>
        <p:spPr>
          <a:xfrm>
            <a:off x="0" y="-21316"/>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smtClean="0">
                <a:cs typeface="+mn-ea"/>
                <a:sym typeface="+mn-lt"/>
              </a:rPr>
              <a:t>3.5LiteOS</a:t>
            </a:r>
            <a:r>
              <a:rPr lang="zh-CN" altLang="en-US" sz="2800" b="1" dirty="0" smtClean="0">
                <a:cs typeface="+mn-ea"/>
                <a:sym typeface="+mn-lt"/>
              </a:rPr>
              <a:t>启动流程</a:t>
            </a:r>
            <a:endParaRPr lang="zh-CN" altLang="en-US" sz="2800" b="1" dirty="0">
              <a:solidFill>
                <a:schemeClr val="bg1"/>
              </a:solidFill>
              <a:cs typeface="+mn-ea"/>
              <a:sym typeface="+mn-lt"/>
            </a:endParaRPr>
          </a:p>
        </p:txBody>
      </p:sp>
      <p:sp>
        <p:nvSpPr>
          <p:cNvPr id="19"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Tree>
    <p:extLst>
      <p:ext uri="{BB962C8B-B14F-4D97-AF65-F5344CB8AC3E}">
        <p14:creationId xmlns:p14="http://schemas.microsoft.com/office/powerpoint/2010/main" val="33672980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barn(inVertical)">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barn(inVertical)">
                                      <p:cBhvr>
                                        <p:cTn id="12" dur="5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barn(inVertical)">
                                      <p:cBhvr>
                                        <p:cTn id="17" dur="500"/>
                                        <p:tgtEl>
                                          <p:spTgt spid="26"/>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barn(inVertical)">
                                      <p:cBhvr>
                                        <p:cTn id="22" dur="500"/>
                                        <p:tgtEl>
                                          <p:spTgt spid="27"/>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barn(inVertical)">
                                      <p:cBhvr>
                                        <p:cTn id="27"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26" grpId="0" animBg="1"/>
      <p:bldP spid="27" grpId="0" animBg="1"/>
      <p:bldP spid="28"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矩形 114"/>
          <p:cNvSpPr/>
          <p:nvPr/>
        </p:nvSpPr>
        <p:spPr>
          <a:xfrm>
            <a:off x="6248321" y="1306559"/>
            <a:ext cx="5947903" cy="54325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3" name="内容占位符 2"/>
          <p:cNvSpPr>
            <a:spLocks noGrp="1"/>
          </p:cNvSpPr>
          <p:nvPr>
            <p:ph idx="1"/>
          </p:nvPr>
        </p:nvSpPr>
        <p:spPr>
          <a:xfrm>
            <a:off x="460136" y="1923598"/>
            <a:ext cx="5410239" cy="2589452"/>
          </a:xfrm>
        </p:spPr>
        <p:txBody>
          <a:bodyPr>
            <a:normAutofit/>
          </a:bodyPr>
          <a:lstStyle/>
          <a:p>
            <a:pPr marL="0" indent="456971">
              <a:lnSpc>
                <a:spcPct val="145000"/>
              </a:lnSpc>
              <a:buClr>
                <a:schemeClr val="tx2">
                  <a:lumMod val="75000"/>
                </a:schemeClr>
              </a:buClr>
              <a:buNone/>
            </a:pPr>
            <a:r>
              <a:rPr lang="zh-CN" altLang="en-US" dirty="0">
                <a:solidFill>
                  <a:schemeClr val="tx1"/>
                </a:solidFill>
              </a:rPr>
              <a:t>这种启动方式的过程：在</a:t>
            </a:r>
            <a:r>
              <a:rPr lang="en-US" altLang="zh-CN" dirty="0">
                <a:solidFill>
                  <a:schemeClr val="tx1"/>
                </a:solidFill>
              </a:rPr>
              <a:t>main</a:t>
            </a:r>
            <a:r>
              <a:rPr lang="zh-CN" altLang="en-US" dirty="0">
                <a:solidFill>
                  <a:schemeClr val="tx1"/>
                </a:solidFill>
              </a:rPr>
              <a:t>函数中将系统硬件与</a:t>
            </a:r>
            <a:r>
              <a:rPr lang="en-US" altLang="zh-CN" dirty="0">
                <a:solidFill>
                  <a:schemeClr val="tx1"/>
                </a:solidFill>
              </a:rPr>
              <a:t>RTOS</a:t>
            </a:r>
            <a:r>
              <a:rPr lang="zh-CN" altLang="en-US" dirty="0">
                <a:solidFill>
                  <a:schemeClr val="tx1"/>
                </a:solidFill>
              </a:rPr>
              <a:t>内核初始化完成，再创建一个启动任务（或者称之为</a:t>
            </a:r>
            <a:r>
              <a:rPr lang="en-US" altLang="zh-CN" dirty="0">
                <a:solidFill>
                  <a:schemeClr val="tx1"/>
                </a:solidFill>
              </a:rPr>
              <a:t>App</a:t>
            </a:r>
            <a:r>
              <a:rPr lang="zh-CN" altLang="en-US" dirty="0">
                <a:solidFill>
                  <a:schemeClr val="tx1"/>
                </a:solidFill>
              </a:rPr>
              <a:t>任务）后立即启动调度器，在启动任务中创建各种应用任务，当系统的所有任务都创建成功后，启动任务会把自己删除，具体的伪代码实现如代码</a:t>
            </a:r>
            <a:r>
              <a:rPr lang="zh-CN" altLang="en-US" dirty="0" smtClean="0">
                <a:solidFill>
                  <a:schemeClr val="tx1"/>
                </a:solidFill>
              </a:rPr>
              <a:t>清单所</a:t>
            </a:r>
            <a:r>
              <a:rPr lang="zh-CN" altLang="en-US" dirty="0">
                <a:solidFill>
                  <a:schemeClr val="tx1"/>
                </a:solidFill>
              </a:rPr>
              <a:t>示。</a:t>
            </a:r>
          </a:p>
        </p:txBody>
      </p:sp>
      <p:sp>
        <p:nvSpPr>
          <p:cNvPr id="4" name="内容占位符 3"/>
          <p:cNvSpPr>
            <a:spLocks noGrp="1"/>
          </p:cNvSpPr>
          <p:nvPr>
            <p:ph idx="13"/>
          </p:nvPr>
        </p:nvSpPr>
        <p:spPr>
          <a:xfrm>
            <a:off x="725268" y="743162"/>
            <a:ext cx="10741463" cy="464216"/>
          </a:xfrm>
        </p:spPr>
        <p:txBody>
          <a:bodyPr>
            <a:normAutofit/>
          </a:bodyPr>
          <a:lstStyle/>
          <a:p>
            <a:r>
              <a:rPr lang="zh-CN" altLang="en-US" b="1" dirty="0"/>
              <a:t>第二种启动方式</a:t>
            </a:r>
          </a:p>
        </p:txBody>
      </p:sp>
      <p:sp>
        <p:nvSpPr>
          <p:cNvPr id="99" name="矩形 98"/>
          <p:cNvSpPr/>
          <p:nvPr/>
        </p:nvSpPr>
        <p:spPr>
          <a:xfrm>
            <a:off x="460136" y="5263772"/>
            <a:ext cx="5410239" cy="1066245"/>
          </a:xfrm>
          <a:prstGeom prst="rect">
            <a:avLst/>
          </a:prstGeom>
          <a:solidFill>
            <a:srgbClr val="2551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r>
              <a:rPr lang="zh-CN" altLang="en-US" sz="1799" dirty="0">
                <a:solidFill>
                  <a:schemeClr val="bg1"/>
                </a:solidFill>
              </a:rPr>
              <a:t>注意：此处提供的是伪代码，实际中不一定可用，仅作举例使用。</a:t>
            </a:r>
          </a:p>
        </p:txBody>
      </p:sp>
      <p:sp>
        <p:nvSpPr>
          <p:cNvPr id="100" name="矩形 99"/>
          <p:cNvSpPr/>
          <p:nvPr/>
        </p:nvSpPr>
        <p:spPr>
          <a:xfrm>
            <a:off x="0" y="1145232"/>
            <a:ext cx="12192000" cy="151993"/>
          </a:xfrm>
          <a:prstGeom prst="rect">
            <a:avLst/>
          </a:prstGeom>
          <a:solidFill>
            <a:srgbClr val="3A41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16" name="内容占位符 2"/>
          <p:cNvSpPr txBox="1">
            <a:spLocks/>
          </p:cNvSpPr>
          <p:nvPr/>
        </p:nvSpPr>
        <p:spPr>
          <a:xfrm>
            <a:off x="6396875" y="1306559"/>
            <a:ext cx="5310566" cy="5124967"/>
          </a:xfrm>
          <a:prstGeom prst="rect">
            <a:avLst/>
          </a:prstGeom>
        </p:spPr>
        <p:txBody>
          <a:bodyPr vert="horz" lIns="91440" tIns="45720" rIns="91440" bIns="45720" rtlCol="0">
            <a:noAutofit/>
          </a:bodyPr>
          <a:lstStyle>
            <a:lvl1pPr indent="456971" defTabSz="914354">
              <a:lnSpc>
                <a:spcPct val="125000"/>
              </a:lnSpc>
              <a:spcBef>
                <a:spcPts val="0"/>
              </a:spcBef>
              <a:buClr>
                <a:schemeClr val="tx2">
                  <a:lumMod val="75000"/>
                </a:schemeClr>
              </a:buClr>
              <a:buSzPct val="80000"/>
              <a:buFont typeface="Wingdings" pitchFamily="2" charset="2"/>
              <a:buNone/>
              <a:defRPr sz="1400" b="1"/>
            </a:lvl1pPr>
            <a:lvl2pPr marL="685766" indent="-228589" defTabSz="914354">
              <a:lnSpc>
                <a:spcPct val="90000"/>
              </a:lnSpc>
              <a:spcBef>
                <a:spcPts val="500"/>
              </a:spcBef>
              <a:buFont typeface="Arial" panose="020B0604020202020204" pitchFamily="34" charset="0"/>
              <a:buChar char="•"/>
              <a:defRPr sz="1600">
                <a:solidFill>
                  <a:schemeClr val="tx1">
                    <a:lumMod val="75000"/>
                    <a:lumOff val="25000"/>
                  </a:schemeClr>
                </a:solidFill>
              </a:defRPr>
            </a:lvl2pPr>
            <a:lvl3pPr marL="1142942" indent="-228589" defTabSz="914354">
              <a:lnSpc>
                <a:spcPct val="90000"/>
              </a:lnSpc>
              <a:spcBef>
                <a:spcPts val="500"/>
              </a:spcBef>
              <a:buFont typeface="Arial" panose="020B0604020202020204" pitchFamily="34" charset="0"/>
              <a:buChar char="•"/>
              <a:defRPr sz="1400"/>
            </a:lvl3pPr>
            <a:lvl4pPr marL="1600120" indent="-228589" defTabSz="914354">
              <a:lnSpc>
                <a:spcPct val="90000"/>
              </a:lnSpc>
              <a:spcBef>
                <a:spcPts val="500"/>
              </a:spcBef>
              <a:buFont typeface="Arial" panose="020B0604020202020204" pitchFamily="34" charset="0"/>
              <a:buChar char="•"/>
              <a:defRPr sz="1200"/>
            </a:lvl4pPr>
            <a:lvl5pPr marL="2057298" indent="-228589" defTabSz="914354">
              <a:lnSpc>
                <a:spcPct val="90000"/>
              </a:lnSpc>
              <a:spcBef>
                <a:spcPts val="500"/>
              </a:spcBef>
              <a:buFont typeface="Arial" panose="020B0604020202020204" pitchFamily="34" charset="0"/>
              <a:buChar char="•"/>
              <a:defRPr sz="1200"/>
            </a:lvl5pPr>
            <a:lvl6pPr marL="2514474" indent="-228589" defTabSz="914354">
              <a:lnSpc>
                <a:spcPct val="90000"/>
              </a:lnSpc>
              <a:spcBef>
                <a:spcPts val="500"/>
              </a:spcBef>
              <a:buFont typeface="Arial" panose="020B0604020202020204" pitchFamily="34" charset="0"/>
              <a:buChar char="•"/>
            </a:lvl6pPr>
            <a:lvl7pPr marL="2971652" indent="-228589" defTabSz="914354">
              <a:lnSpc>
                <a:spcPct val="90000"/>
              </a:lnSpc>
              <a:spcBef>
                <a:spcPts val="500"/>
              </a:spcBef>
              <a:buFont typeface="Arial" panose="020B0604020202020204" pitchFamily="34" charset="0"/>
              <a:buChar char="•"/>
            </a:lvl7pPr>
            <a:lvl8pPr marL="3428829" indent="-228589" defTabSz="914354">
              <a:lnSpc>
                <a:spcPct val="90000"/>
              </a:lnSpc>
              <a:spcBef>
                <a:spcPts val="500"/>
              </a:spcBef>
              <a:buFont typeface="Arial" panose="020B0604020202020204" pitchFamily="34" charset="0"/>
              <a:buChar char="•"/>
            </a:lvl8pPr>
            <a:lvl9pPr marL="3886006" indent="-228589" defTabSz="914354">
              <a:lnSpc>
                <a:spcPct val="90000"/>
              </a:lnSpc>
              <a:spcBef>
                <a:spcPts val="500"/>
              </a:spcBef>
              <a:buFont typeface="Arial" panose="020B0604020202020204" pitchFamily="34" charset="0"/>
              <a:buChar char="•"/>
            </a:lvl9pPr>
          </a:lstStyle>
          <a:p>
            <a:r>
              <a:rPr lang="en-US" altLang="zh-CN" dirty="0"/>
              <a:t>int main (void) {</a:t>
            </a:r>
          </a:p>
          <a:p>
            <a:r>
              <a:rPr lang="en-US" altLang="zh-CN" dirty="0"/>
              <a:t>       /* </a:t>
            </a:r>
            <a:r>
              <a:rPr lang="zh-CN" altLang="en-US" dirty="0"/>
              <a:t>硬件初始化 *</a:t>
            </a:r>
            <a:r>
              <a:rPr lang="en-US" altLang="zh-CN" dirty="0"/>
              <a:t>/</a:t>
            </a:r>
          </a:p>
          <a:p>
            <a:r>
              <a:rPr lang="en-US" altLang="zh-CN" dirty="0"/>
              <a:t>       </a:t>
            </a:r>
            <a:r>
              <a:rPr lang="en-US" altLang="zh-CN" dirty="0" err="1"/>
              <a:t>BSP_Init</a:t>
            </a:r>
            <a:r>
              <a:rPr lang="en-US" altLang="zh-CN" dirty="0"/>
              <a:t>();                          		 (1)</a:t>
            </a:r>
          </a:p>
          <a:p>
            <a:r>
              <a:rPr lang="en-US" altLang="zh-CN" dirty="0"/>
              <a:t>       /* RTOS </a:t>
            </a:r>
            <a:r>
              <a:rPr lang="zh-CN" altLang="en-US" dirty="0"/>
              <a:t>初始化 *</a:t>
            </a:r>
            <a:r>
              <a:rPr lang="en-US" altLang="zh-CN" dirty="0"/>
              <a:t>/</a:t>
            </a:r>
          </a:p>
          <a:p>
            <a:r>
              <a:rPr lang="en-US" altLang="zh-CN" dirty="0"/>
              <a:t>       </a:t>
            </a:r>
            <a:r>
              <a:rPr lang="en-US" altLang="zh-CN" dirty="0" err="1" smtClean="0"/>
              <a:t>LOS_KernelInit</a:t>
            </a:r>
            <a:r>
              <a:rPr lang="en-US" altLang="zh-CN" dirty="0" smtClean="0"/>
              <a:t>(); </a:t>
            </a:r>
            <a:r>
              <a:rPr lang="en-US" altLang="zh-CN" dirty="0"/>
              <a:t>		(2)</a:t>
            </a:r>
          </a:p>
          <a:p>
            <a:r>
              <a:rPr lang="en-US" altLang="zh-CN" dirty="0"/>
              <a:t>       /* </a:t>
            </a:r>
            <a:r>
              <a:rPr lang="zh-CN" altLang="en-US" dirty="0"/>
              <a:t>创建一个启动任务 *</a:t>
            </a:r>
            <a:r>
              <a:rPr lang="en-US" altLang="zh-CN" dirty="0"/>
              <a:t>/</a:t>
            </a:r>
          </a:p>
          <a:p>
            <a:r>
              <a:rPr lang="en-US" altLang="zh-CN" dirty="0"/>
              <a:t>      </a:t>
            </a:r>
            <a:r>
              <a:rPr lang="en-US" altLang="zh-CN" dirty="0" err="1"/>
              <a:t>Creat_App_Task</a:t>
            </a:r>
            <a:r>
              <a:rPr lang="en-US" altLang="zh-CN" dirty="0"/>
              <a:t>();		 (3)</a:t>
            </a:r>
          </a:p>
          <a:p>
            <a:r>
              <a:rPr lang="en-US" altLang="zh-CN" dirty="0"/>
              <a:t>       /* </a:t>
            </a:r>
            <a:r>
              <a:rPr lang="zh-CN" altLang="en-US" dirty="0"/>
              <a:t>启动</a:t>
            </a:r>
            <a:r>
              <a:rPr lang="en-US" altLang="zh-CN" dirty="0"/>
              <a:t>RTOS</a:t>
            </a:r>
            <a:r>
              <a:rPr lang="zh-CN" altLang="en-US" dirty="0"/>
              <a:t>，开始调度 *</a:t>
            </a:r>
            <a:r>
              <a:rPr lang="en-US" altLang="zh-CN" dirty="0"/>
              <a:t>/</a:t>
            </a:r>
          </a:p>
          <a:p>
            <a:r>
              <a:rPr lang="en-US" altLang="zh-CN" dirty="0"/>
              <a:t>       </a:t>
            </a:r>
            <a:r>
              <a:rPr lang="en-US" altLang="zh-CN" dirty="0" err="1"/>
              <a:t>RTOS_Start</a:t>
            </a:r>
            <a:r>
              <a:rPr lang="en-US" altLang="zh-CN" dirty="0"/>
              <a:t>(); 			(4)</a:t>
            </a:r>
          </a:p>
          <a:p>
            <a:r>
              <a:rPr lang="en-US" altLang="zh-CN" dirty="0"/>
              <a:t> }</a:t>
            </a:r>
          </a:p>
          <a:p>
            <a:r>
              <a:rPr lang="en-US" altLang="zh-CN" dirty="0"/>
              <a:t> /* </a:t>
            </a:r>
            <a:r>
              <a:rPr lang="zh-CN" altLang="en-US" dirty="0"/>
              <a:t>启动任务，在其中创建任务 *</a:t>
            </a:r>
            <a:r>
              <a:rPr lang="en-US" altLang="zh-CN" dirty="0"/>
              <a:t>/</a:t>
            </a:r>
          </a:p>
          <a:p>
            <a:r>
              <a:rPr lang="en-US" altLang="zh-CN" dirty="0"/>
              <a:t> void </a:t>
            </a:r>
            <a:r>
              <a:rPr lang="en-US" altLang="zh-CN" dirty="0" err="1"/>
              <a:t>App_Task_Start</a:t>
            </a:r>
            <a:r>
              <a:rPr lang="en-US" altLang="zh-CN" dirty="0"/>
              <a:t>( void *</a:t>
            </a:r>
            <a:r>
              <a:rPr lang="en-US" altLang="zh-CN" dirty="0" err="1"/>
              <a:t>arg</a:t>
            </a:r>
            <a:r>
              <a:rPr lang="en-US" altLang="zh-CN" dirty="0"/>
              <a:t> )       </a:t>
            </a:r>
            <a:r>
              <a:rPr lang="en-US" altLang="zh-CN" dirty="0" smtClean="0"/>
              <a:t>              </a:t>
            </a:r>
            <a:r>
              <a:rPr lang="en-US" altLang="zh-CN" dirty="0"/>
              <a:t>	 (5)</a:t>
            </a:r>
          </a:p>
          <a:p>
            <a:r>
              <a:rPr lang="en-US" altLang="zh-CN" dirty="0"/>
              <a:t> </a:t>
            </a:r>
            <a:r>
              <a:rPr lang="en-US" altLang="zh-CN" dirty="0" smtClean="0"/>
              <a:t>{      </a:t>
            </a:r>
            <a:r>
              <a:rPr lang="en-US" altLang="zh-CN" dirty="0"/>
              <a:t>/* </a:t>
            </a:r>
            <a:r>
              <a:rPr lang="zh-CN" altLang="en-US" dirty="0"/>
              <a:t>创建任务</a:t>
            </a:r>
            <a:r>
              <a:rPr lang="en-US" altLang="zh-CN" dirty="0"/>
              <a:t>1</a:t>
            </a:r>
            <a:r>
              <a:rPr lang="zh-CN" altLang="en-US" dirty="0"/>
              <a:t>并执行 *</a:t>
            </a:r>
            <a:r>
              <a:rPr lang="en-US" altLang="zh-CN" dirty="0"/>
              <a:t>/	</a:t>
            </a:r>
          </a:p>
          <a:p>
            <a:r>
              <a:rPr lang="en-US" altLang="zh-CN" dirty="0"/>
              <a:t>      Creat_Test1_Task();                                  	 (6)</a:t>
            </a:r>
          </a:p>
          <a:p>
            <a:r>
              <a:rPr lang="en-US" altLang="zh-CN" dirty="0"/>
              <a:t>      /* </a:t>
            </a:r>
            <a:r>
              <a:rPr lang="zh-CN" altLang="en-US" dirty="0"/>
              <a:t>当任务</a:t>
            </a:r>
            <a:r>
              <a:rPr lang="en-US" altLang="zh-CN" dirty="0"/>
              <a:t>1</a:t>
            </a:r>
            <a:r>
              <a:rPr lang="zh-CN" altLang="en-US" dirty="0"/>
              <a:t>阻塞时，继续创建任务</a:t>
            </a:r>
            <a:r>
              <a:rPr lang="en-US" altLang="zh-CN" dirty="0"/>
              <a:t>2</a:t>
            </a:r>
            <a:r>
              <a:rPr lang="zh-CN" altLang="en-US" dirty="0"/>
              <a:t>并执行 *</a:t>
            </a:r>
            <a:r>
              <a:rPr lang="en-US" altLang="zh-CN" dirty="0"/>
              <a:t>/</a:t>
            </a:r>
          </a:p>
          <a:p>
            <a:r>
              <a:rPr lang="en-US" altLang="zh-CN" dirty="0"/>
              <a:t>      Creat_Test2_Task();</a:t>
            </a:r>
          </a:p>
          <a:p>
            <a:r>
              <a:rPr lang="en-US" altLang="zh-CN" dirty="0"/>
              <a:t>      /* </a:t>
            </a:r>
            <a:r>
              <a:rPr lang="zh-CN" altLang="en-US" dirty="0"/>
              <a:t>继续创建各种任务 *</a:t>
            </a:r>
            <a:r>
              <a:rPr lang="en-US" altLang="zh-CN" dirty="0"/>
              <a:t>/</a:t>
            </a:r>
          </a:p>
          <a:p>
            <a:r>
              <a:rPr lang="en-US" altLang="zh-CN" dirty="0"/>
              <a:t>      /* </a:t>
            </a:r>
            <a:r>
              <a:rPr lang="zh-CN" altLang="en-US" dirty="0"/>
              <a:t>当任务创建完成后，删除启动任务 *</a:t>
            </a:r>
            <a:r>
              <a:rPr lang="en-US" altLang="zh-CN" dirty="0"/>
              <a:t>/</a:t>
            </a:r>
          </a:p>
          <a:p>
            <a:r>
              <a:rPr lang="en-US" altLang="zh-CN" dirty="0"/>
              <a:t>      </a:t>
            </a:r>
            <a:r>
              <a:rPr lang="en-US" altLang="zh-CN" dirty="0" err="1"/>
              <a:t>Delete_App_Task</a:t>
            </a:r>
            <a:r>
              <a:rPr lang="en-US" altLang="zh-CN" dirty="0"/>
              <a:t>();                                   	 (7)</a:t>
            </a:r>
          </a:p>
          <a:p>
            <a:r>
              <a:rPr lang="en-US" altLang="zh-CN" dirty="0"/>
              <a:t> }</a:t>
            </a:r>
          </a:p>
        </p:txBody>
      </p:sp>
      <p:sp>
        <p:nvSpPr>
          <p:cNvPr id="11" name="矩形 10">
            <a:extLst>
              <a:ext uri="{FF2B5EF4-FFF2-40B4-BE49-F238E27FC236}">
                <a16:creationId xmlns:a16="http://schemas.microsoft.com/office/drawing/2014/main" id="{ADFA951A-978E-4E8D-A85A-85B6177AC588}"/>
              </a:ext>
            </a:extLst>
          </p:cNvPr>
          <p:cNvSpPr/>
          <p:nvPr/>
        </p:nvSpPr>
        <p:spPr>
          <a:xfrm>
            <a:off x="0" y="-21316"/>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smtClean="0">
                <a:cs typeface="+mn-ea"/>
                <a:sym typeface="+mn-lt"/>
              </a:rPr>
              <a:t>3.5LiteOS</a:t>
            </a:r>
            <a:r>
              <a:rPr lang="zh-CN" altLang="en-US" sz="2800" b="1" dirty="0" smtClean="0">
                <a:cs typeface="+mn-ea"/>
                <a:sym typeface="+mn-lt"/>
              </a:rPr>
              <a:t>启动流程</a:t>
            </a:r>
            <a:endParaRPr lang="zh-CN" altLang="en-US" sz="2800" b="1" dirty="0">
              <a:solidFill>
                <a:schemeClr val="bg1"/>
              </a:solidFill>
              <a:cs typeface="+mn-ea"/>
              <a:sym typeface="+mn-lt"/>
            </a:endParaRPr>
          </a:p>
        </p:txBody>
      </p:sp>
      <p:sp>
        <p:nvSpPr>
          <p:cNvPr id="12"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Tree>
    <p:extLst>
      <p:ext uri="{BB962C8B-B14F-4D97-AF65-F5344CB8AC3E}">
        <p14:creationId xmlns:p14="http://schemas.microsoft.com/office/powerpoint/2010/main" val="274992021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矩形 114"/>
          <p:cNvSpPr/>
          <p:nvPr/>
        </p:nvSpPr>
        <p:spPr>
          <a:xfrm>
            <a:off x="0" y="991869"/>
            <a:ext cx="5105916" cy="56358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16" name="内容占位符 2"/>
          <p:cNvSpPr txBox="1">
            <a:spLocks/>
          </p:cNvSpPr>
          <p:nvPr/>
        </p:nvSpPr>
        <p:spPr>
          <a:xfrm>
            <a:off x="249139" y="1191994"/>
            <a:ext cx="4628296" cy="4750297"/>
          </a:xfrm>
          <a:prstGeom prst="rect">
            <a:avLst/>
          </a:prstGeom>
        </p:spPr>
        <p:txBody>
          <a:bodyPr vert="horz" lIns="91440" tIns="45720" rIns="91440" bIns="45720" rtlCol="0">
            <a:noAutofit/>
          </a:bodyPr>
          <a:lstStyle>
            <a:lvl1pPr indent="456971" defTabSz="914354">
              <a:lnSpc>
                <a:spcPct val="125000"/>
              </a:lnSpc>
              <a:spcBef>
                <a:spcPts val="0"/>
              </a:spcBef>
              <a:buClr>
                <a:schemeClr val="tx2">
                  <a:lumMod val="75000"/>
                </a:schemeClr>
              </a:buClr>
              <a:buSzPct val="80000"/>
              <a:buFont typeface="Wingdings" pitchFamily="2" charset="2"/>
              <a:buNone/>
              <a:defRPr sz="1400" b="1"/>
            </a:lvl1pPr>
            <a:lvl2pPr marL="685766" indent="-228589" defTabSz="914354">
              <a:lnSpc>
                <a:spcPct val="90000"/>
              </a:lnSpc>
              <a:spcBef>
                <a:spcPts val="500"/>
              </a:spcBef>
              <a:buFont typeface="Arial" panose="020B0604020202020204" pitchFamily="34" charset="0"/>
              <a:buChar char="•"/>
              <a:defRPr sz="1600">
                <a:solidFill>
                  <a:schemeClr val="tx1">
                    <a:lumMod val="75000"/>
                    <a:lumOff val="25000"/>
                  </a:schemeClr>
                </a:solidFill>
              </a:defRPr>
            </a:lvl2pPr>
            <a:lvl3pPr marL="1142942" indent="-228589" defTabSz="914354">
              <a:lnSpc>
                <a:spcPct val="90000"/>
              </a:lnSpc>
              <a:spcBef>
                <a:spcPts val="500"/>
              </a:spcBef>
              <a:buFont typeface="Arial" panose="020B0604020202020204" pitchFamily="34" charset="0"/>
              <a:buChar char="•"/>
              <a:defRPr sz="1400"/>
            </a:lvl3pPr>
            <a:lvl4pPr marL="1600120" indent="-228589" defTabSz="914354">
              <a:lnSpc>
                <a:spcPct val="90000"/>
              </a:lnSpc>
              <a:spcBef>
                <a:spcPts val="500"/>
              </a:spcBef>
              <a:buFont typeface="Arial" panose="020B0604020202020204" pitchFamily="34" charset="0"/>
              <a:buChar char="•"/>
              <a:defRPr sz="1200"/>
            </a:lvl4pPr>
            <a:lvl5pPr marL="2057298" indent="-228589" defTabSz="914354">
              <a:lnSpc>
                <a:spcPct val="90000"/>
              </a:lnSpc>
              <a:spcBef>
                <a:spcPts val="500"/>
              </a:spcBef>
              <a:buFont typeface="Arial" panose="020B0604020202020204" pitchFamily="34" charset="0"/>
              <a:buChar char="•"/>
              <a:defRPr sz="1200"/>
            </a:lvl5pPr>
            <a:lvl6pPr marL="2514474" indent="-228589" defTabSz="914354">
              <a:lnSpc>
                <a:spcPct val="90000"/>
              </a:lnSpc>
              <a:spcBef>
                <a:spcPts val="500"/>
              </a:spcBef>
              <a:buFont typeface="Arial" panose="020B0604020202020204" pitchFamily="34" charset="0"/>
              <a:buChar char="•"/>
            </a:lvl6pPr>
            <a:lvl7pPr marL="2971652" indent="-228589" defTabSz="914354">
              <a:lnSpc>
                <a:spcPct val="90000"/>
              </a:lnSpc>
              <a:spcBef>
                <a:spcPts val="500"/>
              </a:spcBef>
              <a:buFont typeface="Arial" panose="020B0604020202020204" pitchFamily="34" charset="0"/>
              <a:buChar char="•"/>
            </a:lvl7pPr>
            <a:lvl8pPr marL="3428829" indent="-228589" defTabSz="914354">
              <a:lnSpc>
                <a:spcPct val="90000"/>
              </a:lnSpc>
              <a:spcBef>
                <a:spcPts val="500"/>
              </a:spcBef>
              <a:buFont typeface="Arial" panose="020B0604020202020204" pitchFamily="34" charset="0"/>
              <a:buChar char="•"/>
            </a:lvl8pPr>
            <a:lvl9pPr marL="3886006" indent="-228589" defTabSz="914354">
              <a:lnSpc>
                <a:spcPct val="90000"/>
              </a:lnSpc>
              <a:spcBef>
                <a:spcPts val="500"/>
              </a:spcBef>
              <a:buFont typeface="Arial" panose="020B0604020202020204" pitchFamily="34" charset="0"/>
              <a:buChar char="•"/>
            </a:lvl9pPr>
          </a:lstStyle>
          <a:p>
            <a:r>
              <a:rPr lang="en-US" altLang="zh-CN" dirty="0"/>
              <a:t>void Test1_Task( void *</a:t>
            </a:r>
            <a:r>
              <a:rPr lang="en-US" altLang="zh-CN" dirty="0" err="1"/>
              <a:t>arg</a:t>
            </a:r>
            <a:r>
              <a:rPr lang="en-US" altLang="zh-CN" dirty="0"/>
              <a:t> ) 	(8)</a:t>
            </a:r>
          </a:p>
          <a:p>
            <a:r>
              <a:rPr lang="en-US" altLang="zh-CN" dirty="0"/>
              <a:t> {</a:t>
            </a:r>
          </a:p>
          <a:p>
            <a:r>
              <a:rPr lang="en-US" altLang="zh-CN" dirty="0"/>
              <a:t>      while (1)</a:t>
            </a:r>
          </a:p>
          <a:p>
            <a:r>
              <a:rPr lang="en-US" altLang="zh-CN" dirty="0"/>
              <a:t>      {</a:t>
            </a:r>
          </a:p>
          <a:p>
            <a:r>
              <a:rPr lang="en-US" altLang="zh-CN" dirty="0"/>
              <a:t>           /* </a:t>
            </a:r>
            <a:r>
              <a:rPr lang="zh-CN" altLang="en-US" dirty="0"/>
              <a:t>任务实体，必须有阻塞的情况出现 *</a:t>
            </a:r>
            <a:r>
              <a:rPr lang="en-US" altLang="zh-CN" dirty="0"/>
              <a:t>/</a:t>
            </a:r>
          </a:p>
          <a:p>
            <a:r>
              <a:rPr lang="en-US" altLang="zh-CN" dirty="0"/>
              <a:t>      }</a:t>
            </a:r>
          </a:p>
          <a:p>
            <a:r>
              <a:rPr lang="en-US" altLang="zh-CN" dirty="0"/>
              <a:t> }</a:t>
            </a:r>
          </a:p>
          <a:p>
            <a:r>
              <a:rPr lang="en-US" altLang="zh-CN" dirty="0"/>
              <a:t> void Test2_Task( void *</a:t>
            </a:r>
            <a:r>
              <a:rPr lang="en-US" altLang="zh-CN" dirty="0" err="1"/>
              <a:t>arg</a:t>
            </a:r>
            <a:r>
              <a:rPr lang="en-US" altLang="zh-CN" dirty="0"/>
              <a:t> ) 	(9)</a:t>
            </a:r>
          </a:p>
          <a:p>
            <a:r>
              <a:rPr lang="en-US" altLang="zh-CN" dirty="0"/>
              <a:t> {</a:t>
            </a:r>
          </a:p>
          <a:p>
            <a:r>
              <a:rPr lang="en-US" altLang="zh-CN" dirty="0"/>
              <a:t>      while (1)</a:t>
            </a:r>
          </a:p>
          <a:p>
            <a:r>
              <a:rPr lang="en-US" altLang="zh-CN" dirty="0"/>
              <a:t>      {</a:t>
            </a:r>
          </a:p>
          <a:p>
            <a:r>
              <a:rPr lang="en-US" altLang="zh-CN" dirty="0"/>
              <a:t>           /* </a:t>
            </a:r>
            <a:r>
              <a:rPr lang="zh-CN" altLang="en-US" dirty="0"/>
              <a:t>任务实体，必须有阻塞的情况出现 *</a:t>
            </a:r>
            <a:r>
              <a:rPr lang="en-US" altLang="zh-CN" dirty="0"/>
              <a:t>/</a:t>
            </a:r>
          </a:p>
          <a:p>
            <a:r>
              <a:rPr lang="en-US" altLang="zh-CN" dirty="0"/>
              <a:t>      }</a:t>
            </a:r>
          </a:p>
          <a:p>
            <a:r>
              <a:rPr lang="en-US" altLang="zh-CN" dirty="0"/>
              <a:t> }</a:t>
            </a:r>
          </a:p>
        </p:txBody>
      </p:sp>
      <p:sp>
        <p:nvSpPr>
          <p:cNvPr id="11" name="内容占位符 2"/>
          <p:cNvSpPr>
            <a:spLocks noGrp="1"/>
          </p:cNvSpPr>
          <p:nvPr>
            <p:ph idx="1"/>
          </p:nvPr>
        </p:nvSpPr>
        <p:spPr>
          <a:xfrm>
            <a:off x="5357155" y="764242"/>
            <a:ext cx="6679351" cy="5635071"/>
          </a:xfrm>
        </p:spPr>
        <p:txBody>
          <a:bodyPr>
            <a:normAutofit fontScale="92500" lnSpcReduction="20000"/>
          </a:bodyPr>
          <a:lstStyle/>
          <a:p>
            <a:pPr marL="0" indent="456971">
              <a:lnSpc>
                <a:spcPct val="145000"/>
              </a:lnSpc>
              <a:spcBef>
                <a:spcPts val="0"/>
              </a:spcBef>
              <a:buClr>
                <a:schemeClr val="tx2">
                  <a:lumMod val="75000"/>
                </a:schemeClr>
              </a:buClr>
              <a:buNone/>
            </a:pPr>
            <a:r>
              <a:rPr lang="zh-CN" altLang="en-US" b="1" dirty="0">
                <a:solidFill>
                  <a:schemeClr val="tx1"/>
                </a:solidFill>
              </a:rPr>
              <a:t>代码清单</a:t>
            </a:r>
            <a:r>
              <a:rPr lang="en-US" altLang="zh-CN" b="1" dirty="0" smtClean="0">
                <a:solidFill>
                  <a:schemeClr val="tx1"/>
                </a:solidFill>
              </a:rPr>
              <a:t>3~11</a:t>
            </a:r>
            <a:r>
              <a:rPr lang="zh-CN" altLang="en-US" b="1" dirty="0">
                <a:solidFill>
                  <a:schemeClr val="tx1"/>
                </a:solidFill>
              </a:rPr>
              <a:t>（</a:t>
            </a:r>
            <a:r>
              <a:rPr lang="en-US" altLang="zh-CN" b="1" dirty="0">
                <a:solidFill>
                  <a:schemeClr val="tx1"/>
                </a:solidFill>
              </a:rPr>
              <a:t>1</a:t>
            </a:r>
            <a:r>
              <a:rPr lang="zh-CN" altLang="en-US" b="1" dirty="0">
                <a:solidFill>
                  <a:schemeClr val="tx1"/>
                </a:solidFill>
              </a:rPr>
              <a:t>）：硬件初始化。</a:t>
            </a:r>
          </a:p>
          <a:p>
            <a:pPr marL="0" indent="456971">
              <a:lnSpc>
                <a:spcPct val="145000"/>
              </a:lnSpc>
              <a:spcBef>
                <a:spcPts val="0"/>
              </a:spcBef>
              <a:buClr>
                <a:schemeClr val="tx2">
                  <a:lumMod val="75000"/>
                </a:schemeClr>
              </a:buClr>
              <a:buNone/>
            </a:pPr>
            <a:r>
              <a:rPr lang="zh-CN" altLang="en-US" b="1" dirty="0">
                <a:solidFill>
                  <a:schemeClr val="tx1"/>
                </a:solidFill>
              </a:rPr>
              <a:t>代码清单</a:t>
            </a:r>
            <a:r>
              <a:rPr lang="en-US" altLang="zh-CN" b="1" dirty="0" smtClean="0">
                <a:solidFill>
                  <a:schemeClr val="tx1"/>
                </a:solidFill>
              </a:rPr>
              <a:t>3~11</a:t>
            </a:r>
            <a:r>
              <a:rPr lang="zh-CN" altLang="en-US" b="1" dirty="0">
                <a:solidFill>
                  <a:schemeClr val="tx1"/>
                </a:solidFill>
              </a:rPr>
              <a:t>（</a:t>
            </a:r>
            <a:r>
              <a:rPr lang="en-US" altLang="zh-CN" b="1" dirty="0">
                <a:solidFill>
                  <a:schemeClr val="tx1"/>
                </a:solidFill>
              </a:rPr>
              <a:t>2</a:t>
            </a:r>
            <a:r>
              <a:rPr lang="zh-CN" altLang="en-US" b="1" dirty="0">
                <a:solidFill>
                  <a:schemeClr val="tx1"/>
                </a:solidFill>
              </a:rPr>
              <a:t>）：</a:t>
            </a:r>
            <a:r>
              <a:rPr lang="en-US" altLang="zh-CN" b="1" dirty="0">
                <a:solidFill>
                  <a:schemeClr val="tx1"/>
                </a:solidFill>
              </a:rPr>
              <a:t>RTOS</a:t>
            </a:r>
            <a:r>
              <a:rPr lang="zh-CN" altLang="en-US" b="1" dirty="0">
                <a:solidFill>
                  <a:schemeClr val="tx1"/>
                </a:solidFill>
              </a:rPr>
              <a:t>初始化。</a:t>
            </a:r>
          </a:p>
          <a:p>
            <a:pPr marL="0" indent="456971">
              <a:lnSpc>
                <a:spcPct val="145000"/>
              </a:lnSpc>
              <a:spcBef>
                <a:spcPts val="0"/>
              </a:spcBef>
              <a:buClr>
                <a:schemeClr val="tx2">
                  <a:lumMod val="75000"/>
                </a:schemeClr>
              </a:buClr>
              <a:buNone/>
            </a:pPr>
            <a:r>
              <a:rPr lang="zh-CN" altLang="en-US" b="1" dirty="0">
                <a:solidFill>
                  <a:schemeClr val="tx1"/>
                </a:solidFill>
              </a:rPr>
              <a:t>代码清单</a:t>
            </a:r>
            <a:r>
              <a:rPr lang="en-US" altLang="zh-CN" b="1" dirty="0" smtClean="0">
                <a:solidFill>
                  <a:schemeClr val="tx1"/>
                </a:solidFill>
              </a:rPr>
              <a:t>3~11</a:t>
            </a:r>
            <a:r>
              <a:rPr lang="zh-CN" altLang="en-US" b="1" dirty="0">
                <a:solidFill>
                  <a:schemeClr val="tx1"/>
                </a:solidFill>
              </a:rPr>
              <a:t>（</a:t>
            </a:r>
            <a:r>
              <a:rPr lang="en-US" altLang="zh-CN" b="1" dirty="0">
                <a:solidFill>
                  <a:schemeClr val="tx1"/>
                </a:solidFill>
              </a:rPr>
              <a:t>3</a:t>
            </a:r>
            <a:r>
              <a:rPr lang="zh-CN" altLang="en-US" b="1" dirty="0">
                <a:solidFill>
                  <a:schemeClr val="tx1"/>
                </a:solidFill>
              </a:rPr>
              <a:t>）：创建一个启动任务，需要在该任务中创建系统需要的应用任务。</a:t>
            </a:r>
          </a:p>
          <a:p>
            <a:pPr marL="0" indent="456971">
              <a:lnSpc>
                <a:spcPct val="145000"/>
              </a:lnSpc>
              <a:spcBef>
                <a:spcPts val="0"/>
              </a:spcBef>
              <a:buClr>
                <a:schemeClr val="tx2">
                  <a:lumMod val="75000"/>
                </a:schemeClr>
              </a:buClr>
              <a:buNone/>
            </a:pPr>
            <a:r>
              <a:rPr lang="zh-CN" altLang="en-US" b="1" dirty="0">
                <a:solidFill>
                  <a:schemeClr val="tx1"/>
                </a:solidFill>
              </a:rPr>
              <a:t>代码清单</a:t>
            </a:r>
            <a:r>
              <a:rPr lang="en-US" altLang="zh-CN" b="1" dirty="0" smtClean="0">
                <a:solidFill>
                  <a:schemeClr val="tx1"/>
                </a:solidFill>
              </a:rPr>
              <a:t>3~11</a:t>
            </a:r>
            <a:r>
              <a:rPr lang="zh-CN" altLang="en-US" b="1" dirty="0">
                <a:solidFill>
                  <a:schemeClr val="tx1"/>
                </a:solidFill>
              </a:rPr>
              <a:t>（</a:t>
            </a:r>
            <a:r>
              <a:rPr lang="en-US" altLang="zh-CN" b="1" dirty="0">
                <a:solidFill>
                  <a:schemeClr val="tx1"/>
                </a:solidFill>
              </a:rPr>
              <a:t>4</a:t>
            </a:r>
            <a:r>
              <a:rPr lang="zh-CN" altLang="en-US" b="1" dirty="0">
                <a:solidFill>
                  <a:schemeClr val="tx1"/>
                </a:solidFill>
              </a:rPr>
              <a:t>）：启动</a:t>
            </a:r>
            <a:r>
              <a:rPr lang="en-US" altLang="zh-CN" b="1" dirty="0">
                <a:solidFill>
                  <a:schemeClr val="tx1"/>
                </a:solidFill>
              </a:rPr>
              <a:t>RTOS</a:t>
            </a:r>
            <a:r>
              <a:rPr lang="zh-CN" altLang="en-US" b="1" dirty="0">
                <a:solidFill>
                  <a:schemeClr val="tx1"/>
                </a:solidFill>
              </a:rPr>
              <a:t>调度器，开始任务调度。</a:t>
            </a:r>
          </a:p>
          <a:p>
            <a:pPr marL="0" indent="456971">
              <a:lnSpc>
                <a:spcPct val="145000"/>
              </a:lnSpc>
              <a:spcBef>
                <a:spcPts val="0"/>
              </a:spcBef>
              <a:buClr>
                <a:schemeClr val="tx2">
                  <a:lumMod val="75000"/>
                </a:schemeClr>
              </a:buClr>
              <a:buNone/>
            </a:pPr>
            <a:r>
              <a:rPr lang="zh-CN" altLang="en-US" b="1" dirty="0">
                <a:solidFill>
                  <a:schemeClr val="tx1"/>
                </a:solidFill>
              </a:rPr>
              <a:t>代码清单</a:t>
            </a:r>
            <a:r>
              <a:rPr lang="en-US" altLang="zh-CN" b="1" dirty="0" smtClean="0">
                <a:solidFill>
                  <a:schemeClr val="tx1"/>
                </a:solidFill>
              </a:rPr>
              <a:t>3~11</a:t>
            </a:r>
            <a:r>
              <a:rPr lang="zh-CN" altLang="en-US" b="1" dirty="0">
                <a:solidFill>
                  <a:schemeClr val="tx1"/>
                </a:solidFill>
              </a:rPr>
              <a:t>（</a:t>
            </a:r>
            <a:r>
              <a:rPr lang="en-US" altLang="zh-CN" b="1" dirty="0">
                <a:solidFill>
                  <a:schemeClr val="tx1"/>
                </a:solidFill>
              </a:rPr>
              <a:t>5</a:t>
            </a:r>
            <a:r>
              <a:rPr lang="zh-CN" altLang="en-US" b="1" dirty="0">
                <a:solidFill>
                  <a:schemeClr val="tx1"/>
                </a:solidFill>
              </a:rPr>
              <a:t>）：其实任务本应该是一个不带返回值且无限循环的</a:t>
            </a:r>
            <a:r>
              <a:rPr lang="en-US" altLang="zh-CN" b="1" dirty="0">
                <a:solidFill>
                  <a:schemeClr val="tx1"/>
                </a:solidFill>
              </a:rPr>
              <a:t>C</a:t>
            </a:r>
            <a:r>
              <a:rPr lang="zh-CN" altLang="en-US" b="1" dirty="0">
                <a:solidFill>
                  <a:schemeClr val="tx1"/>
                </a:solidFill>
              </a:rPr>
              <a:t>函数，但因为启动任务的特殊性，它只需执行一次就要被删除，因此，其需要在退出之前显式地把自己删除。同时，在启动任务中，它会把系统需要的所有应用任务都创建完成。</a:t>
            </a:r>
          </a:p>
          <a:p>
            <a:pPr marL="0" indent="456971">
              <a:lnSpc>
                <a:spcPct val="145000"/>
              </a:lnSpc>
              <a:spcBef>
                <a:spcPts val="0"/>
              </a:spcBef>
              <a:buClr>
                <a:schemeClr val="tx2">
                  <a:lumMod val="75000"/>
                </a:schemeClr>
              </a:buClr>
              <a:buNone/>
            </a:pPr>
            <a:r>
              <a:rPr lang="zh-CN" altLang="en-US" b="1" dirty="0">
                <a:solidFill>
                  <a:schemeClr val="tx1"/>
                </a:solidFill>
              </a:rPr>
              <a:t>代码清单</a:t>
            </a:r>
            <a:r>
              <a:rPr lang="en-US" altLang="zh-CN" b="1" dirty="0" smtClean="0">
                <a:solidFill>
                  <a:schemeClr val="tx1"/>
                </a:solidFill>
              </a:rPr>
              <a:t>3~11</a:t>
            </a:r>
            <a:r>
              <a:rPr lang="zh-CN" altLang="en-US" b="1" dirty="0">
                <a:solidFill>
                  <a:schemeClr val="tx1"/>
                </a:solidFill>
              </a:rPr>
              <a:t>（</a:t>
            </a:r>
            <a:r>
              <a:rPr lang="en-US" altLang="zh-CN" b="1" dirty="0">
                <a:solidFill>
                  <a:schemeClr val="tx1"/>
                </a:solidFill>
              </a:rPr>
              <a:t>6</a:t>
            </a:r>
            <a:r>
              <a:rPr lang="zh-CN" altLang="en-US" b="1" dirty="0">
                <a:solidFill>
                  <a:schemeClr val="tx1"/>
                </a:solidFill>
              </a:rPr>
              <a:t>）：创建任务</a:t>
            </a:r>
            <a:r>
              <a:rPr lang="zh-CN" altLang="en-US" b="1" dirty="0" smtClean="0">
                <a:solidFill>
                  <a:schemeClr val="tx1"/>
                </a:solidFill>
              </a:rPr>
              <a:t>。</a:t>
            </a:r>
            <a:endParaRPr lang="en-US" altLang="zh-CN" b="1" dirty="0" smtClean="0">
              <a:solidFill>
                <a:schemeClr val="tx1"/>
              </a:solidFill>
            </a:endParaRPr>
          </a:p>
          <a:p>
            <a:pPr marL="0" indent="456971">
              <a:lnSpc>
                <a:spcPct val="145000"/>
              </a:lnSpc>
              <a:spcBef>
                <a:spcPts val="0"/>
              </a:spcBef>
              <a:buClr>
                <a:schemeClr val="tx2">
                  <a:lumMod val="75000"/>
                </a:schemeClr>
              </a:buClr>
              <a:buNone/>
            </a:pPr>
            <a:r>
              <a:rPr lang="zh-CN" altLang="en-US" b="1" dirty="0" smtClean="0">
                <a:solidFill>
                  <a:schemeClr val="tx1"/>
                </a:solidFill>
              </a:rPr>
              <a:t>代码</a:t>
            </a:r>
            <a:r>
              <a:rPr lang="zh-CN" altLang="en-US" b="1" dirty="0">
                <a:solidFill>
                  <a:schemeClr val="tx1"/>
                </a:solidFill>
              </a:rPr>
              <a:t>清单</a:t>
            </a:r>
            <a:r>
              <a:rPr lang="en-US" altLang="zh-CN" b="1" dirty="0" smtClean="0">
                <a:solidFill>
                  <a:schemeClr val="tx1"/>
                </a:solidFill>
              </a:rPr>
              <a:t>3~11</a:t>
            </a:r>
            <a:r>
              <a:rPr lang="zh-CN" altLang="en-US" b="1" dirty="0">
                <a:solidFill>
                  <a:schemeClr val="tx1"/>
                </a:solidFill>
              </a:rPr>
              <a:t>（</a:t>
            </a:r>
            <a:r>
              <a:rPr lang="en-US" altLang="zh-CN" b="1" dirty="0">
                <a:solidFill>
                  <a:schemeClr val="tx1"/>
                </a:solidFill>
              </a:rPr>
              <a:t>7</a:t>
            </a:r>
            <a:r>
              <a:rPr lang="zh-CN" altLang="en-US" b="1" dirty="0">
                <a:solidFill>
                  <a:schemeClr val="tx1"/>
                </a:solidFill>
              </a:rPr>
              <a:t>）：在系统所有应用任务创建完成后，启动任务完成使命，删除自己，从此系统将再无启动任务。</a:t>
            </a:r>
          </a:p>
          <a:p>
            <a:pPr marL="0" indent="456971">
              <a:lnSpc>
                <a:spcPct val="145000"/>
              </a:lnSpc>
              <a:spcBef>
                <a:spcPts val="0"/>
              </a:spcBef>
              <a:buClr>
                <a:schemeClr val="tx2">
                  <a:lumMod val="75000"/>
                </a:schemeClr>
              </a:buClr>
              <a:buNone/>
            </a:pPr>
            <a:r>
              <a:rPr lang="zh-CN" altLang="en-US" b="1" dirty="0">
                <a:solidFill>
                  <a:schemeClr val="tx1"/>
                </a:solidFill>
              </a:rPr>
              <a:t>代码清单</a:t>
            </a:r>
            <a:r>
              <a:rPr lang="en-US" altLang="zh-CN" b="1" dirty="0" smtClean="0">
                <a:solidFill>
                  <a:schemeClr val="tx1"/>
                </a:solidFill>
              </a:rPr>
              <a:t>3~11</a:t>
            </a:r>
            <a:r>
              <a:rPr lang="zh-CN" altLang="en-US" b="1" dirty="0">
                <a:solidFill>
                  <a:schemeClr val="tx1"/>
                </a:solidFill>
              </a:rPr>
              <a:t>（</a:t>
            </a:r>
            <a:r>
              <a:rPr lang="en-US" altLang="zh-CN" b="1" dirty="0">
                <a:solidFill>
                  <a:schemeClr val="tx1"/>
                </a:solidFill>
              </a:rPr>
              <a:t>8</a:t>
            </a:r>
            <a:r>
              <a:rPr lang="zh-CN" altLang="en-US" b="1" dirty="0">
                <a:solidFill>
                  <a:schemeClr val="tx1"/>
                </a:solidFill>
              </a:rPr>
              <a:t>）、（</a:t>
            </a:r>
            <a:r>
              <a:rPr lang="en-US" altLang="zh-CN" b="1" dirty="0">
                <a:solidFill>
                  <a:schemeClr val="tx1"/>
                </a:solidFill>
              </a:rPr>
              <a:t>9</a:t>
            </a:r>
            <a:r>
              <a:rPr lang="zh-CN" altLang="en-US" b="1" dirty="0">
                <a:solidFill>
                  <a:schemeClr val="tx1"/>
                </a:solidFill>
              </a:rPr>
              <a:t>）：任务主体通常是一个不带返回值并无限循环的</a:t>
            </a:r>
            <a:r>
              <a:rPr lang="en-US" altLang="zh-CN" b="1" dirty="0">
                <a:solidFill>
                  <a:schemeClr val="tx1"/>
                </a:solidFill>
              </a:rPr>
              <a:t>C</a:t>
            </a:r>
            <a:r>
              <a:rPr lang="zh-CN" altLang="en-US" b="1" dirty="0">
                <a:solidFill>
                  <a:schemeClr val="tx1"/>
                </a:solidFill>
              </a:rPr>
              <a:t>函数，函数体中必须有阻塞的情况出现，否则该任务会一直在</a:t>
            </a:r>
            <a:r>
              <a:rPr lang="en-US" altLang="zh-CN" b="1" dirty="0">
                <a:solidFill>
                  <a:schemeClr val="tx1"/>
                </a:solidFill>
              </a:rPr>
              <a:t>while</a:t>
            </a:r>
            <a:r>
              <a:rPr lang="zh-CN" altLang="en-US" b="1" dirty="0">
                <a:solidFill>
                  <a:schemeClr val="tx1"/>
                </a:solidFill>
              </a:rPr>
              <a:t>循环中占用</a:t>
            </a:r>
            <a:r>
              <a:rPr lang="en-US" altLang="zh-CN" b="1" dirty="0">
                <a:solidFill>
                  <a:schemeClr val="tx1"/>
                </a:solidFill>
              </a:rPr>
              <a:t>CPU</a:t>
            </a:r>
            <a:r>
              <a:rPr lang="zh-CN" altLang="en-US" b="1" dirty="0">
                <a:solidFill>
                  <a:schemeClr val="tx1"/>
                </a:solidFill>
              </a:rPr>
              <a:t>，导致系统中优先级比它低的任务无法获得</a:t>
            </a:r>
            <a:r>
              <a:rPr lang="en-US" altLang="zh-CN" b="1" dirty="0">
                <a:solidFill>
                  <a:schemeClr val="tx1"/>
                </a:solidFill>
              </a:rPr>
              <a:t>CPU</a:t>
            </a:r>
            <a:r>
              <a:rPr lang="zh-CN" altLang="en-US" b="1" dirty="0">
                <a:solidFill>
                  <a:schemeClr val="tx1"/>
                </a:solidFill>
              </a:rPr>
              <a:t>的使用权。</a:t>
            </a:r>
          </a:p>
          <a:p>
            <a:pPr marL="0" indent="456971">
              <a:lnSpc>
                <a:spcPct val="145000"/>
              </a:lnSpc>
              <a:spcBef>
                <a:spcPts val="0"/>
              </a:spcBef>
              <a:buClr>
                <a:schemeClr val="tx2">
                  <a:lumMod val="75000"/>
                </a:schemeClr>
              </a:buClr>
              <a:buNone/>
            </a:pPr>
            <a:endParaRPr lang="zh-CN" altLang="en-US" b="1" dirty="0">
              <a:solidFill>
                <a:schemeClr val="tx1"/>
              </a:solidFill>
            </a:endParaRPr>
          </a:p>
        </p:txBody>
      </p:sp>
      <p:sp>
        <p:nvSpPr>
          <p:cNvPr id="12" name="等腰三角形 11"/>
          <p:cNvSpPr/>
          <p:nvPr/>
        </p:nvSpPr>
        <p:spPr>
          <a:xfrm>
            <a:off x="6401178" y="6325317"/>
            <a:ext cx="330028" cy="330028"/>
          </a:xfrm>
          <a:prstGeom prst="triangle">
            <a:avLst/>
          </a:prstGeom>
          <a:solidFill>
            <a:srgbClr val="E6A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3" name="等腰三角形 12"/>
          <p:cNvSpPr/>
          <p:nvPr/>
        </p:nvSpPr>
        <p:spPr>
          <a:xfrm>
            <a:off x="6815299" y="6325317"/>
            <a:ext cx="330028" cy="330028"/>
          </a:xfrm>
          <a:prstGeom prst="triangle">
            <a:avLst/>
          </a:prstGeom>
          <a:solidFill>
            <a:srgbClr val="E6A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4" name="等腰三角形 13"/>
          <p:cNvSpPr/>
          <p:nvPr/>
        </p:nvSpPr>
        <p:spPr>
          <a:xfrm>
            <a:off x="7232595" y="6325317"/>
            <a:ext cx="330028" cy="330028"/>
          </a:xfrm>
          <a:prstGeom prst="triangle">
            <a:avLst/>
          </a:prstGeom>
          <a:solidFill>
            <a:srgbClr val="E6A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5" name="等腰三角形 14"/>
          <p:cNvSpPr/>
          <p:nvPr/>
        </p:nvSpPr>
        <p:spPr>
          <a:xfrm>
            <a:off x="7646716" y="6325317"/>
            <a:ext cx="330028" cy="330028"/>
          </a:xfrm>
          <a:prstGeom prst="triangle">
            <a:avLst/>
          </a:prstGeom>
          <a:solidFill>
            <a:srgbClr val="E6A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6" name="等腰三角形 15"/>
          <p:cNvSpPr/>
          <p:nvPr/>
        </p:nvSpPr>
        <p:spPr>
          <a:xfrm>
            <a:off x="8071946" y="6325317"/>
            <a:ext cx="330028" cy="330028"/>
          </a:xfrm>
          <a:prstGeom prst="triangle">
            <a:avLst/>
          </a:prstGeom>
          <a:solidFill>
            <a:srgbClr val="E6A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7" name="等腰三角形 16"/>
          <p:cNvSpPr/>
          <p:nvPr/>
        </p:nvSpPr>
        <p:spPr>
          <a:xfrm>
            <a:off x="8486067" y="6325317"/>
            <a:ext cx="330028" cy="330028"/>
          </a:xfrm>
          <a:prstGeom prst="triangle">
            <a:avLst/>
          </a:prstGeom>
          <a:solidFill>
            <a:srgbClr val="E6A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8" name="等腰三角形 17"/>
          <p:cNvSpPr/>
          <p:nvPr/>
        </p:nvSpPr>
        <p:spPr>
          <a:xfrm>
            <a:off x="8903363" y="6325317"/>
            <a:ext cx="330028" cy="330028"/>
          </a:xfrm>
          <a:prstGeom prst="triangle">
            <a:avLst/>
          </a:prstGeom>
          <a:solidFill>
            <a:srgbClr val="E6A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9" name="等腰三角形 18"/>
          <p:cNvSpPr/>
          <p:nvPr/>
        </p:nvSpPr>
        <p:spPr>
          <a:xfrm>
            <a:off x="9317484" y="6325317"/>
            <a:ext cx="330028" cy="330028"/>
          </a:xfrm>
          <a:prstGeom prst="triangle">
            <a:avLst/>
          </a:prstGeom>
          <a:solidFill>
            <a:srgbClr val="E6A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20" name="等腰三角形 19"/>
          <p:cNvSpPr/>
          <p:nvPr/>
        </p:nvSpPr>
        <p:spPr>
          <a:xfrm>
            <a:off x="9742713" y="6325317"/>
            <a:ext cx="330028" cy="330028"/>
          </a:xfrm>
          <a:prstGeom prst="triangle">
            <a:avLst/>
          </a:prstGeom>
          <a:solidFill>
            <a:srgbClr val="E6A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21" name="等腰三角形 20"/>
          <p:cNvSpPr/>
          <p:nvPr/>
        </p:nvSpPr>
        <p:spPr>
          <a:xfrm>
            <a:off x="10156834" y="6325317"/>
            <a:ext cx="330028" cy="330028"/>
          </a:xfrm>
          <a:prstGeom prst="triangle">
            <a:avLst/>
          </a:prstGeom>
          <a:solidFill>
            <a:srgbClr val="E6A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22" name="等腰三角形 21"/>
          <p:cNvSpPr/>
          <p:nvPr/>
        </p:nvSpPr>
        <p:spPr>
          <a:xfrm>
            <a:off x="10574130" y="6325317"/>
            <a:ext cx="330028" cy="330028"/>
          </a:xfrm>
          <a:prstGeom prst="triangle">
            <a:avLst/>
          </a:prstGeom>
          <a:solidFill>
            <a:srgbClr val="E6A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23" name="等腰三角形 22"/>
          <p:cNvSpPr/>
          <p:nvPr/>
        </p:nvSpPr>
        <p:spPr>
          <a:xfrm>
            <a:off x="10988251" y="6325317"/>
            <a:ext cx="330028" cy="330028"/>
          </a:xfrm>
          <a:prstGeom prst="triangle">
            <a:avLst/>
          </a:prstGeom>
          <a:solidFill>
            <a:srgbClr val="E6A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24" name="等腰三角形 23"/>
          <p:cNvSpPr/>
          <p:nvPr/>
        </p:nvSpPr>
        <p:spPr>
          <a:xfrm>
            <a:off x="11413481" y="6325317"/>
            <a:ext cx="330028" cy="330028"/>
          </a:xfrm>
          <a:prstGeom prst="triangle">
            <a:avLst/>
          </a:prstGeom>
          <a:solidFill>
            <a:srgbClr val="E6A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25" name="等腰三角形 24"/>
          <p:cNvSpPr/>
          <p:nvPr/>
        </p:nvSpPr>
        <p:spPr>
          <a:xfrm>
            <a:off x="11827602" y="6325317"/>
            <a:ext cx="330028" cy="330028"/>
          </a:xfrm>
          <a:prstGeom prst="triangle">
            <a:avLst/>
          </a:prstGeom>
          <a:solidFill>
            <a:srgbClr val="E6A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26" name="矩形 25">
            <a:extLst>
              <a:ext uri="{FF2B5EF4-FFF2-40B4-BE49-F238E27FC236}">
                <a16:creationId xmlns:a16="http://schemas.microsoft.com/office/drawing/2014/main" id="{ADFA951A-978E-4E8D-A85A-85B6177AC588}"/>
              </a:ext>
            </a:extLst>
          </p:cNvPr>
          <p:cNvSpPr/>
          <p:nvPr/>
        </p:nvSpPr>
        <p:spPr>
          <a:xfrm>
            <a:off x="0" y="-21316"/>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smtClean="0">
                <a:cs typeface="+mn-ea"/>
                <a:sym typeface="+mn-lt"/>
              </a:rPr>
              <a:t>3.5LiteOS</a:t>
            </a:r>
            <a:r>
              <a:rPr lang="zh-CN" altLang="en-US" sz="2800" b="1" dirty="0" smtClean="0">
                <a:cs typeface="+mn-ea"/>
                <a:sym typeface="+mn-lt"/>
              </a:rPr>
              <a:t>启动流程</a:t>
            </a:r>
            <a:endParaRPr lang="zh-CN" altLang="en-US" sz="2800" b="1" dirty="0">
              <a:solidFill>
                <a:schemeClr val="bg1"/>
              </a:solidFill>
              <a:cs typeface="+mn-ea"/>
              <a:sym typeface="+mn-lt"/>
            </a:endParaRPr>
          </a:p>
        </p:txBody>
      </p:sp>
      <p:sp>
        <p:nvSpPr>
          <p:cNvPr id="27"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
        <p:nvSpPr>
          <p:cNvPr id="28" name="圆角矩形标注 27"/>
          <p:cNvSpPr/>
          <p:nvPr/>
        </p:nvSpPr>
        <p:spPr>
          <a:xfrm>
            <a:off x="1442720" y="5027987"/>
            <a:ext cx="3434715" cy="1371326"/>
          </a:xfrm>
          <a:prstGeom prst="wedgeRoundRectCallout">
            <a:avLst>
              <a:gd name="adj1" fmla="val -41492"/>
              <a:gd name="adj2" fmla="val -172017"/>
              <a:gd name="adj3" fmla="val 16667"/>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rgbClr val="C00000"/>
                </a:solidFill>
              </a:rPr>
              <a:t>任务主体通常是一个不带返回值并无限循环的</a:t>
            </a:r>
            <a:r>
              <a:rPr lang="en-US" altLang="zh-CN" sz="1400" b="1" dirty="0">
                <a:solidFill>
                  <a:srgbClr val="C00000"/>
                </a:solidFill>
              </a:rPr>
              <a:t>C</a:t>
            </a:r>
            <a:r>
              <a:rPr lang="zh-CN" altLang="en-US" sz="1400" b="1" dirty="0">
                <a:solidFill>
                  <a:srgbClr val="C00000"/>
                </a:solidFill>
              </a:rPr>
              <a:t>函数，函数体中必须有阻塞的情况出现，否则该任务会一直在</a:t>
            </a:r>
            <a:r>
              <a:rPr lang="en-US" altLang="zh-CN" sz="1400" b="1" dirty="0">
                <a:solidFill>
                  <a:srgbClr val="C00000"/>
                </a:solidFill>
              </a:rPr>
              <a:t>while</a:t>
            </a:r>
            <a:r>
              <a:rPr lang="zh-CN" altLang="en-US" sz="1400" b="1" dirty="0">
                <a:solidFill>
                  <a:srgbClr val="C00000"/>
                </a:solidFill>
              </a:rPr>
              <a:t>循环中占有</a:t>
            </a:r>
            <a:r>
              <a:rPr lang="en-US" altLang="zh-CN" sz="1400" b="1" dirty="0">
                <a:solidFill>
                  <a:srgbClr val="C00000"/>
                </a:solidFill>
              </a:rPr>
              <a:t>CPU</a:t>
            </a:r>
            <a:r>
              <a:rPr lang="zh-CN" altLang="en-US" sz="1400" b="1" dirty="0">
                <a:solidFill>
                  <a:srgbClr val="C00000"/>
                </a:solidFill>
              </a:rPr>
              <a:t>，导致系统中优先级比它低的任务无法获得</a:t>
            </a:r>
            <a:r>
              <a:rPr lang="en-US" altLang="zh-CN" sz="1400" b="1" dirty="0">
                <a:solidFill>
                  <a:srgbClr val="C00000"/>
                </a:solidFill>
              </a:rPr>
              <a:t>CPU</a:t>
            </a:r>
            <a:r>
              <a:rPr lang="zh-CN" altLang="en-US" sz="1400" b="1" dirty="0">
                <a:solidFill>
                  <a:srgbClr val="C00000"/>
                </a:solidFill>
              </a:rPr>
              <a:t>的使用权。</a:t>
            </a:r>
          </a:p>
        </p:txBody>
      </p:sp>
    </p:spTree>
    <p:extLst>
      <p:ext uri="{BB962C8B-B14F-4D97-AF65-F5344CB8AC3E}">
        <p14:creationId xmlns:p14="http://schemas.microsoft.com/office/powerpoint/2010/main" val="18323305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barn(inVertical)">
                                      <p:cBhvr>
                                        <p:cTn id="7"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矩形 100"/>
          <p:cNvSpPr/>
          <p:nvPr/>
        </p:nvSpPr>
        <p:spPr>
          <a:xfrm>
            <a:off x="0" y="1460506"/>
            <a:ext cx="12192000" cy="5091067"/>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3" name="内容占位符 2"/>
          <p:cNvSpPr>
            <a:spLocks noGrp="1"/>
          </p:cNvSpPr>
          <p:nvPr>
            <p:ph idx="1"/>
          </p:nvPr>
        </p:nvSpPr>
        <p:spPr>
          <a:xfrm>
            <a:off x="627797" y="851222"/>
            <a:ext cx="6199777" cy="609284"/>
          </a:xfrm>
        </p:spPr>
        <p:txBody>
          <a:bodyPr>
            <a:normAutofit/>
          </a:bodyPr>
          <a:lstStyle/>
          <a:p>
            <a:pPr marL="0" indent="0">
              <a:buClr>
                <a:schemeClr val="tx2">
                  <a:lumMod val="75000"/>
                </a:schemeClr>
              </a:buClr>
              <a:buNone/>
            </a:pPr>
            <a:r>
              <a:rPr lang="en-US" altLang="zh-CN" b="1" dirty="0">
                <a:solidFill>
                  <a:srgbClr val="C00000"/>
                </a:solidFill>
              </a:rPr>
              <a:t>1</a:t>
            </a:r>
            <a:r>
              <a:rPr lang="zh-CN" altLang="en-US" b="1" dirty="0">
                <a:solidFill>
                  <a:srgbClr val="C00000"/>
                </a:solidFill>
              </a:rPr>
              <a:t>．启动文件</a:t>
            </a:r>
          </a:p>
        </p:txBody>
      </p:sp>
      <p:sp>
        <p:nvSpPr>
          <p:cNvPr id="99" name="矩形 98"/>
          <p:cNvSpPr/>
          <p:nvPr/>
        </p:nvSpPr>
        <p:spPr>
          <a:xfrm>
            <a:off x="0" y="1372671"/>
            <a:ext cx="12192000" cy="151993"/>
          </a:xfrm>
          <a:prstGeom prst="rect">
            <a:avLst/>
          </a:prstGeom>
          <a:solidFill>
            <a:srgbClr val="3A41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00" name="矩形 99"/>
          <p:cNvSpPr/>
          <p:nvPr/>
        </p:nvSpPr>
        <p:spPr>
          <a:xfrm>
            <a:off x="0" y="6488286"/>
            <a:ext cx="12192000" cy="151993"/>
          </a:xfrm>
          <a:prstGeom prst="rect">
            <a:avLst/>
          </a:prstGeom>
          <a:solidFill>
            <a:srgbClr val="3A41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14" name="内容占位符 2"/>
          <p:cNvSpPr txBox="1">
            <a:spLocks/>
          </p:cNvSpPr>
          <p:nvPr/>
        </p:nvSpPr>
        <p:spPr>
          <a:xfrm>
            <a:off x="627797" y="1757761"/>
            <a:ext cx="11373316" cy="518385"/>
          </a:xfrm>
          <a:prstGeom prst="rect">
            <a:avLst/>
          </a:prstGeom>
        </p:spPr>
        <p:txBody>
          <a:bodyPr vert="horz" lIns="121854" tIns="60926" rIns="121854" bIns="60926" rtlCol="0">
            <a:noAutofit/>
          </a:bodyPr>
          <a:lstStyle>
            <a:lvl1pPr marL="457360" indent="-457360" algn="l" defTabSz="1219627" rtl="0" eaLnBrk="1" latinLnBrk="0" hangingPunct="1">
              <a:lnSpc>
                <a:spcPct val="120000"/>
              </a:lnSpc>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456971">
              <a:buClr>
                <a:schemeClr val="tx2">
                  <a:lumMod val="75000"/>
                </a:schemeClr>
              </a:buClr>
              <a:buNone/>
            </a:pPr>
            <a:r>
              <a:rPr lang="zh-CN" altLang="en-US" sz="1799" b="1" dirty="0"/>
              <a:t>在系统上电的时候，系统第一个执行的是启动文件中由汇编语言编写的复位函数</a:t>
            </a:r>
            <a:r>
              <a:rPr lang="en-US" altLang="zh-CN" sz="1799" b="1" dirty="0" err="1"/>
              <a:t>Reset_Handler</a:t>
            </a:r>
            <a:r>
              <a:rPr lang="zh-CN" altLang="en-US" sz="1799" b="1" dirty="0"/>
              <a:t>，如代码清单</a:t>
            </a:r>
            <a:r>
              <a:rPr lang="en-US" altLang="zh-CN" sz="1799" b="1" dirty="0"/>
              <a:t>3~12</a:t>
            </a:r>
            <a:r>
              <a:rPr lang="zh-CN" altLang="en-US" sz="1799" b="1" dirty="0"/>
              <a:t>所示。</a:t>
            </a:r>
          </a:p>
        </p:txBody>
      </p:sp>
      <p:sp>
        <p:nvSpPr>
          <p:cNvPr id="115" name="内容占位符 2"/>
          <p:cNvSpPr txBox="1">
            <a:spLocks/>
          </p:cNvSpPr>
          <p:nvPr/>
        </p:nvSpPr>
        <p:spPr>
          <a:xfrm>
            <a:off x="647055" y="2844925"/>
            <a:ext cx="5309452" cy="3897049"/>
          </a:xfrm>
          <a:prstGeom prst="rect">
            <a:avLst/>
          </a:prstGeom>
        </p:spPr>
        <p:txBody>
          <a:bodyPr vert="horz" lIns="91440" tIns="45720" rIns="91440" bIns="45720" rtlCol="0">
            <a:noAutofit/>
          </a:bodyPr>
          <a:lstStyle>
            <a:lvl1pPr indent="456971" defTabSz="914354">
              <a:lnSpc>
                <a:spcPct val="125000"/>
              </a:lnSpc>
              <a:spcBef>
                <a:spcPts val="0"/>
              </a:spcBef>
              <a:buClr>
                <a:schemeClr val="tx2">
                  <a:lumMod val="75000"/>
                </a:schemeClr>
              </a:buClr>
              <a:buSzPct val="80000"/>
              <a:buFont typeface="Wingdings" pitchFamily="2" charset="2"/>
              <a:buNone/>
              <a:defRPr sz="1400" b="1"/>
            </a:lvl1pPr>
            <a:lvl2pPr marL="685766" indent="-228589" defTabSz="914354">
              <a:lnSpc>
                <a:spcPct val="90000"/>
              </a:lnSpc>
              <a:spcBef>
                <a:spcPts val="500"/>
              </a:spcBef>
              <a:buFont typeface="Arial" panose="020B0604020202020204" pitchFamily="34" charset="0"/>
              <a:buChar char="•"/>
              <a:defRPr sz="1600">
                <a:solidFill>
                  <a:schemeClr val="tx1">
                    <a:lumMod val="75000"/>
                    <a:lumOff val="25000"/>
                  </a:schemeClr>
                </a:solidFill>
              </a:defRPr>
            </a:lvl2pPr>
            <a:lvl3pPr marL="1142942" indent="-228589" defTabSz="914354">
              <a:lnSpc>
                <a:spcPct val="90000"/>
              </a:lnSpc>
              <a:spcBef>
                <a:spcPts val="500"/>
              </a:spcBef>
              <a:buFont typeface="Arial" panose="020B0604020202020204" pitchFamily="34" charset="0"/>
              <a:buChar char="•"/>
              <a:defRPr sz="1400"/>
            </a:lvl3pPr>
            <a:lvl4pPr marL="1600120" indent="-228589" defTabSz="914354">
              <a:lnSpc>
                <a:spcPct val="90000"/>
              </a:lnSpc>
              <a:spcBef>
                <a:spcPts val="500"/>
              </a:spcBef>
              <a:buFont typeface="Arial" panose="020B0604020202020204" pitchFamily="34" charset="0"/>
              <a:buChar char="•"/>
              <a:defRPr sz="1200"/>
            </a:lvl4pPr>
            <a:lvl5pPr marL="2057298" indent="-228589" defTabSz="914354">
              <a:lnSpc>
                <a:spcPct val="90000"/>
              </a:lnSpc>
              <a:spcBef>
                <a:spcPts val="500"/>
              </a:spcBef>
              <a:buFont typeface="Arial" panose="020B0604020202020204" pitchFamily="34" charset="0"/>
              <a:buChar char="•"/>
              <a:defRPr sz="1200"/>
            </a:lvl5pPr>
            <a:lvl6pPr marL="2514474" indent="-228589" defTabSz="914354">
              <a:lnSpc>
                <a:spcPct val="90000"/>
              </a:lnSpc>
              <a:spcBef>
                <a:spcPts val="500"/>
              </a:spcBef>
              <a:buFont typeface="Arial" panose="020B0604020202020204" pitchFamily="34" charset="0"/>
              <a:buChar char="•"/>
            </a:lvl6pPr>
            <a:lvl7pPr marL="2971652" indent="-228589" defTabSz="914354">
              <a:lnSpc>
                <a:spcPct val="90000"/>
              </a:lnSpc>
              <a:spcBef>
                <a:spcPts val="500"/>
              </a:spcBef>
              <a:buFont typeface="Arial" panose="020B0604020202020204" pitchFamily="34" charset="0"/>
              <a:buChar char="•"/>
            </a:lvl7pPr>
            <a:lvl8pPr marL="3428829" indent="-228589" defTabSz="914354">
              <a:lnSpc>
                <a:spcPct val="90000"/>
              </a:lnSpc>
              <a:spcBef>
                <a:spcPts val="500"/>
              </a:spcBef>
              <a:buFont typeface="Arial" panose="020B0604020202020204" pitchFamily="34" charset="0"/>
              <a:buChar char="•"/>
            </a:lvl8pPr>
            <a:lvl9pPr marL="3886006" indent="-228589" defTabSz="914354">
              <a:lnSpc>
                <a:spcPct val="90000"/>
              </a:lnSpc>
              <a:spcBef>
                <a:spcPts val="500"/>
              </a:spcBef>
              <a:buFont typeface="Arial" panose="020B0604020202020204" pitchFamily="34" charset="0"/>
              <a:buChar char="•"/>
            </a:lvl9pPr>
          </a:lstStyle>
          <a:p>
            <a:r>
              <a:rPr lang="en-US" altLang="zh-CN" dirty="0" err="1"/>
              <a:t>Reset_Handler</a:t>
            </a:r>
            <a:endParaRPr lang="en-US" altLang="zh-CN" dirty="0"/>
          </a:p>
          <a:p>
            <a:r>
              <a:rPr lang="en-US" altLang="zh-CN" dirty="0"/>
              <a:t>	IMPORT  </a:t>
            </a:r>
            <a:r>
              <a:rPr lang="en-US" altLang="zh-CN" dirty="0" err="1"/>
              <a:t>SystemInit</a:t>
            </a:r>
            <a:endParaRPr lang="en-US" altLang="zh-CN" dirty="0"/>
          </a:p>
          <a:p>
            <a:r>
              <a:rPr lang="en-US" altLang="zh-CN" dirty="0"/>
              <a:t>                 	IMPORT  __main</a:t>
            </a:r>
          </a:p>
          <a:p>
            <a:r>
              <a:rPr lang="en-US" altLang="zh-CN" dirty="0"/>
              <a:t>                 	LDR     R0, =</a:t>
            </a:r>
            <a:r>
              <a:rPr lang="en-US" altLang="zh-CN" dirty="0" err="1"/>
              <a:t>SystemInit</a:t>
            </a:r>
            <a:endParaRPr lang="en-US" altLang="zh-CN" dirty="0"/>
          </a:p>
          <a:p>
            <a:r>
              <a:rPr lang="en-US" altLang="zh-CN" dirty="0"/>
              <a:t>                 	BLX     R0</a:t>
            </a:r>
          </a:p>
          <a:p>
            <a:r>
              <a:rPr lang="en-US" altLang="zh-CN" dirty="0"/>
              <a:t>                 	LDR     R0, =__main</a:t>
            </a:r>
          </a:p>
          <a:p>
            <a:r>
              <a:rPr lang="en-US" altLang="zh-CN" dirty="0"/>
              <a:t>                 	BX      R0</a:t>
            </a:r>
          </a:p>
          <a:p>
            <a:r>
              <a:rPr lang="en-US" altLang="zh-CN" dirty="0"/>
              <a:t>                	ALIGN</a:t>
            </a:r>
          </a:p>
          <a:p>
            <a:r>
              <a:rPr lang="en-US" altLang="zh-CN" dirty="0"/>
              <a:t>                 	END</a:t>
            </a:r>
          </a:p>
        </p:txBody>
      </p:sp>
      <p:sp>
        <p:nvSpPr>
          <p:cNvPr id="116" name="矩形 115"/>
          <p:cNvSpPr/>
          <p:nvPr/>
        </p:nvSpPr>
        <p:spPr>
          <a:xfrm>
            <a:off x="9523215" y="5716651"/>
            <a:ext cx="380802" cy="77084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17" name="矩形 116"/>
          <p:cNvSpPr/>
          <p:nvPr/>
        </p:nvSpPr>
        <p:spPr>
          <a:xfrm>
            <a:off x="10132497" y="5242844"/>
            <a:ext cx="380802" cy="1245441"/>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18" name="矩形 117"/>
          <p:cNvSpPr/>
          <p:nvPr/>
        </p:nvSpPr>
        <p:spPr>
          <a:xfrm>
            <a:off x="10741780" y="5539084"/>
            <a:ext cx="380802" cy="949202"/>
          </a:xfrm>
          <a:prstGeom prst="rect">
            <a:avLst/>
          </a:prstGeom>
          <a:solidFill>
            <a:srgbClr val="E6A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19" name="矩形 118"/>
          <p:cNvSpPr/>
          <p:nvPr/>
        </p:nvSpPr>
        <p:spPr>
          <a:xfrm>
            <a:off x="11427223" y="5867621"/>
            <a:ext cx="380802" cy="620665"/>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5" name="矩形 14">
            <a:extLst>
              <a:ext uri="{FF2B5EF4-FFF2-40B4-BE49-F238E27FC236}">
                <a16:creationId xmlns:a16="http://schemas.microsoft.com/office/drawing/2014/main" id="{ADFA951A-978E-4E8D-A85A-85B6177AC588}"/>
              </a:ext>
            </a:extLst>
          </p:cNvPr>
          <p:cNvSpPr/>
          <p:nvPr/>
        </p:nvSpPr>
        <p:spPr>
          <a:xfrm>
            <a:off x="0" y="-21316"/>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smtClean="0">
                <a:cs typeface="+mn-ea"/>
                <a:sym typeface="+mn-lt"/>
              </a:rPr>
              <a:t>3.5LiteOS</a:t>
            </a:r>
            <a:r>
              <a:rPr lang="zh-CN" altLang="en-US" sz="2800" b="1" dirty="0" smtClean="0">
                <a:cs typeface="+mn-ea"/>
                <a:sym typeface="+mn-lt"/>
              </a:rPr>
              <a:t>启动流程</a:t>
            </a:r>
            <a:endParaRPr lang="zh-CN" altLang="en-US" sz="2800" b="1" dirty="0">
              <a:solidFill>
                <a:schemeClr val="bg1"/>
              </a:solidFill>
              <a:cs typeface="+mn-ea"/>
              <a:sym typeface="+mn-lt"/>
            </a:endParaRPr>
          </a:p>
        </p:txBody>
      </p:sp>
      <p:sp>
        <p:nvSpPr>
          <p:cNvPr id="16"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Tree>
    <p:extLst>
      <p:ext uri="{BB962C8B-B14F-4D97-AF65-F5344CB8AC3E}">
        <p14:creationId xmlns:p14="http://schemas.microsoft.com/office/powerpoint/2010/main" val="35468224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矩形 100"/>
          <p:cNvSpPr/>
          <p:nvPr/>
        </p:nvSpPr>
        <p:spPr>
          <a:xfrm>
            <a:off x="0" y="3230484"/>
            <a:ext cx="12192000" cy="332108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3" name="内容占位符 2"/>
          <p:cNvSpPr>
            <a:spLocks noGrp="1"/>
          </p:cNvSpPr>
          <p:nvPr>
            <p:ph idx="1"/>
          </p:nvPr>
        </p:nvSpPr>
        <p:spPr>
          <a:xfrm>
            <a:off x="609601" y="915380"/>
            <a:ext cx="6199777" cy="609284"/>
          </a:xfrm>
        </p:spPr>
        <p:txBody>
          <a:bodyPr>
            <a:normAutofit/>
          </a:bodyPr>
          <a:lstStyle/>
          <a:p>
            <a:pPr marL="0" indent="0">
              <a:buClr>
                <a:schemeClr val="tx2">
                  <a:lumMod val="75000"/>
                </a:schemeClr>
              </a:buClr>
              <a:buNone/>
            </a:pPr>
            <a:r>
              <a:rPr lang="en-US" altLang="zh-CN" b="1" dirty="0">
                <a:solidFill>
                  <a:srgbClr val="C00000"/>
                </a:solidFill>
              </a:rPr>
              <a:t>2</a:t>
            </a:r>
            <a:r>
              <a:rPr lang="zh-CN" altLang="en-US" b="1" dirty="0">
                <a:solidFill>
                  <a:srgbClr val="C00000"/>
                </a:solidFill>
              </a:rPr>
              <a:t>．</a:t>
            </a:r>
            <a:r>
              <a:rPr lang="en-US" altLang="zh-CN" b="1" dirty="0" err="1">
                <a:solidFill>
                  <a:srgbClr val="C00000"/>
                </a:solidFill>
              </a:rPr>
              <a:t>LiteOS</a:t>
            </a:r>
            <a:r>
              <a:rPr lang="zh-CN" altLang="en-US" b="1" dirty="0">
                <a:solidFill>
                  <a:srgbClr val="C00000"/>
                </a:solidFill>
              </a:rPr>
              <a:t>初始化</a:t>
            </a:r>
          </a:p>
        </p:txBody>
      </p:sp>
      <p:sp>
        <p:nvSpPr>
          <p:cNvPr id="99" name="矩形 98"/>
          <p:cNvSpPr/>
          <p:nvPr/>
        </p:nvSpPr>
        <p:spPr>
          <a:xfrm>
            <a:off x="0" y="1372671"/>
            <a:ext cx="12192000" cy="151993"/>
          </a:xfrm>
          <a:prstGeom prst="rect">
            <a:avLst/>
          </a:prstGeom>
          <a:solidFill>
            <a:srgbClr val="3A41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00" name="矩形 99"/>
          <p:cNvSpPr/>
          <p:nvPr/>
        </p:nvSpPr>
        <p:spPr>
          <a:xfrm>
            <a:off x="0" y="6551901"/>
            <a:ext cx="12192000" cy="151993"/>
          </a:xfrm>
          <a:prstGeom prst="rect">
            <a:avLst/>
          </a:prstGeom>
          <a:solidFill>
            <a:srgbClr val="3A41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14" name="内容占位符 2"/>
          <p:cNvSpPr txBox="1">
            <a:spLocks/>
          </p:cNvSpPr>
          <p:nvPr/>
        </p:nvSpPr>
        <p:spPr>
          <a:xfrm>
            <a:off x="609601" y="1722762"/>
            <a:ext cx="11373316" cy="518385"/>
          </a:xfrm>
          <a:prstGeom prst="rect">
            <a:avLst/>
          </a:prstGeom>
        </p:spPr>
        <p:txBody>
          <a:bodyPr vert="horz" lIns="121854" tIns="60926" rIns="121854" bIns="60926" rtlCol="0">
            <a:noAutofit/>
          </a:bodyPr>
          <a:lstStyle>
            <a:lvl1pPr marL="457360" indent="-457360" algn="l" defTabSz="1219627" rtl="0" eaLnBrk="1" latinLnBrk="0" hangingPunct="1">
              <a:lnSpc>
                <a:spcPct val="120000"/>
              </a:lnSpc>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456971">
              <a:buClr>
                <a:schemeClr val="tx2">
                  <a:lumMod val="75000"/>
                </a:schemeClr>
              </a:buClr>
              <a:buNone/>
            </a:pPr>
            <a:r>
              <a:rPr lang="zh-CN" altLang="en-US" sz="1799" b="1" dirty="0">
                <a:solidFill>
                  <a:schemeClr val="tx1"/>
                </a:solidFill>
              </a:rPr>
              <a:t>在</a:t>
            </a:r>
            <a:r>
              <a:rPr lang="en-US" altLang="zh-CN" sz="1799" b="1" dirty="0">
                <a:solidFill>
                  <a:schemeClr val="tx1"/>
                </a:solidFill>
              </a:rPr>
              <a:t>main</a:t>
            </a:r>
            <a:r>
              <a:rPr lang="zh-CN" altLang="en-US" sz="1799" b="1" dirty="0">
                <a:solidFill>
                  <a:schemeClr val="tx1"/>
                </a:solidFill>
              </a:rPr>
              <a:t>函数中，用户必须对</a:t>
            </a:r>
            <a:r>
              <a:rPr lang="en-US" altLang="zh-CN" sz="1799" b="1" dirty="0" err="1">
                <a:solidFill>
                  <a:schemeClr val="tx1"/>
                </a:solidFill>
              </a:rPr>
              <a:t>LiteOS</a:t>
            </a:r>
            <a:r>
              <a:rPr lang="zh-CN" altLang="en-US" sz="1799" b="1" dirty="0">
                <a:solidFill>
                  <a:schemeClr val="tx1"/>
                </a:solidFill>
              </a:rPr>
              <a:t>核心部分（内核）进行初始化，因为只有在</a:t>
            </a:r>
            <a:r>
              <a:rPr lang="en-US" altLang="zh-CN" sz="1799" b="1" dirty="0" err="1">
                <a:solidFill>
                  <a:schemeClr val="tx1"/>
                </a:solidFill>
              </a:rPr>
              <a:t>LiteOS</a:t>
            </a:r>
            <a:r>
              <a:rPr lang="zh-CN" altLang="en-US" sz="1799" b="1" dirty="0">
                <a:solidFill>
                  <a:schemeClr val="tx1"/>
                </a:solidFill>
              </a:rPr>
              <a:t>内核初始化完成之后，用户才能调用系统相关的函数进行创建任务、消息队列、信号量等操作。如果</a:t>
            </a:r>
            <a:r>
              <a:rPr lang="en-US" altLang="zh-CN" sz="1799" b="1" dirty="0" err="1">
                <a:solidFill>
                  <a:schemeClr val="tx1"/>
                </a:solidFill>
              </a:rPr>
              <a:t>LiteOS</a:t>
            </a:r>
            <a:r>
              <a:rPr lang="zh-CN" altLang="en-US" sz="1799" b="1" dirty="0">
                <a:solidFill>
                  <a:schemeClr val="tx1"/>
                </a:solidFill>
              </a:rPr>
              <a:t>内核初始化失败，则返回错误代码。</a:t>
            </a:r>
            <a:r>
              <a:rPr lang="en-US" altLang="zh-CN" sz="1799" b="1" dirty="0" err="1">
                <a:solidFill>
                  <a:schemeClr val="tx1"/>
                </a:solidFill>
              </a:rPr>
              <a:t>LiteOS</a:t>
            </a:r>
            <a:r>
              <a:rPr lang="zh-CN" altLang="en-US" sz="1799" b="1" dirty="0">
                <a:solidFill>
                  <a:schemeClr val="tx1"/>
                </a:solidFill>
              </a:rPr>
              <a:t>内核初始化的实现如代码清单</a:t>
            </a:r>
            <a:r>
              <a:rPr lang="en-US" altLang="zh-CN" sz="1799" b="1" dirty="0">
                <a:solidFill>
                  <a:schemeClr val="tx1"/>
                </a:solidFill>
              </a:rPr>
              <a:t>3~13</a:t>
            </a:r>
            <a:r>
              <a:rPr lang="zh-CN" altLang="en-US" sz="1799" b="1" dirty="0">
                <a:solidFill>
                  <a:schemeClr val="tx1"/>
                </a:solidFill>
              </a:rPr>
              <a:t>所示。</a:t>
            </a:r>
          </a:p>
        </p:txBody>
      </p:sp>
      <p:sp>
        <p:nvSpPr>
          <p:cNvPr id="115" name="内容占位符 2"/>
          <p:cNvSpPr txBox="1">
            <a:spLocks/>
          </p:cNvSpPr>
          <p:nvPr/>
        </p:nvSpPr>
        <p:spPr>
          <a:xfrm>
            <a:off x="631010" y="3200520"/>
            <a:ext cx="6607396" cy="3321089"/>
          </a:xfrm>
          <a:prstGeom prst="rect">
            <a:avLst/>
          </a:prstGeom>
        </p:spPr>
        <p:txBody>
          <a:bodyPr vert="horz" lIns="91440" tIns="45720" rIns="91440" bIns="45720" rtlCol="0">
            <a:noAutofit/>
          </a:bodyPr>
          <a:lstStyle>
            <a:lvl1pPr indent="456971" defTabSz="914354">
              <a:lnSpc>
                <a:spcPct val="125000"/>
              </a:lnSpc>
              <a:spcBef>
                <a:spcPts val="0"/>
              </a:spcBef>
              <a:buClr>
                <a:schemeClr val="tx2">
                  <a:lumMod val="75000"/>
                </a:schemeClr>
              </a:buClr>
              <a:buSzPct val="80000"/>
              <a:buFont typeface="Wingdings" pitchFamily="2" charset="2"/>
              <a:buNone/>
              <a:defRPr sz="1400" b="1"/>
            </a:lvl1pPr>
            <a:lvl2pPr marL="685766" indent="-228589" defTabSz="914354">
              <a:lnSpc>
                <a:spcPct val="90000"/>
              </a:lnSpc>
              <a:spcBef>
                <a:spcPts val="500"/>
              </a:spcBef>
              <a:buFont typeface="Arial" panose="020B0604020202020204" pitchFamily="34" charset="0"/>
              <a:buChar char="•"/>
              <a:defRPr sz="1600">
                <a:solidFill>
                  <a:schemeClr val="tx1">
                    <a:lumMod val="75000"/>
                    <a:lumOff val="25000"/>
                  </a:schemeClr>
                </a:solidFill>
              </a:defRPr>
            </a:lvl2pPr>
            <a:lvl3pPr marL="1142942" indent="-228589" defTabSz="914354">
              <a:lnSpc>
                <a:spcPct val="90000"/>
              </a:lnSpc>
              <a:spcBef>
                <a:spcPts val="500"/>
              </a:spcBef>
              <a:buFont typeface="Arial" panose="020B0604020202020204" pitchFamily="34" charset="0"/>
              <a:buChar char="•"/>
              <a:defRPr sz="1400"/>
            </a:lvl3pPr>
            <a:lvl4pPr marL="1600120" indent="-228589" defTabSz="914354">
              <a:lnSpc>
                <a:spcPct val="90000"/>
              </a:lnSpc>
              <a:spcBef>
                <a:spcPts val="500"/>
              </a:spcBef>
              <a:buFont typeface="Arial" panose="020B0604020202020204" pitchFamily="34" charset="0"/>
              <a:buChar char="•"/>
              <a:defRPr sz="1200"/>
            </a:lvl4pPr>
            <a:lvl5pPr marL="2057298" indent="-228589" defTabSz="914354">
              <a:lnSpc>
                <a:spcPct val="90000"/>
              </a:lnSpc>
              <a:spcBef>
                <a:spcPts val="500"/>
              </a:spcBef>
              <a:buFont typeface="Arial" panose="020B0604020202020204" pitchFamily="34" charset="0"/>
              <a:buChar char="•"/>
              <a:defRPr sz="1200"/>
            </a:lvl5pPr>
            <a:lvl6pPr marL="2514474" indent="-228589" defTabSz="914354">
              <a:lnSpc>
                <a:spcPct val="90000"/>
              </a:lnSpc>
              <a:spcBef>
                <a:spcPts val="500"/>
              </a:spcBef>
              <a:buFont typeface="Arial" panose="020B0604020202020204" pitchFamily="34" charset="0"/>
              <a:buChar char="•"/>
            </a:lvl6pPr>
            <a:lvl7pPr marL="2971652" indent="-228589" defTabSz="914354">
              <a:lnSpc>
                <a:spcPct val="90000"/>
              </a:lnSpc>
              <a:spcBef>
                <a:spcPts val="500"/>
              </a:spcBef>
              <a:buFont typeface="Arial" panose="020B0604020202020204" pitchFamily="34" charset="0"/>
              <a:buChar char="•"/>
            </a:lvl7pPr>
            <a:lvl8pPr marL="3428829" indent="-228589" defTabSz="914354">
              <a:lnSpc>
                <a:spcPct val="90000"/>
              </a:lnSpc>
              <a:spcBef>
                <a:spcPts val="500"/>
              </a:spcBef>
              <a:buFont typeface="Arial" panose="020B0604020202020204" pitchFamily="34" charset="0"/>
              <a:buChar char="•"/>
            </a:lvl8pPr>
            <a:lvl9pPr marL="3886006" indent="-228589" defTabSz="914354">
              <a:lnSpc>
                <a:spcPct val="90000"/>
              </a:lnSpc>
              <a:spcBef>
                <a:spcPts val="500"/>
              </a:spcBef>
              <a:buFont typeface="Arial" panose="020B0604020202020204" pitchFamily="34" charset="0"/>
              <a:buChar char="•"/>
            </a:lvl9pPr>
          </a:lstStyle>
          <a:p>
            <a:r>
              <a:rPr lang="en-US" altLang="zh-CN" dirty="0"/>
              <a:t> LITE_OS_SEC_TEXT_INIT UINT32 </a:t>
            </a:r>
            <a:r>
              <a:rPr lang="en-US" altLang="zh-CN" dirty="0" err="1"/>
              <a:t>LOS_KernelInit</a:t>
            </a:r>
            <a:r>
              <a:rPr lang="en-US" altLang="zh-CN" dirty="0"/>
              <a:t>(VOID)</a:t>
            </a:r>
          </a:p>
          <a:p>
            <a:r>
              <a:rPr lang="en-US" altLang="zh-CN" sz="1600" dirty="0">
                <a:solidFill>
                  <a:srgbClr val="C00000"/>
                </a:solidFill>
              </a:rPr>
              <a:t>  {</a:t>
            </a:r>
          </a:p>
          <a:p>
            <a:r>
              <a:rPr lang="en-US" altLang="zh-CN" dirty="0"/>
              <a:t>        UINT32 </a:t>
            </a:r>
            <a:r>
              <a:rPr lang="en-US" altLang="zh-CN" dirty="0" err="1"/>
              <a:t>uwRet</a:t>
            </a:r>
            <a:r>
              <a:rPr lang="en-US" altLang="zh-CN" dirty="0"/>
              <a:t>;</a:t>
            </a:r>
          </a:p>
          <a:p>
            <a:r>
              <a:rPr lang="en-US" altLang="zh-CN" dirty="0"/>
              <a:t>       </a:t>
            </a:r>
            <a:r>
              <a:rPr lang="en-US" altLang="zh-CN" dirty="0" smtClean="0"/>
              <a:t> </a:t>
            </a:r>
            <a:r>
              <a:rPr lang="en-US" altLang="zh-CN" dirty="0" err="1" smtClean="0"/>
              <a:t>osRegister</a:t>
            </a:r>
            <a:r>
              <a:rPr lang="en-US" altLang="zh-CN" dirty="0"/>
              <a:t>();		 (1)</a:t>
            </a:r>
          </a:p>
          <a:p>
            <a:r>
              <a:rPr lang="en-US" altLang="zh-CN" dirty="0"/>
              <a:t>       </a:t>
            </a:r>
            <a:r>
              <a:rPr lang="en-US" altLang="zh-CN" dirty="0" smtClean="0"/>
              <a:t> m_aucSysMem0 </a:t>
            </a:r>
            <a:r>
              <a:rPr lang="en-US" altLang="zh-CN" dirty="0"/>
              <a:t>= OS_SYS_MEM_ADDR;</a:t>
            </a:r>
          </a:p>
          <a:p>
            <a:r>
              <a:rPr lang="en-US" altLang="zh-CN" dirty="0"/>
              <a:t>       </a:t>
            </a:r>
            <a:r>
              <a:rPr lang="en-US" altLang="zh-CN" dirty="0" smtClean="0"/>
              <a:t> </a:t>
            </a:r>
            <a:r>
              <a:rPr lang="en-US" altLang="zh-CN" dirty="0" err="1" smtClean="0"/>
              <a:t>uwRet</a:t>
            </a:r>
            <a:r>
              <a:rPr lang="en-US" altLang="zh-CN" dirty="0" smtClean="0"/>
              <a:t> </a:t>
            </a:r>
            <a:r>
              <a:rPr lang="en-US" altLang="zh-CN" dirty="0"/>
              <a:t>= </a:t>
            </a:r>
            <a:r>
              <a:rPr lang="en-US" altLang="zh-CN" dirty="0" err="1"/>
              <a:t>osMemSystemInit</a:t>
            </a:r>
            <a:r>
              <a:rPr lang="en-US" altLang="zh-CN" dirty="0"/>
              <a:t>();	 (2)</a:t>
            </a:r>
          </a:p>
          <a:p>
            <a:r>
              <a:rPr lang="en-US" altLang="zh-CN" dirty="0"/>
              <a:t>        if (</a:t>
            </a:r>
            <a:r>
              <a:rPr lang="en-US" altLang="zh-CN" dirty="0" err="1"/>
              <a:t>uwRet</a:t>
            </a:r>
            <a:r>
              <a:rPr lang="en-US" altLang="zh-CN" dirty="0"/>
              <a:t> != LOS_OK) {</a:t>
            </a:r>
          </a:p>
          <a:p>
            <a:r>
              <a:rPr lang="en-US" altLang="zh-CN" dirty="0" smtClean="0"/>
              <a:t>           PRINT_ERR</a:t>
            </a:r>
            <a:r>
              <a:rPr lang="en-US" altLang="zh-CN" dirty="0"/>
              <a:t>("</a:t>
            </a:r>
            <a:r>
              <a:rPr lang="en-US" altLang="zh-CN" dirty="0" err="1"/>
              <a:t>osMemSystemInit</a:t>
            </a:r>
            <a:r>
              <a:rPr lang="en-US" altLang="zh-CN" dirty="0"/>
              <a:t> error %d\n", </a:t>
            </a:r>
            <a:r>
              <a:rPr lang="en-US" altLang="zh-CN" dirty="0" err="1"/>
              <a:t>uwRet</a:t>
            </a:r>
            <a:r>
              <a:rPr lang="en-US" altLang="zh-CN" dirty="0"/>
              <a:t>);</a:t>
            </a:r>
          </a:p>
          <a:p>
            <a:r>
              <a:rPr lang="en-US" altLang="zh-CN" dirty="0"/>
              <a:t>	</a:t>
            </a:r>
            <a:r>
              <a:rPr lang="en-US" altLang="zh-CN" dirty="0" smtClean="0"/>
              <a:t>   return </a:t>
            </a:r>
            <a:r>
              <a:rPr lang="en-US" altLang="zh-CN" dirty="0" err="1"/>
              <a:t>uwRet</a:t>
            </a:r>
            <a:r>
              <a:rPr lang="en-US" altLang="zh-CN" dirty="0"/>
              <a:t>;</a:t>
            </a:r>
          </a:p>
          <a:p>
            <a:r>
              <a:rPr lang="en-US" altLang="zh-CN" dirty="0" smtClean="0"/>
              <a:t>	}</a:t>
            </a:r>
            <a:endParaRPr lang="en-US" altLang="zh-CN" dirty="0"/>
          </a:p>
        </p:txBody>
      </p:sp>
      <p:sp>
        <p:nvSpPr>
          <p:cNvPr id="11" name="矩形 10">
            <a:extLst>
              <a:ext uri="{FF2B5EF4-FFF2-40B4-BE49-F238E27FC236}">
                <a16:creationId xmlns:a16="http://schemas.microsoft.com/office/drawing/2014/main" id="{ADFA951A-978E-4E8D-A85A-85B6177AC588}"/>
              </a:ext>
            </a:extLst>
          </p:cNvPr>
          <p:cNvSpPr/>
          <p:nvPr/>
        </p:nvSpPr>
        <p:spPr>
          <a:xfrm>
            <a:off x="0" y="-21316"/>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smtClean="0">
                <a:cs typeface="+mn-ea"/>
                <a:sym typeface="+mn-lt"/>
              </a:rPr>
              <a:t>3.5LiteOS</a:t>
            </a:r>
            <a:r>
              <a:rPr lang="zh-CN" altLang="en-US" sz="2800" b="1" dirty="0" smtClean="0">
                <a:cs typeface="+mn-ea"/>
                <a:sym typeface="+mn-lt"/>
              </a:rPr>
              <a:t>启动流程</a:t>
            </a:r>
            <a:endParaRPr lang="zh-CN" altLang="en-US" sz="2800" b="1" dirty="0">
              <a:solidFill>
                <a:schemeClr val="bg1"/>
              </a:solidFill>
              <a:cs typeface="+mn-ea"/>
              <a:sym typeface="+mn-lt"/>
            </a:endParaRPr>
          </a:p>
        </p:txBody>
      </p:sp>
      <p:sp>
        <p:nvSpPr>
          <p:cNvPr id="12"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Tree>
    <p:extLst>
      <p:ext uri="{BB962C8B-B14F-4D97-AF65-F5344CB8AC3E}">
        <p14:creationId xmlns:p14="http://schemas.microsoft.com/office/powerpoint/2010/main" val="1077119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矩形 100"/>
          <p:cNvSpPr/>
          <p:nvPr/>
        </p:nvSpPr>
        <p:spPr>
          <a:xfrm>
            <a:off x="0" y="850392"/>
            <a:ext cx="12192000" cy="572414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15" name="内容占位符 2"/>
          <p:cNvSpPr txBox="1">
            <a:spLocks/>
          </p:cNvSpPr>
          <p:nvPr/>
        </p:nvSpPr>
        <p:spPr>
          <a:xfrm>
            <a:off x="204223" y="948430"/>
            <a:ext cx="5434815" cy="4981469"/>
          </a:xfrm>
          <a:prstGeom prst="rect">
            <a:avLst/>
          </a:prstGeom>
        </p:spPr>
        <p:txBody>
          <a:bodyPr vert="horz" lIns="91440" tIns="45720" rIns="91440" bIns="45720" rtlCol="0">
            <a:noAutofit/>
          </a:bodyPr>
          <a:lstStyle>
            <a:lvl1pPr indent="456971" defTabSz="914354">
              <a:lnSpc>
                <a:spcPct val="125000"/>
              </a:lnSpc>
              <a:spcBef>
                <a:spcPts val="0"/>
              </a:spcBef>
              <a:buClr>
                <a:schemeClr val="tx2">
                  <a:lumMod val="75000"/>
                </a:schemeClr>
              </a:buClr>
              <a:buSzPct val="80000"/>
              <a:buFont typeface="Wingdings" pitchFamily="2" charset="2"/>
              <a:buNone/>
              <a:defRPr sz="1400" b="1"/>
            </a:lvl1pPr>
            <a:lvl2pPr marL="685766" indent="-228589" defTabSz="914354">
              <a:lnSpc>
                <a:spcPct val="90000"/>
              </a:lnSpc>
              <a:spcBef>
                <a:spcPts val="500"/>
              </a:spcBef>
              <a:buFont typeface="Arial" panose="020B0604020202020204" pitchFamily="34" charset="0"/>
              <a:buChar char="•"/>
              <a:defRPr sz="1600">
                <a:solidFill>
                  <a:schemeClr val="tx1">
                    <a:lumMod val="75000"/>
                    <a:lumOff val="25000"/>
                  </a:schemeClr>
                </a:solidFill>
              </a:defRPr>
            </a:lvl2pPr>
            <a:lvl3pPr marL="1142942" indent="-228589" defTabSz="914354">
              <a:lnSpc>
                <a:spcPct val="90000"/>
              </a:lnSpc>
              <a:spcBef>
                <a:spcPts val="500"/>
              </a:spcBef>
              <a:buFont typeface="Arial" panose="020B0604020202020204" pitchFamily="34" charset="0"/>
              <a:buChar char="•"/>
              <a:defRPr sz="1400"/>
            </a:lvl3pPr>
            <a:lvl4pPr marL="1600120" indent="-228589" defTabSz="914354">
              <a:lnSpc>
                <a:spcPct val="90000"/>
              </a:lnSpc>
              <a:spcBef>
                <a:spcPts val="500"/>
              </a:spcBef>
              <a:buFont typeface="Arial" panose="020B0604020202020204" pitchFamily="34" charset="0"/>
              <a:buChar char="•"/>
              <a:defRPr sz="1200"/>
            </a:lvl4pPr>
            <a:lvl5pPr marL="2057298" indent="-228589" defTabSz="914354">
              <a:lnSpc>
                <a:spcPct val="90000"/>
              </a:lnSpc>
              <a:spcBef>
                <a:spcPts val="500"/>
              </a:spcBef>
              <a:buFont typeface="Arial" panose="020B0604020202020204" pitchFamily="34" charset="0"/>
              <a:buChar char="•"/>
              <a:defRPr sz="1200"/>
            </a:lvl5pPr>
            <a:lvl6pPr marL="2514474" indent="-228589" defTabSz="914354">
              <a:lnSpc>
                <a:spcPct val="90000"/>
              </a:lnSpc>
              <a:spcBef>
                <a:spcPts val="500"/>
              </a:spcBef>
              <a:buFont typeface="Arial" panose="020B0604020202020204" pitchFamily="34" charset="0"/>
              <a:buChar char="•"/>
            </a:lvl6pPr>
            <a:lvl7pPr marL="2971652" indent="-228589" defTabSz="914354">
              <a:lnSpc>
                <a:spcPct val="90000"/>
              </a:lnSpc>
              <a:spcBef>
                <a:spcPts val="500"/>
              </a:spcBef>
              <a:buFont typeface="Arial" panose="020B0604020202020204" pitchFamily="34" charset="0"/>
              <a:buChar char="•"/>
            </a:lvl7pPr>
            <a:lvl8pPr marL="3428829" indent="-228589" defTabSz="914354">
              <a:lnSpc>
                <a:spcPct val="90000"/>
              </a:lnSpc>
              <a:spcBef>
                <a:spcPts val="500"/>
              </a:spcBef>
              <a:buFont typeface="Arial" panose="020B0604020202020204" pitchFamily="34" charset="0"/>
              <a:buChar char="•"/>
            </a:lvl8pPr>
            <a:lvl9pPr marL="3886006" indent="-228589" defTabSz="914354">
              <a:lnSpc>
                <a:spcPct val="90000"/>
              </a:lnSpc>
              <a:spcBef>
                <a:spcPts val="500"/>
              </a:spcBef>
              <a:buFont typeface="Arial" panose="020B0604020202020204" pitchFamily="34" charset="0"/>
              <a:buChar char="•"/>
            </a:lvl9pPr>
          </a:lstStyle>
          <a:p>
            <a:r>
              <a:rPr lang="en-US" altLang="zh-CN" dirty="0"/>
              <a:t>#if (LOSCFG_PLATFORM_HWI == YES</a:t>
            </a:r>
            <a:r>
              <a:rPr lang="en-US" altLang="zh-CN" dirty="0" smtClean="0"/>
              <a:t>) </a:t>
            </a:r>
            <a:r>
              <a:rPr lang="en-US" altLang="zh-CN" dirty="0"/>
              <a:t>(3)</a:t>
            </a:r>
          </a:p>
          <a:p>
            <a:r>
              <a:rPr lang="en-US" altLang="zh-CN" dirty="0"/>
              <a:t>       {</a:t>
            </a:r>
          </a:p>
          <a:p>
            <a:r>
              <a:rPr lang="en-US" altLang="zh-CN" dirty="0"/>
              <a:t>	</a:t>
            </a:r>
            <a:r>
              <a:rPr lang="en-US" altLang="zh-CN" dirty="0" err="1"/>
              <a:t>osHwiInit</a:t>
            </a:r>
            <a:r>
              <a:rPr lang="en-US" altLang="zh-CN" dirty="0"/>
              <a:t>();</a:t>
            </a:r>
          </a:p>
          <a:p>
            <a:r>
              <a:rPr lang="en-US" altLang="zh-CN" dirty="0"/>
              <a:t>       }</a:t>
            </a:r>
          </a:p>
          <a:p>
            <a:r>
              <a:rPr lang="en-US" altLang="zh-CN" dirty="0"/>
              <a:t> #</a:t>
            </a:r>
            <a:r>
              <a:rPr lang="en-US" altLang="zh-CN" dirty="0" err="1"/>
              <a:t>endif</a:t>
            </a:r>
            <a:endParaRPr lang="en-US" altLang="zh-CN" dirty="0"/>
          </a:p>
          <a:p>
            <a:r>
              <a:rPr lang="en-US" altLang="zh-CN" dirty="0"/>
              <a:t> #if (LOSCFG_PLATFORM_EXC == YES)</a:t>
            </a:r>
          </a:p>
          <a:p>
            <a:r>
              <a:rPr lang="en-US" altLang="zh-CN" dirty="0"/>
              <a:t>      {</a:t>
            </a:r>
          </a:p>
          <a:p>
            <a:r>
              <a:rPr lang="en-US" altLang="zh-CN" dirty="0"/>
              <a:t>           </a:t>
            </a:r>
            <a:r>
              <a:rPr lang="en-US" altLang="zh-CN" dirty="0" err="1"/>
              <a:t>osExcInit</a:t>
            </a:r>
            <a:r>
              <a:rPr lang="en-US" altLang="zh-CN" dirty="0"/>
              <a:t>(MAX_EXC_MEM_SIZE);</a:t>
            </a:r>
          </a:p>
          <a:p>
            <a:r>
              <a:rPr lang="en-US" altLang="zh-CN" dirty="0"/>
              <a:t>      }</a:t>
            </a:r>
          </a:p>
          <a:p>
            <a:r>
              <a:rPr lang="en-US" altLang="zh-CN" dirty="0"/>
              <a:t> #</a:t>
            </a:r>
            <a:r>
              <a:rPr lang="en-US" altLang="zh-CN" dirty="0" err="1"/>
              <a:t>endif</a:t>
            </a:r>
            <a:endParaRPr lang="en-US" altLang="zh-CN" dirty="0"/>
          </a:p>
          <a:p>
            <a:r>
              <a:rPr lang="en-US" altLang="zh-CN" dirty="0" smtClean="0"/>
              <a:t> </a:t>
            </a:r>
            <a:r>
              <a:rPr lang="en-US" altLang="zh-CN" dirty="0" err="1" smtClean="0"/>
              <a:t>uwRet</a:t>
            </a:r>
            <a:r>
              <a:rPr lang="en-US" altLang="zh-CN" dirty="0" smtClean="0"/>
              <a:t> </a:t>
            </a:r>
            <a:r>
              <a:rPr lang="en-US" altLang="zh-CN" dirty="0"/>
              <a:t>=</a:t>
            </a:r>
            <a:r>
              <a:rPr lang="en-US" altLang="zh-CN" dirty="0" err="1"/>
              <a:t>osTaskInit</a:t>
            </a:r>
            <a:r>
              <a:rPr lang="en-US" altLang="zh-CN" dirty="0"/>
              <a:t>();		 (4)</a:t>
            </a:r>
          </a:p>
          <a:p>
            <a:r>
              <a:rPr lang="en-US" altLang="zh-CN" dirty="0"/>
              <a:t>      if (</a:t>
            </a:r>
            <a:r>
              <a:rPr lang="en-US" altLang="zh-CN" dirty="0" err="1"/>
              <a:t>uwRet</a:t>
            </a:r>
            <a:r>
              <a:rPr lang="en-US" altLang="zh-CN" dirty="0"/>
              <a:t> != LOS_OK) {</a:t>
            </a:r>
          </a:p>
          <a:p>
            <a:r>
              <a:rPr lang="en-US" altLang="zh-CN" dirty="0"/>
              <a:t>           PRINT_ERR("</a:t>
            </a:r>
            <a:r>
              <a:rPr lang="en-US" altLang="zh-CN" dirty="0" err="1"/>
              <a:t>osTaskInit</a:t>
            </a:r>
            <a:r>
              <a:rPr lang="en-US" altLang="zh-CN" dirty="0"/>
              <a:t> error\n");</a:t>
            </a:r>
          </a:p>
          <a:p>
            <a:r>
              <a:rPr lang="en-US" altLang="zh-CN" dirty="0"/>
              <a:t>           return </a:t>
            </a:r>
            <a:r>
              <a:rPr lang="en-US" altLang="zh-CN" dirty="0" err="1"/>
              <a:t>uwRet</a:t>
            </a:r>
            <a:r>
              <a:rPr lang="en-US" altLang="zh-CN" dirty="0"/>
              <a:t>;</a:t>
            </a:r>
          </a:p>
          <a:p>
            <a:r>
              <a:rPr lang="en-US" altLang="zh-CN" dirty="0"/>
              <a:t>      }</a:t>
            </a:r>
          </a:p>
          <a:p>
            <a:r>
              <a:rPr lang="en-US" altLang="zh-CN" dirty="0"/>
              <a:t>#if (LOSCFG_BASE_CORE_TSK_MONITOR == YES) </a:t>
            </a:r>
            <a:r>
              <a:rPr lang="en-US" altLang="zh-CN" dirty="0" smtClean="0"/>
              <a:t>  </a:t>
            </a:r>
            <a:r>
              <a:rPr lang="en-US" altLang="zh-CN" dirty="0"/>
              <a:t>(5)</a:t>
            </a:r>
          </a:p>
          <a:p>
            <a:r>
              <a:rPr lang="en-US" altLang="zh-CN" dirty="0"/>
              <a:t>      {</a:t>
            </a:r>
          </a:p>
          <a:p>
            <a:r>
              <a:rPr lang="en-US" altLang="zh-CN" dirty="0"/>
              <a:t>	</a:t>
            </a:r>
            <a:r>
              <a:rPr lang="en-US" altLang="zh-CN" dirty="0" err="1"/>
              <a:t>osTaskMonInit</a:t>
            </a:r>
            <a:r>
              <a:rPr lang="en-US" altLang="zh-CN" dirty="0"/>
              <a:t>();</a:t>
            </a:r>
          </a:p>
          <a:p>
            <a:r>
              <a:rPr lang="en-US" altLang="zh-CN" dirty="0"/>
              <a:t>      }</a:t>
            </a:r>
          </a:p>
          <a:p>
            <a:r>
              <a:rPr lang="en-US" altLang="zh-CN" dirty="0"/>
              <a:t>#</a:t>
            </a:r>
            <a:r>
              <a:rPr lang="en-US" altLang="zh-CN" dirty="0" err="1"/>
              <a:t>endif</a:t>
            </a:r>
            <a:endParaRPr lang="en-US" altLang="zh-CN" dirty="0"/>
          </a:p>
          <a:p>
            <a:endParaRPr lang="en-US" altLang="zh-CN" dirty="0"/>
          </a:p>
        </p:txBody>
      </p:sp>
      <p:sp>
        <p:nvSpPr>
          <p:cNvPr id="12" name="内容占位符 2"/>
          <p:cNvSpPr txBox="1">
            <a:spLocks/>
          </p:cNvSpPr>
          <p:nvPr/>
        </p:nvSpPr>
        <p:spPr>
          <a:xfrm>
            <a:off x="6221438" y="1341623"/>
            <a:ext cx="5857786" cy="4752989"/>
          </a:xfrm>
          <a:prstGeom prst="rect">
            <a:avLst/>
          </a:prstGeom>
        </p:spPr>
        <p:txBody>
          <a:bodyPr vert="horz" lIns="91440" tIns="45720" rIns="91440" bIns="45720" rtlCol="0">
            <a:noAutofit/>
          </a:bodyPr>
          <a:lstStyle>
            <a:lvl1pPr indent="456971" defTabSz="914354">
              <a:lnSpc>
                <a:spcPct val="125000"/>
              </a:lnSpc>
              <a:spcBef>
                <a:spcPts val="0"/>
              </a:spcBef>
              <a:buClr>
                <a:schemeClr val="tx2">
                  <a:lumMod val="75000"/>
                </a:schemeClr>
              </a:buClr>
              <a:buSzPct val="80000"/>
              <a:buFont typeface="Wingdings" pitchFamily="2" charset="2"/>
              <a:buNone/>
              <a:defRPr sz="1400" b="1"/>
            </a:lvl1pPr>
            <a:lvl2pPr marL="685766" indent="-228589" defTabSz="914354">
              <a:lnSpc>
                <a:spcPct val="90000"/>
              </a:lnSpc>
              <a:spcBef>
                <a:spcPts val="500"/>
              </a:spcBef>
              <a:buFont typeface="Arial" panose="020B0604020202020204" pitchFamily="34" charset="0"/>
              <a:buChar char="•"/>
              <a:defRPr sz="1600">
                <a:solidFill>
                  <a:schemeClr val="tx1">
                    <a:lumMod val="75000"/>
                    <a:lumOff val="25000"/>
                  </a:schemeClr>
                </a:solidFill>
              </a:defRPr>
            </a:lvl2pPr>
            <a:lvl3pPr marL="1142942" indent="-228589" defTabSz="914354">
              <a:lnSpc>
                <a:spcPct val="90000"/>
              </a:lnSpc>
              <a:spcBef>
                <a:spcPts val="500"/>
              </a:spcBef>
              <a:buFont typeface="Arial" panose="020B0604020202020204" pitchFamily="34" charset="0"/>
              <a:buChar char="•"/>
              <a:defRPr sz="1400"/>
            </a:lvl3pPr>
            <a:lvl4pPr marL="1600120" indent="-228589" defTabSz="914354">
              <a:lnSpc>
                <a:spcPct val="90000"/>
              </a:lnSpc>
              <a:spcBef>
                <a:spcPts val="500"/>
              </a:spcBef>
              <a:buFont typeface="Arial" panose="020B0604020202020204" pitchFamily="34" charset="0"/>
              <a:buChar char="•"/>
              <a:defRPr sz="1200"/>
            </a:lvl4pPr>
            <a:lvl5pPr marL="2057298" indent="-228589" defTabSz="914354">
              <a:lnSpc>
                <a:spcPct val="90000"/>
              </a:lnSpc>
              <a:spcBef>
                <a:spcPts val="500"/>
              </a:spcBef>
              <a:buFont typeface="Arial" panose="020B0604020202020204" pitchFamily="34" charset="0"/>
              <a:buChar char="•"/>
              <a:defRPr sz="1200"/>
            </a:lvl5pPr>
            <a:lvl6pPr marL="2514474" indent="-228589" defTabSz="914354">
              <a:lnSpc>
                <a:spcPct val="90000"/>
              </a:lnSpc>
              <a:spcBef>
                <a:spcPts val="500"/>
              </a:spcBef>
              <a:buFont typeface="Arial" panose="020B0604020202020204" pitchFamily="34" charset="0"/>
              <a:buChar char="•"/>
            </a:lvl6pPr>
            <a:lvl7pPr marL="2971652" indent="-228589" defTabSz="914354">
              <a:lnSpc>
                <a:spcPct val="90000"/>
              </a:lnSpc>
              <a:spcBef>
                <a:spcPts val="500"/>
              </a:spcBef>
              <a:buFont typeface="Arial" panose="020B0604020202020204" pitchFamily="34" charset="0"/>
              <a:buChar char="•"/>
            </a:lvl7pPr>
            <a:lvl8pPr marL="3428829" indent="-228589" defTabSz="914354">
              <a:lnSpc>
                <a:spcPct val="90000"/>
              </a:lnSpc>
              <a:spcBef>
                <a:spcPts val="500"/>
              </a:spcBef>
              <a:buFont typeface="Arial" panose="020B0604020202020204" pitchFamily="34" charset="0"/>
              <a:buChar char="•"/>
            </a:lvl8pPr>
            <a:lvl9pPr marL="3886006" indent="-228589" defTabSz="914354">
              <a:lnSpc>
                <a:spcPct val="90000"/>
              </a:lnSpc>
              <a:spcBef>
                <a:spcPts val="500"/>
              </a:spcBef>
              <a:buFont typeface="Arial" panose="020B0604020202020204" pitchFamily="34" charset="0"/>
              <a:buChar char="•"/>
            </a:lvl9pPr>
          </a:lstStyle>
          <a:p>
            <a:r>
              <a:rPr lang="en-US" altLang="zh-CN" dirty="0"/>
              <a:t>#if (LOSCFG_BASE_CORE_CPUP == YES</a:t>
            </a:r>
            <a:r>
              <a:rPr lang="en-US" altLang="zh-CN" dirty="0" smtClean="0"/>
              <a:t>)</a:t>
            </a:r>
            <a:r>
              <a:rPr lang="en-US" altLang="zh-CN" dirty="0"/>
              <a:t>	 (6)</a:t>
            </a:r>
          </a:p>
          <a:p>
            <a:r>
              <a:rPr lang="en-US" altLang="zh-CN" dirty="0"/>
              <a:t>      {</a:t>
            </a:r>
          </a:p>
          <a:p>
            <a:r>
              <a:rPr lang="en-US" altLang="zh-CN" dirty="0"/>
              <a:t>           </a:t>
            </a:r>
            <a:r>
              <a:rPr lang="en-US" altLang="zh-CN" dirty="0" err="1"/>
              <a:t>uwRet</a:t>
            </a:r>
            <a:r>
              <a:rPr lang="en-US" altLang="zh-CN" dirty="0"/>
              <a:t> = </a:t>
            </a:r>
            <a:r>
              <a:rPr lang="en-US" altLang="zh-CN" dirty="0" err="1"/>
              <a:t>osCpupInit</a:t>
            </a:r>
            <a:r>
              <a:rPr lang="en-US" altLang="zh-CN" dirty="0"/>
              <a:t>();</a:t>
            </a:r>
          </a:p>
          <a:p>
            <a:r>
              <a:rPr lang="en-US" altLang="zh-CN" dirty="0"/>
              <a:t>           if (</a:t>
            </a:r>
            <a:r>
              <a:rPr lang="en-US" altLang="zh-CN" dirty="0" err="1"/>
              <a:t>uwRet</a:t>
            </a:r>
            <a:r>
              <a:rPr lang="en-US" altLang="zh-CN" dirty="0"/>
              <a:t> != LOS_OK) {</a:t>
            </a:r>
          </a:p>
          <a:p>
            <a:r>
              <a:rPr lang="en-US" altLang="zh-CN" dirty="0"/>
              <a:t>                PRINT_ERR("</a:t>
            </a:r>
            <a:r>
              <a:rPr lang="en-US" altLang="zh-CN" dirty="0" err="1"/>
              <a:t>osCpupInit</a:t>
            </a:r>
            <a:r>
              <a:rPr lang="en-US" altLang="zh-CN" dirty="0"/>
              <a:t> error\n");</a:t>
            </a:r>
          </a:p>
          <a:p>
            <a:r>
              <a:rPr lang="en-US" altLang="zh-CN" dirty="0"/>
              <a:t>                return </a:t>
            </a:r>
            <a:r>
              <a:rPr lang="en-US" altLang="zh-CN" dirty="0" err="1"/>
              <a:t>uwRet</a:t>
            </a:r>
            <a:r>
              <a:rPr lang="en-US" altLang="zh-CN" dirty="0"/>
              <a:t>;</a:t>
            </a:r>
          </a:p>
          <a:p>
            <a:r>
              <a:rPr lang="en-US" altLang="zh-CN" dirty="0"/>
              <a:t>           }</a:t>
            </a:r>
          </a:p>
          <a:p>
            <a:r>
              <a:rPr lang="en-US" altLang="zh-CN" dirty="0"/>
              <a:t>      }</a:t>
            </a:r>
          </a:p>
          <a:p>
            <a:r>
              <a:rPr lang="en-US" altLang="zh-CN" dirty="0"/>
              <a:t> #</a:t>
            </a:r>
            <a:r>
              <a:rPr lang="en-US" altLang="zh-CN" dirty="0" err="1"/>
              <a:t>endif</a:t>
            </a:r>
            <a:endParaRPr lang="en-US" altLang="zh-CN" dirty="0"/>
          </a:p>
          <a:p>
            <a:r>
              <a:rPr lang="en-US" altLang="zh-CN" dirty="0"/>
              <a:t> #if (LOSCFG_BASE_IPC_SEM == YES)	 (7)</a:t>
            </a:r>
          </a:p>
          <a:p>
            <a:r>
              <a:rPr lang="en-US" altLang="zh-CN" dirty="0"/>
              <a:t>      {</a:t>
            </a:r>
          </a:p>
          <a:p>
            <a:r>
              <a:rPr lang="en-US" altLang="zh-CN" dirty="0"/>
              <a:t>           </a:t>
            </a:r>
            <a:r>
              <a:rPr lang="en-US" altLang="zh-CN" dirty="0" err="1"/>
              <a:t>uwRet</a:t>
            </a:r>
            <a:r>
              <a:rPr lang="en-US" altLang="zh-CN" dirty="0"/>
              <a:t> = </a:t>
            </a:r>
            <a:r>
              <a:rPr lang="en-US" altLang="zh-CN" dirty="0" err="1"/>
              <a:t>osSemInit</a:t>
            </a:r>
            <a:r>
              <a:rPr lang="en-US" altLang="zh-CN" dirty="0"/>
              <a:t>();</a:t>
            </a:r>
          </a:p>
          <a:p>
            <a:r>
              <a:rPr lang="en-US" altLang="zh-CN" dirty="0"/>
              <a:t>           if (</a:t>
            </a:r>
            <a:r>
              <a:rPr lang="en-US" altLang="zh-CN" dirty="0" err="1"/>
              <a:t>uwRet</a:t>
            </a:r>
            <a:r>
              <a:rPr lang="en-US" altLang="zh-CN" dirty="0"/>
              <a:t> != LOS_OK) {</a:t>
            </a:r>
          </a:p>
          <a:p>
            <a:r>
              <a:rPr lang="en-US" altLang="zh-CN" dirty="0"/>
              <a:t>                return </a:t>
            </a:r>
            <a:r>
              <a:rPr lang="en-US" altLang="zh-CN" dirty="0" err="1"/>
              <a:t>uwRet</a:t>
            </a:r>
            <a:r>
              <a:rPr lang="en-US" altLang="zh-CN" dirty="0"/>
              <a:t>;</a:t>
            </a:r>
          </a:p>
          <a:p>
            <a:r>
              <a:rPr lang="en-US" altLang="zh-CN" dirty="0"/>
              <a:t>           }</a:t>
            </a:r>
          </a:p>
          <a:p>
            <a:r>
              <a:rPr lang="en-US" altLang="zh-CN" dirty="0"/>
              <a:t>      }</a:t>
            </a:r>
          </a:p>
          <a:p>
            <a:r>
              <a:rPr lang="en-US" altLang="zh-CN" dirty="0"/>
              <a:t> #</a:t>
            </a:r>
            <a:r>
              <a:rPr lang="en-US" altLang="zh-CN" dirty="0" err="1"/>
              <a:t>endif</a:t>
            </a:r>
            <a:endParaRPr lang="en-US" altLang="zh-CN" dirty="0"/>
          </a:p>
        </p:txBody>
      </p:sp>
      <p:cxnSp>
        <p:nvCxnSpPr>
          <p:cNvPr id="8" name="直接连接符 7"/>
          <p:cNvCxnSpPr/>
          <p:nvPr/>
        </p:nvCxnSpPr>
        <p:spPr>
          <a:xfrm>
            <a:off x="5562878" y="1296183"/>
            <a:ext cx="76160" cy="5026909"/>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5779481" y="1296183"/>
            <a:ext cx="76160" cy="5026909"/>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sp>
        <p:nvSpPr>
          <p:cNvPr id="11" name="矩形 10">
            <a:extLst>
              <a:ext uri="{FF2B5EF4-FFF2-40B4-BE49-F238E27FC236}">
                <a16:creationId xmlns:a16="http://schemas.microsoft.com/office/drawing/2014/main" id="{ADFA951A-978E-4E8D-A85A-85B6177AC588}"/>
              </a:ext>
            </a:extLst>
          </p:cNvPr>
          <p:cNvSpPr/>
          <p:nvPr/>
        </p:nvSpPr>
        <p:spPr>
          <a:xfrm>
            <a:off x="0" y="-21316"/>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smtClean="0">
                <a:cs typeface="+mn-ea"/>
                <a:sym typeface="+mn-lt"/>
              </a:rPr>
              <a:t>3.5LiteOS</a:t>
            </a:r>
            <a:r>
              <a:rPr lang="zh-CN" altLang="en-US" sz="2800" b="1" dirty="0" smtClean="0">
                <a:cs typeface="+mn-ea"/>
                <a:sym typeface="+mn-lt"/>
              </a:rPr>
              <a:t>启动流程</a:t>
            </a:r>
            <a:endParaRPr lang="zh-CN" altLang="en-US" sz="2800" b="1" dirty="0">
              <a:solidFill>
                <a:schemeClr val="bg1"/>
              </a:solidFill>
              <a:cs typeface="+mn-ea"/>
              <a:sym typeface="+mn-lt"/>
            </a:endParaRPr>
          </a:p>
        </p:txBody>
      </p:sp>
      <p:sp>
        <p:nvSpPr>
          <p:cNvPr id="13"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Tree>
    <p:extLst>
      <p:ext uri="{BB962C8B-B14F-4D97-AF65-F5344CB8AC3E}">
        <p14:creationId xmlns:p14="http://schemas.microsoft.com/office/powerpoint/2010/main" val="220495870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矩形 100"/>
          <p:cNvSpPr/>
          <p:nvPr/>
        </p:nvSpPr>
        <p:spPr>
          <a:xfrm>
            <a:off x="0" y="215719"/>
            <a:ext cx="12192000" cy="610737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15" name="内容占位符 2"/>
          <p:cNvSpPr txBox="1">
            <a:spLocks/>
          </p:cNvSpPr>
          <p:nvPr/>
        </p:nvSpPr>
        <p:spPr>
          <a:xfrm>
            <a:off x="231655" y="792119"/>
            <a:ext cx="5331223" cy="4981469"/>
          </a:xfrm>
          <a:prstGeom prst="rect">
            <a:avLst/>
          </a:prstGeom>
        </p:spPr>
        <p:txBody>
          <a:bodyPr vert="horz" lIns="91440" tIns="45720" rIns="91440" bIns="45720" rtlCol="0">
            <a:noAutofit/>
          </a:bodyPr>
          <a:lstStyle>
            <a:lvl1pPr indent="456971" defTabSz="914354">
              <a:lnSpc>
                <a:spcPct val="125000"/>
              </a:lnSpc>
              <a:spcBef>
                <a:spcPts val="0"/>
              </a:spcBef>
              <a:buClr>
                <a:schemeClr val="tx2">
                  <a:lumMod val="75000"/>
                </a:schemeClr>
              </a:buClr>
              <a:buSzPct val="80000"/>
              <a:buFont typeface="Wingdings" pitchFamily="2" charset="2"/>
              <a:buNone/>
              <a:defRPr sz="1400" b="1"/>
            </a:lvl1pPr>
            <a:lvl2pPr marL="685766" indent="-228589" defTabSz="914354">
              <a:lnSpc>
                <a:spcPct val="90000"/>
              </a:lnSpc>
              <a:spcBef>
                <a:spcPts val="500"/>
              </a:spcBef>
              <a:buFont typeface="Arial" panose="020B0604020202020204" pitchFamily="34" charset="0"/>
              <a:buChar char="•"/>
              <a:defRPr sz="1600">
                <a:solidFill>
                  <a:schemeClr val="tx1">
                    <a:lumMod val="75000"/>
                    <a:lumOff val="25000"/>
                  </a:schemeClr>
                </a:solidFill>
              </a:defRPr>
            </a:lvl2pPr>
            <a:lvl3pPr marL="1142942" indent="-228589" defTabSz="914354">
              <a:lnSpc>
                <a:spcPct val="90000"/>
              </a:lnSpc>
              <a:spcBef>
                <a:spcPts val="500"/>
              </a:spcBef>
              <a:buFont typeface="Arial" panose="020B0604020202020204" pitchFamily="34" charset="0"/>
              <a:buChar char="•"/>
              <a:defRPr sz="1400"/>
            </a:lvl3pPr>
            <a:lvl4pPr marL="1600120" indent="-228589" defTabSz="914354">
              <a:lnSpc>
                <a:spcPct val="90000"/>
              </a:lnSpc>
              <a:spcBef>
                <a:spcPts val="500"/>
              </a:spcBef>
              <a:buFont typeface="Arial" panose="020B0604020202020204" pitchFamily="34" charset="0"/>
              <a:buChar char="•"/>
              <a:defRPr sz="1200"/>
            </a:lvl4pPr>
            <a:lvl5pPr marL="2057298" indent="-228589" defTabSz="914354">
              <a:lnSpc>
                <a:spcPct val="90000"/>
              </a:lnSpc>
              <a:spcBef>
                <a:spcPts val="500"/>
              </a:spcBef>
              <a:buFont typeface="Arial" panose="020B0604020202020204" pitchFamily="34" charset="0"/>
              <a:buChar char="•"/>
              <a:defRPr sz="1200"/>
            </a:lvl5pPr>
            <a:lvl6pPr marL="2514474" indent="-228589" defTabSz="914354">
              <a:lnSpc>
                <a:spcPct val="90000"/>
              </a:lnSpc>
              <a:spcBef>
                <a:spcPts val="500"/>
              </a:spcBef>
              <a:buFont typeface="Arial" panose="020B0604020202020204" pitchFamily="34" charset="0"/>
              <a:buChar char="•"/>
            </a:lvl6pPr>
            <a:lvl7pPr marL="2971652" indent="-228589" defTabSz="914354">
              <a:lnSpc>
                <a:spcPct val="90000"/>
              </a:lnSpc>
              <a:spcBef>
                <a:spcPts val="500"/>
              </a:spcBef>
              <a:buFont typeface="Arial" panose="020B0604020202020204" pitchFamily="34" charset="0"/>
              <a:buChar char="•"/>
            </a:lvl7pPr>
            <a:lvl8pPr marL="3428829" indent="-228589" defTabSz="914354">
              <a:lnSpc>
                <a:spcPct val="90000"/>
              </a:lnSpc>
              <a:spcBef>
                <a:spcPts val="500"/>
              </a:spcBef>
              <a:buFont typeface="Arial" panose="020B0604020202020204" pitchFamily="34" charset="0"/>
              <a:buChar char="•"/>
            </a:lvl8pPr>
            <a:lvl9pPr marL="3886006" indent="-228589" defTabSz="914354">
              <a:lnSpc>
                <a:spcPct val="90000"/>
              </a:lnSpc>
              <a:spcBef>
                <a:spcPts val="500"/>
              </a:spcBef>
              <a:buFont typeface="Arial" panose="020B0604020202020204" pitchFamily="34" charset="0"/>
              <a:buChar char="•"/>
            </a:lvl9pPr>
          </a:lstStyle>
          <a:p>
            <a:r>
              <a:rPr lang="en-US" altLang="zh-CN" dirty="0"/>
              <a:t> #if (LOSCFG_BASE_IPC_MUX == YES) </a:t>
            </a:r>
            <a:r>
              <a:rPr lang="en-US" altLang="zh-CN" dirty="0" smtClean="0"/>
              <a:t>{    (</a:t>
            </a:r>
            <a:r>
              <a:rPr lang="en-US" altLang="zh-CN" dirty="0"/>
              <a:t>8)</a:t>
            </a:r>
          </a:p>
          <a:p>
            <a:r>
              <a:rPr lang="en-US" altLang="zh-CN" dirty="0"/>
              <a:t>           </a:t>
            </a:r>
            <a:r>
              <a:rPr lang="en-US" altLang="zh-CN" dirty="0" err="1"/>
              <a:t>uwRet</a:t>
            </a:r>
            <a:r>
              <a:rPr lang="en-US" altLang="zh-CN" dirty="0"/>
              <a:t> = </a:t>
            </a:r>
            <a:r>
              <a:rPr lang="en-US" altLang="zh-CN" dirty="0" err="1"/>
              <a:t>osMuxInit</a:t>
            </a:r>
            <a:r>
              <a:rPr lang="en-US" altLang="zh-CN" dirty="0"/>
              <a:t>();</a:t>
            </a:r>
          </a:p>
          <a:p>
            <a:r>
              <a:rPr lang="en-US" altLang="zh-CN" dirty="0"/>
              <a:t>           if (</a:t>
            </a:r>
            <a:r>
              <a:rPr lang="en-US" altLang="zh-CN" dirty="0" err="1"/>
              <a:t>uwRet</a:t>
            </a:r>
            <a:r>
              <a:rPr lang="en-US" altLang="zh-CN" dirty="0"/>
              <a:t> != LOS_OK) {</a:t>
            </a:r>
          </a:p>
          <a:p>
            <a:r>
              <a:rPr lang="en-US" altLang="zh-CN" dirty="0"/>
              <a:t>                return </a:t>
            </a:r>
            <a:r>
              <a:rPr lang="en-US" altLang="zh-CN" dirty="0" err="1"/>
              <a:t>uwRet</a:t>
            </a:r>
            <a:r>
              <a:rPr lang="en-US" altLang="zh-CN" dirty="0"/>
              <a:t>;</a:t>
            </a:r>
          </a:p>
          <a:p>
            <a:r>
              <a:rPr lang="en-US" altLang="zh-CN" dirty="0"/>
              <a:t>           }</a:t>
            </a:r>
          </a:p>
          <a:p>
            <a:r>
              <a:rPr lang="en-US" altLang="zh-CN" dirty="0"/>
              <a:t>}</a:t>
            </a:r>
          </a:p>
          <a:p>
            <a:r>
              <a:rPr lang="en-US" altLang="zh-CN" dirty="0"/>
              <a:t> #</a:t>
            </a:r>
            <a:r>
              <a:rPr lang="en-US" altLang="zh-CN" dirty="0" err="1"/>
              <a:t>endif</a:t>
            </a:r>
            <a:endParaRPr lang="en-US" altLang="zh-CN" dirty="0"/>
          </a:p>
          <a:p>
            <a:r>
              <a:rPr lang="en-US" altLang="zh-CN" dirty="0"/>
              <a:t> #if (LOSCFG_BASE_IPC_QUEUE == YES) </a:t>
            </a:r>
            <a:r>
              <a:rPr lang="en-US" altLang="zh-CN" dirty="0" smtClean="0"/>
              <a:t>{  </a:t>
            </a:r>
            <a:r>
              <a:rPr lang="en-US" altLang="zh-CN" dirty="0"/>
              <a:t>(9)</a:t>
            </a:r>
          </a:p>
          <a:p>
            <a:r>
              <a:rPr lang="en-US" altLang="zh-CN" dirty="0"/>
              <a:t>           </a:t>
            </a:r>
            <a:r>
              <a:rPr lang="en-US" altLang="zh-CN" dirty="0" err="1"/>
              <a:t>uwRet</a:t>
            </a:r>
            <a:r>
              <a:rPr lang="en-US" altLang="zh-CN" dirty="0"/>
              <a:t> = </a:t>
            </a:r>
            <a:r>
              <a:rPr lang="en-US" altLang="zh-CN" dirty="0" err="1"/>
              <a:t>osQueueInit</a:t>
            </a:r>
            <a:r>
              <a:rPr lang="en-US" altLang="zh-CN" dirty="0"/>
              <a:t>();</a:t>
            </a:r>
          </a:p>
          <a:p>
            <a:r>
              <a:rPr lang="en-US" altLang="zh-CN" dirty="0"/>
              <a:t>           if (</a:t>
            </a:r>
            <a:r>
              <a:rPr lang="en-US" altLang="zh-CN" dirty="0" err="1"/>
              <a:t>uwRet</a:t>
            </a:r>
            <a:r>
              <a:rPr lang="en-US" altLang="zh-CN" dirty="0"/>
              <a:t> != LOS_OK) {</a:t>
            </a:r>
          </a:p>
          <a:p>
            <a:r>
              <a:rPr lang="en-US" altLang="zh-CN" dirty="0"/>
              <a:t>                PRINT_ERR("</a:t>
            </a:r>
            <a:r>
              <a:rPr lang="en-US" altLang="zh-CN" dirty="0" err="1"/>
              <a:t>osQueueInit</a:t>
            </a:r>
            <a:r>
              <a:rPr lang="en-US" altLang="zh-CN" dirty="0"/>
              <a:t> error\n");</a:t>
            </a:r>
          </a:p>
          <a:p>
            <a:r>
              <a:rPr lang="en-US" altLang="zh-CN" dirty="0"/>
              <a:t>                return </a:t>
            </a:r>
            <a:r>
              <a:rPr lang="en-US" altLang="zh-CN" dirty="0" err="1"/>
              <a:t>uwRet</a:t>
            </a:r>
            <a:r>
              <a:rPr lang="en-US" altLang="zh-CN" dirty="0"/>
              <a:t>;</a:t>
            </a:r>
          </a:p>
          <a:p>
            <a:r>
              <a:rPr lang="en-US" altLang="zh-CN" dirty="0"/>
              <a:t>           }</a:t>
            </a:r>
          </a:p>
          <a:p>
            <a:r>
              <a:rPr lang="en-US" altLang="zh-CN" dirty="0"/>
              <a:t>      }</a:t>
            </a:r>
          </a:p>
          <a:p>
            <a:r>
              <a:rPr lang="en-US" altLang="zh-CN" dirty="0"/>
              <a:t> #</a:t>
            </a:r>
            <a:r>
              <a:rPr lang="en-US" altLang="zh-CN" dirty="0" err="1"/>
              <a:t>endif</a:t>
            </a:r>
            <a:endParaRPr lang="en-US" altLang="zh-CN" dirty="0"/>
          </a:p>
          <a:p>
            <a:r>
              <a:rPr lang="en-US" altLang="zh-CN" dirty="0"/>
              <a:t>#if (LOSCFG_BASE_CORE_SWTMR == YES) {	(10)</a:t>
            </a:r>
          </a:p>
          <a:p>
            <a:r>
              <a:rPr lang="en-US" altLang="zh-CN" dirty="0"/>
              <a:t>             </a:t>
            </a:r>
            <a:r>
              <a:rPr lang="en-US" altLang="zh-CN" dirty="0" err="1"/>
              <a:t>uwRet</a:t>
            </a:r>
            <a:r>
              <a:rPr lang="en-US" altLang="zh-CN" dirty="0"/>
              <a:t> = </a:t>
            </a:r>
            <a:r>
              <a:rPr lang="en-US" altLang="zh-CN" dirty="0" err="1"/>
              <a:t>osSwTmrInit</a:t>
            </a:r>
            <a:r>
              <a:rPr lang="en-US" altLang="zh-CN" dirty="0"/>
              <a:t>();</a:t>
            </a:r>
          </a:p>
          <a:p>
            <a:r>
              <a:rPr lang="en-US" altLang="zh-CN" dirty="0"/>
              <a:t>             if (</a:t>
            </a:r>
            <a:r>
              <a:rPr lang="en-US" altLang="zh-CN" dirty="0" err="1"/>
              <a:t>uwRet</a:t>
            </a:r>
            <a:r>
              <a:rPr lang="en-US" altLang="zh-CN" dirty="0"/>
              <a:t> != LOS_OK) {</a:t>
            </a:r>
          </a:p>
          <a:p>
            <a:r>
              <a:rPr lang="en-US" altLang="zh-CN" dirty="0"/>
              <a:t>                   PRINT_ERR("</a:t>
            </a:r>
            <a:r>
              <a:rPr lang="en-US" altLang="zh-CN" dirty="0" err="1"/>
              <a:t>osSwTmrInit</a:t>
            </a:r>
            <a:r>
              <a:rPr lang="en-US" altLang="zh-CN" dirty="0"/>
              <a:t> error\n");</a:t>
            </a:r>
          </a:p>
        </p:txBody>
      </p:sp>
      <p:sp>
        <p:nvSpPr>
          <p:cNvPr id="12" name="内容占位符 2"/>
          <p:cNvSpPr txBox="1">
            <a:spLocks/>
          </p:cNvSpPr>
          <p:nvPr/>
        </p:nvSpPr>
        <p:spPr>
          <a:xfrm>
            <a:off x="6242404" y="827294"/>
            <a:ext cx="5129626" cy="4981469"/>
          </a:xfrm>
          <a:prstGeom prst="rect">
            <a:avLst/>
          </a:prstGeom>
        </p:spPr>
        <p:txBody>
          <a:bodyPr vert="horz" lIns="91440" tIns="45720" rIns="91440" bIns="45720" rtlCol="0">
            <a:noAutofit/>
          </a:bodyPr>
          <a:lstStyle>
            <a:lvl1pPr indent="456971" defTabSz="914354">
              <a:lnSpc>
                <a:spcPct val="125000"/>
              </a:lnSpc>
              <a:spcBef>
                <a:spcPts val="0"/>
              </a:spcBef>
              <a:buClr>
                <a:schemeClr val="tx2">
                  <a:lumMod val="75000"/>
                </a:schemeClr>
              </a:buClr>
              <a:buSzPct val="80000"/>
              <a:buFont typeface="Wingdings" pitchFamily="2" charset="2"/>
              <a:buNone/>
              <a:defRPr sz="1400" b="1"/>
            </a:lvl1pPr>
            <a:lvl2pPr marL="685766" indent="-228589" defTabSz="914354">
              <a:lnSpc>
                <a:spcPct val="90000"/>
              </a:lnSpc>
              <a:spcBef>
                <a:spcPts val="500"/>
              </a:spcBef>
              <a:buFont typeface="Arial" panose="020B0604020202020204" pitchFamily="34" charset="0"/>
              <a:buChar char="•"/>
              <a:defRPr sz="1600">
                <a:solidFill>
                  <a:schemeClr val="tx1">
                    <a:lumMod val="75000"/>
                    <a:lumOff val="25000"/>
                  </a:schemeClr>
                </a:solidFill>
              </a:defRPr>
            </a:lvl2pPr>
            <a:lvl3pPr marL="1142942" indent="-228589" defTabSz="914354">
              <a:lnSpc>
                <a:spcPct val="90000"/>
              </a:lnSpc>
              <a:spcBef>
                <a:spcPts val="500"/>
              </a:spcBef>
              <a:buFont typeface="Arial" panose="020B0604020202020204" pitchFamily="34" charset="0"/>
              <a:buChar char="•"/>
              <a:defRPr sz="1400"/>
            </a:lvl3pPr>
            <a:lvl4pPr marL="1600120" indent="-228589" defTabSz="914354">
              <a:lnSpc>
                <a:spcPct val="90000"/>
              </a:lnSpc>
              <a:spcBef>
                <a:spcPts val="500"/>
              </a:spcBef>
              <a:buFont typeface="Arial" panose="020B0604020202020204" pitchFamily="34" charset="0"/>
              <a:buChar char="•"/>
              <a:defRPr sz="1200"/>
            </a:lvl4pPr>
            <a:lvl5pPr marL="2057298" indent="-228589" defTabSz="914354">
              <a:lnSpc>
                <a:spcPct val="90000"/>
              </a:lnSpc>
              <a:spcBef>
                <a:spcPts val="500"/>
              </a:spcBef>
              <a:buFont typeface="Arial" panose="020B0604020202020204" pitchFamily="34" charset="0"/>
              <a:buChar char="•"/>
              <a:defRPr sz="1200"/>
            </a:lvl5pPr>
            <a:lvl6pPr marL="2514474" indent="-228589" defTabSz="914354">
              <a:lnSpc>
                <a:spcPct val="90000"/>
              </a:lnSpc>
              <a:spcBef>
                <a:spcPts val="500"/>
              </a:spcBef>
              <a:buFont typeface="Arial" panose="020B0604020202020204" pitchFamily="34" charset="0"/>
              <a:buChar char="•"/>
            </a:lvl6pPr>
            <a:lvl7pPr marL="2971652" indent="-228589" defTabSz="914354">
              <a:lnSpc>
                <a:spcPct val="90000"/>
              </a:lnSpc>
              <a:spcBef>
                <a:spcPts val="500"/>
              </a:spcBef>
              <a:buFont typeface="Arial" panose="020B0604020202020204" pitchFamily="34" charset="0"/>
              <a:buChar char="•"/>
            </a:lvl7pPr>
            <a:lvl8pPr marL="3428829" indent="-228589" defTabSz="914354">
              <a:lnSpc>
                <a:spcPct val="90000"/>
              </a:lnSpc>
              <a:spcBef>
                <a:spcPts val="500"/>
              </a:spcBef>
              <a:buFont typeface="Arial" panose="020B0604020202020204" pitchFamily="34" charset="0"/>
              <a:buChar char="•"/>
            </a:lvl8pPr>
            <a:lvl9pPr marL="3886006" indent="-228589" defTabSz="914354">
              <a:lnSpc>
                <a:spcPct val="90000"/>
              </a:lnSpc>
              <a:spcBef>
                <a:spcPts val="500"/>
              </a:spcBef>
              <a:buFont typeface="Arial" panose="020B0604020202020204" pitchFamily="34" charset="0"/>
              <a:buChar char="•"/>
            </a:lvl9pPr>
          </a:lstStyle>
          <a:p>
            <a:r>
              <a:rPr lang="en-US" altLang="zh-CN" dirty="0"/>
              <a:t> 	return </a:t>
            </a:r>
            <a:r>
              <a:rPr lang="en-US" altLang="zh-CN" dirty="0" err="1"/>
              <a:t>uwRet</a:t>
            </a:r>
            <a:r>
              <a:rPr lang="en-US" altLang="zh-CN" dirty="0"/>
              <a:t>;</a:t>
            </a:r>
          </a:p>
          <a:p>
            <a:r>
              <a:rPr lang="en-US" altLang="zh-CN" dirty="0"/>
              <a:t>           }</a:t>
            </a:r>
          </a:p>
          <a:p>
            <a:r>
              <a:rPr lang="en-US" altLang="zh-CN" dirty="0"/>
              <a:t>}</a:t>
            </a:r>
          </a:p>
          <a:p>
            <a:r>
              <a:rPr lang="en-US" altLang="zh-CN" dirty="0"/>
              <a:t> #</a:t>
            </a:r>
            <a:r>
              <a:rPr lang="en-US" altLang="zh-CN" dirty="0" err="1"/>
              <a:t>endif</a:t>
            </a:r>
            <a:endParaRPr lang="en-US" altLang="zh-CN" dirty="0"/>
          </a:p>
          <a:p>
            <a:r>
              <a:rPr lang="en-US" altLang="zh-CN" dirty="0"/>
              <a:t> #if(LOSCFG_BASE_CORE_TIMESLICE == YES)	 (11)</a:t>
            </a:r>
          </a:p>
          <a:p>
            <a:r>
              <a:rPr lang="en-US" altLang="zh-CN" dirty="0"/>
              <a:t>      </a:t>
            </a:r>
            <a:r>
              <a:rPr lang="en-US" altLang="zh-CN" dirty="0" err="1"/>
              <a:t>osTimesliceInit</a:t>
            </a:r>
            <a:r>
              <a:rPr lang="en-US" altLang="zh-CN" dirty="0"/>
              <a:t>();</a:t>
            </a:r>
          </a:p>
          <a:p>
            <a:r>
              <a:rPr lang="en-US" altLang="zh-CN" dirty="0"/>
              <a:t> #</a:t>
            </a:r>
            <a:r>
              <a:rPr lang="en-US" altLang="zh-CN" dirty="0" err="1"/>
              <a:t>endif</a:t>
            </a:r>
            <a:endParaRPr lang="en-US" altLang="zh-CN" dirty="0"/>
          </a:p>
          <a:p>
            <a:r>
              <a:rPr lang="en-US" altLang="zh-CN" dirty="0"/>
              <a:t>      </a:t>
            </a:r>
            <a:r>
              <a:rPr lang="en-US" altLang="zh-CN" dirty="0" err="1"/>
              <a:t>uwRet</a:t>
            </a:r>
            <a:r>
              <a:rPr lang="en-US" altLang="zh-CN" dirty="0"/>
              <a:t> = </a:t>
            </a:r>
            <a:r>
              <a:rPr lang="en-US" altLang="zh-CN" dirty="0" err="1"/>
              <a:t>osIdleTaskCreate</a:t>
            </a:r>
            <a:r>
              <a:rPr lang="en-US" altLang="zh-CN" dirty="0"/>
              <a:t>();</a:t>
            </a:r>
          </a:p>
          <a:p>
            <a:r>
              <a:rPr lang="en-US" altLang="zh-CN" dirty="0"/>
              <a:t>      if (</a:t>
            </a:r>
            <a:r>
              <a:rPr lang="en-US" altLang="zh-CN" dirty="0" err="1"/>
              <a:t>uwRet</a:t>
            </a:r>
            <a:r>
              <a:rPr lang="en-US" altLang="zh-CN" dirty="0"/>
              <a:t> != LOS_OK) {</a:t>
            </a:r>
          </a:p>
          <a:p>
            <a:r>
              <a:rPr lang="en-US" altLang="zh-CN" dirty="0"/>
              <a:t>           return </a:t>
            </a:r>
            <a:r>
              <a:rPr lang="en-US" altLang="zh-CN" dirty="0" err="1"/>
              <a:t>uwRet</a:t>
            </a:r>
            <a:r>
              <a:rPr lang="en-US" altLang="zh-CN" dirty="0"/>
              <a:t>; }</a:t>
            </a:r>
          </a:p>
          <a:p>
            <a:r>
              <a:rPr lang="en-US" altLang="zh-CN" dirty="0"/>
              <a:t> #if (LOSCFG_TEST == YES)	</a:t>
            </a:r>
            <a:r>
              <a:rPr lang="en-US" altLang="zh-CN" dirty="0" smtClean="0"/>
              <a:t>      </a:t>
            </a:r>
            <a:r>
              <a:rPr lang="en-US" altLang="zh-CN" dirty="0"/>
              <a:t>(12)</a:t>
            </a:r>
          </a:p>
          <a:p>
            <a:r>
              <a:rPr lang="en-US" altLang="zh-CN" dirty="0"/>
              <a:t>      </a:t>
            </a:r>
            <a:r>
              <a:rPr lang="en-US" altLang="zh-CN" dirty="0" err="1"/>
              <a:t>uwRet</a:t>
            </a:r>
            <a:r>
              <a:rPr lang="en-US" altLang="zh-CN" dirty="0"/>
              <a:t> = </a:t>
            </a:r>
            <a:r>
              <a:rPr lang="en-US" altLang="zh-CN" dirty="0" err="1"/>
              <a:t>los_TestInit</a:t>
            </a:r>
            <a:r>
              <a:rPr lang="en-US" altLang="zh-CN" dirty="0"/>
              <a:t>();</a:t>
            </a:r>
          </a:p>
          <a:p>
            <a:r>
              <a:rPr lang="en-US" altLang="zh-CN" dirty="0"/>
              <a:t>      if (</a:t>
            </a:r>
            <a:r>
              <a:rPr lang="en-US" altLang="zh-CN" dirty="0" err="1"/>
              <a:t>uwRet</a:t>
            </a:r>
            <a:r>
              <a:rPr lang="en-US" altLang="zh-CN" dirty="0"/>
              <a:t> != LOS_OK) {</a:t>
            </a:r>
          </a:p>
          <a:p>
            <a:r>
              <a:rPr lang="en-US" altLang="zh-CN" dirty="0"/>
              <a:t>           PRINT_ERR("</a:t>
            </a:r>
            <a:r>
              <a:rPr lang="en-US" altLang="zh-CN" dirty="0" err="1"/>
              <a:t>los_TestInit</a:t>
            </a:r>
            <a:r>
              <a:rPr lang="en-US" altLang="zh-CN" dirty="0"/>
              <a:t> error\n");</a:t>
            </a:r>
          </a:p>
          <a:p>
            <a:r>
              <a:rPr lang="en-US" altLang="zh-CN" dirty="0"/>
              <a:t>           return </a:t>
            </a:r>
            <a:r>
              <a:rPr lang="en-US" altLang="zh-CN" dirty="0" err="1"/>
              <a:t>uwRet</a:t>
            </a:r>
            <a:r>
              <a:rPr lang="en-US" altLang="zh-CN" dirty="0"/>
              <a:t>;</a:t>
            </a:r>
          </a:p>
          <a:p>
            <a:r>
              <a:rPr lang="en-US" altLang="zh-CN" dirty="0"/>
              <a:t>      }</a:t>
            </a:r>
          </a:p>
          <a:p>
            <a:r>
              <a:rPr lang="en-US" altLang="zh-CN" dirty="0"/>
              <a:t> #</a:t>
            </a:r>
            <a:r>
              <a:rPr lang="en-US" altLang="zh-CN" dirty="0" err="1"/>
              <a:t>endif</a:t>
            </a:r>
            <a:endParaRPr lang="en-US" altLang="zh-CN" dirty="0"/>
          </a:p>
          <a:p>
            <a:r>
              <a:rPr lang="en-US" altLang="zh-CN" dirty="0"/>
              <a:t>      return LOS_OK</a:t>
            </a:r>
            <a:r>
              <a:rPr lang="en-US" altLang="zh-CN" dirty="0" smtClean="0"/>
              <a:t>;</a:t>
            </a:r>
          </a:p>
          <a:p>
            <a:pPr indent="182563"/>
            <a:r>
              <a:rPr lang="en-US" altLang="zh-CN" sz="1600" dirty="0" smtClean="0">
                <a:solidFill>
                  <a:srgbClr val="C00000"/>
                </a:solidFill>
              </a:rPr>
              <a:t>}</a:t>
            </a:r>
            <a:endParaRPr lang="en-US" altLang="zh-CN" sz="1600" dirty="0">
              <a:solidFill>
                <a:srgbClr val="C00000"/>
              </a:solidFill>
            </a:endParaRPr>
          </a:p>
          <a:p>
            <a:endParaRPr lang="en-US" altLang="zh-CN" dirty="0"/>
          </a:p>
        </p:txBody>
      </p:sp>
      <p:cxnSp>
        <p:nvCxnSpPr>
          <p:cNvPr id="8" name="直接连接符 7"/>
          <p:cNvCxnSpPr/>
          <p:nvPr/>
        </p:nvCxnSpPr>
        <p:spPr>
          <a:xfrm>
            <a:off x="5562878" y="1296183"/>
            <a:ext cx="76160" cy="5026909"/>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5779481" y="1296183"/>
            <a:ext cx="76160" cy="5026909"/>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sp>
        <p:nvSpPr>
          <p:cNvPr id="11" name="矩形 10">
            <a:extLst>
              <a:ext uri="{FF2B5EF4-FFF2-40B4-BE49-F238E27FC236}">
                <a16:creationId xmlns:a16="http://schemas.microsoft.com/office/drawing/2014/main" id="{ADFA951A-978E-4E8D-A85A-85B6177AC588}"/>
              </a:ext>
            </a:extLst>
          </p:cNvPr>
          <p:cNvSpPr/>
          <p:nvPr/>
        </p:nvSpPr>
        <p:spPr>
          <a:xfrm>
            <a:off x="0" y="-21316"/>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smtClean="0">
                <a:cs typeface="+mn-ea"/>
                <a:sym typeface="+mn-lt"/>
              </a:rPr>
              <a:t>3.5LiteOS</a:t>
            </a:r>
            <a:r>
              <a:rPr lang="zh-CN" altLang="en-US" sz="2800" b="1" dirty="0" smtClean="0">
                <a:cs typeface="+mn-ea"/>
                <a:sym typeface="+mn-lt"/>
              </a:rPr>
              <a:t>启动流程</a:t>
            </a:r>
            <a:endParaRPr lang="zh-CN" altLang="en-US" sz="2800" b="1" dirty="0">
              <a:solidFill>
                <a:schemeClr val="bg1"/>
              </a:solidFill>
              <a:cs typeface="+mn-ea"/>
              <a:sym typeface="+mn-lt"/>
            </a:endParaRPr>
          </a:p>
        </p:txBody>
      </p:sp>
      <p:sp>
        <p:nvSpPr>
          <p:cNvPr id="13"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Tree>
    <p:extLst>
      <p:ext uri="{BB962C8B-B14F-4D97-AF65-F5344CB8AC3E}">
        <p14:creationId xmlns:p14="http://schemas.microsoft.com/office/powerpoint/2010/main" val="300254566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矩形 99"/>
          <p:cNvSpPr/>
          <p:nvPr/>
        </p:nvSpPr>
        <p:spPr>
          <a:xfrm>
            <a:off x="0" y="6475741"/>
            <a:ext cx="12192000" cy="151993"/>
          </a:xfrm>
          <a:prstGeom prst="rect">
            <a:avLst/>
          </a:prstGeom>
          <a:solidFill>
            <a:srgbClr val="3A41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15" name="内容占位符 2"/>
          <p:cNvSpPr txBox="1">
            <a:spLocks/>
          </p:cNvSpPr>
          <p:nvPr/>
        </p:nvSpPr>
        <p:spPr>
          <a:xfrm>
            <a:off x="231655" y="1341623"/>
            <a:ext cx="6607396" cy="3321089"/>
          </a:xfrm>
          <a:prstGeom prst="rect">
            <a:avLst/>
          </a:prstGeom>
        </p:spPr>
        <p:txBody>
          <a:bodyPr vert="horz" lIns="121854" tIns="60926" rIns="121854" bIns="60926" rtlCol="0">
            <a:noAutofit/>
          </a:bodyPr>
          <a:lstStyle>
            <a:lvl1pPr marL="457360" indent="-457360" algn="l" defTabSz="1219627" rtl="0" eaLnBrk="1" latinLnBrk="0" hangingPunct="1">
              <a:lnSpc>
                <a:spcPct val="120000"/>
              </a:lnSpc>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buClr>
                <a:schemeClr val="tx2">
                  <a:lumMod val="75000"/>
                </a:schemeClr>
              </a:buClr>
              <a:buNone/>
            </a:pPr>
            <a:endParaRPr lang="en-US" altLang="zh-CN" sz="1599" dirty="0"/>
          </a:p>
        </p:txBody>
      </p:sp>
      <p:sp>
        <p:nvSpPr>
          <p:cNvPr id="7" name="内容占位符 2"/>
          <p:cNvSpPr txBox="1">
            <a:spLocks/>
          </p:cNvSpPr>
          <p:nvPr/>
        </p:nvSpPr>
        <p:spPr>
          <a:xfrm>
            <a:off x="231655" y="871654"/>
            <a:ext cx="11551003" cy="5527599"/>
          </a:xfrm>
          <a:prstGeom prst="rect">
            <a:avLst/>
          </a:prstGeom>
        </p:spPr>
        <p:txBody>
          <a:bodyPr vert="horz" lIns="121854" tIns="60926" rIns="121854" bIns="60926" rtlCol="0">
            <a:noAutofit/>
          </a:bodyPr>
          <a:lstStyle>
            <a:lvl1pPr marL="457360" indent="-457360" algn="l" defTabSz="1219627" rtl="0" eaLnBrk="1" latinLnBrk="0" hangingPunct="1">
              <a:lnSpc>
                <a:spcPct val="120000"/>
              </a:lnSpc>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a:buClr>
                <a:srgbClr val="69A12B"/>
              </a:buClr>
              <a:buFont typeface="Wingdings" panose="05000000000000000000" pitchFamily="2" charset="2"/>
              <a:buChar char="Ø"/>
            </a:pPr>
            <a:r>
              <a:rPr lang="zh-CN" altLang="en-US" sz="1599" b="1" dirty="0"/>
              <a:t>代码清单</a:t>
            </a:r>
            <a:r>
              <a:rPr lang="en-US" altLang="zh-CN" sz="1599" b="1" dirty="0"/>
              <a:t>3~13</a:t>
            </a:r>
            <a:r>
              <a:rPr lang="zh-CN" altLang="en-US" sz="1599" b="1" dirty="0"/>
              <a:t>（</a:t>
            </a:r>
            <a:r>
              <a:rPr lang="en-US" altLang="zh-CN" sz="1599" b="1" dirty="0"/>
              <a:t>1</a:t>
            </a:r>
            <a:r>
              <a:rPr lang="zh-CN" altLang="en-US" sz="1599" b="1" dirty="0"/>
              <a:t>）：根据</a:t>
            </a:r>
            <a:r>
              <a:rPr lang="en-US" altLang="zh-CN" sz="1599" b="1" dirty="0" err="1"/>
              <a:t>target_config.h</a:t>
            </a:r>
            <a:r>
              <a:rPr lang="zh-CN" altLang="en-US" sz="1599" b="1" dirty="0"/>
              <a:t>中的</a:t>
            </a:r>
            <a:r>
              <a:rPr lang="en-US" altLang="zh-CN" sz="1599" b="1" dirty="0"/>
              <a:t>LOSCFG_BASE_CORE_TSK_LIMIT</a:t>
            </a:r>
            <a:r>
              <a:rPr lang="zh-CN" altLang="en-US" sz="1599" b="1" dirty="0"/>
              <a:t>宏定义配置系统最大支持的任务个数，默认为</a:t>
            </a:r>
            <a:r>
              <a:rPr lang="en-US" altLang="zh-CN" sz="1599" b="1" dirty="0"/>
              <a:t>LOSCFG_BASE_CORE_TSK_LIMIT+1</a:t>
            </a:r>
            <a:r>
              <a:rPr lang="zh-CN" altLang="en-US" sz="1599" b="1" dirty="0"/>
              <a:t>，包括空闲任务</a:t>
            </a:r>
            <a:r>
              <a:rPr lang="en-US" altLang="zh-CN" sz="1599" b="1" dirty="0"/>
              <a:t>IDLE</a:t>
            </a:r>
            <a:r>
              <a:rPr lang="zh-CN" altLang="en-US" sz="1599" b="1" dirty="0"/>
              <a:t>。</a:t>
            </a:r>
          </a:p>
          <a:p>
            <a:pPr>
              <a:buClr>
                <a:srgbClr val="69A12B"/>
              </a:buClr>
              <a:buFont typeface="Wingdings" panose="05000000000000000000" pitchFamily="2" charset="2"/>
              <a:buChar char="Ø"/>
            </a:pPr>
            <a:r>
              <a:rPr lang="zh-CN" altLang="en-US" sz="1599" b="1" dirty="0"/>
              <a:t>代码清单</a:t>
            </a:r>
            <a:r>
              <a:rPr lang="en-US" altLang="zh-CN" sz="1599" b="1" dirty="0"/>
              <a:t>3~13</a:t>
            </a:r>
            <a:r>
              <a:rPr lang="zh-CN" altLang="en-US" sz="1599" b="1" dirty="0"/>
              <a:t>（</a:t>
            </a:r>
            <a:r>
              <a:rPr lang="en-US" altLang="zh-CN" sz="1599" b="1" dirty="0"/>
              <a:t>2</a:t>
            </a:r>
            <a:r>
              <a:rPr lang="zh-CN" altLang="en-US" sz="1599" b="1" dirty="0"/>
              <a:t>）：初始化</a:t>
            </a:r>
            <a:r>
              <a:rPr lang="en-US" altLang="zh-CN" sz="1599" b="1" dirty="0" err="1"/>
              <a:t>LiteOS</a:t>
            </a:r>
            <a:r>
              <a:rPr lang="zh-CN" altLang="en-US" sz="1599" b="1" dirty="0"/>
              <a:t>内存管理模块，系统管理的内存大小为</a:t>
            </a:r>
            <a:r>
              <a:rPr lang="en-US" altLang="zh-CN" sz="1599" b="1" dirty="0"/>
              <a:t>OS_SYS_MEM_SIZE</a:t>
            </a:r>
            <a:r>
              <a:rPr lang="zh-CN" altLang="en-US" sz="1599" b="1" dirty="0"/>
              <a:t>，可以由用户进行设置。</a:t>
            </a:r>
          </a:p>
          <a:p>
            <a:pPr>
              <a:buClr>
                <a:srgbClr val="69A12B"/>
              </a:buClr>
              <a:buFont typeface="Wingdings" panose="05000000000000000000" pitchFamily="2" charset="2"/>
              <a:buChar char="Ø"/>
            </a:pPr>
            <a:r>
              <a:rPr lang="zh-CN" altLang="en-US" sz="1599" b="1" dirty="0"/>
              <a:t>代码清单</a:t>
            </a:r>
            <a:r>
              <a:rPr lang="en-US" altLang="zh-CN" sz="1599" b="1" dirty="0"/>
              <a:t>3~13</a:t>
            </a:r>
            <a:r>
              <a:rPr lang="zh-CN" altLang="en-US" sz="1599" b="1" dirty="0"/>
              <a:t>（</a:t>
            </a:r>
            <a:r>
              <a:rPr lang="en-US" altLang="zh-CN" sz="1599" b="1" dirty="0"/>
              <a:t>3</a:t>
            </a:r>
            <a:r>
              <a:rPr lang="zh-CN" altLang="en-US" sz="1599" b="1" dirty="0"/>
              <a:t>）：如果在</a:t>
            </a:r>
            <a:r>
              <a:rPr lang="en-US" altLang="zh-CN" sz="1599" b="1" dirty="0" err="1"/>
              <a:t>target_config.h</a:t>
            </a:r>
            <a:r>
              <a:rPr lang="zh-CN" altLang="en-US" sz="1599" b="1" dirty="0"/>
              <a:t>中使能</a:t>
            </a:r>
            <a:r>
              <a:rPr lang="en-US" altLang="zh-CN" sz="1599" b="1" dirty="0"/>
              <a:t>LOSCFG_PLATFORM_HWI</a:t>
            </a:r>
            <a:r>
              <a:rPr lang="zh-CN" altLang="en-US" sz="1599" b="1" dirty="0"/>
              <a:t>宏定义，则进行硬件中断模块的初始化。如果</a:t>
            </a:r>
            <a:r>
              <a:rPr lang="en-US" altLang="zh-CN" sz="1599" b="1" dirty="0" err="1"/>
              <a:t>LiteOS</a:t>
            </a:r>
            <a:r>
              <a:rPr lang="zh-CN" altLang="en-US" sz="1599" b="1" dirty="0"/>
              <a:t>接管系统中断，则使用中断时需要先注册中断，否则将无法响应中断；反之，系统的中断将由硬件响应。</a:t>
            </a:r>
          </a:p>
          <a:p>
            <a:pPr>
              <a:buClr>
                <a:srgbClr val="69A12B"/>
              </a:buClr>
              <a:buFont typeface="Wingdings" panose="05000000000000000000" pitchFamily="2" charset="2"/>
              <a:buChar char="Ø"/>
            </a:pPr>
            <a:r>
              <a:rPr lang="zh-CN" altLang="en-US" sz="1599" b="1" dirty="0"/>
              <a:t>代码清单</a:t>
            </a:r>
            <a:r>
              <a:rPr lang="en-US" altLang="zh-CN" sz="1599" b="1" dirty="0"/>
              <a:t>3~13</a:t>
            </a:r>
            <a:r>
              <a:rPr lang="zh-CN" altLang="en-US" sz="1599" b="1" dirty="0"/>
              <a:t>（</a:t>
            </a:r>
            <a:r>
              <a:rPr lang="en-US" altLang="zh-CN" sz="1599" b="1" dirty="0"/>
              <a:t>4</a:t>
            </a:r>
            <a:r>
              <a:rPr lang="zh-CN" altLang="en-US" sz="1599" b="1" dirty="0"/>
              <a:t>）：初始化任务模块相关的内容，如分配内存、初始化链表，为后续创建任务做准备工作。</a:t>
            </a:r>
          </a:p>
          <a:p>
            <a:pPr>
              <a:buClr>
                <a:srgbClr val="69A12B"/>
              </a:buClr>
              <a:buFont typeface="Wingdings" panose="05000000000000000000" pitchFamily="2" charset="2"/>
              <a:buChar char="Ø"/>
            </a:pPr>
            <a:r>
              <a:rPr lang="zh-CN" altLang="en-US" sz="1599" b="1" dirty="0"/>
              <a:t>代码清单</a:t>
            </a:r>
            <a:r>
              <a:rPr lang="en-US" altLang="zh-CN" sz="1599" b="1" dirty="0"/>
              <a:t>3~13</a:t>
            </a:r>
            <a:r>
              <a:rPr lang="zh-CN" altLang="en-US" sz="1599" b="1" dirty="0"/>
              <a:t>（</a:t>
            </a:r>
            <a:r>
              <a:rPr lang="en-US" altLang="zh-CN" sz="1599" b="1" dirty="0"/>
              <a:t>5</a:t>
            </a:r>
            <a:r>
              <a:rPr lang="zh-CN" altLang="en-US" sz="1599" b="1" dirty="0"/>
              <a:t>）：在</a:t>
            </a:r>
            <a:r>
              <a:rPr lang="en-US" altLang="zh-CN" sz="1599" b="1" dirty="0" err="1"/>
              <a:t>target_config.h</a:t>
            </a:r>
            <a:r>
              <a:rPr lang="zh-CN" altLang="en-US" sz="1599" b="1" dirty="0"/>
              <a:t>中使能</a:t>
            </a:r>
            <a:r>
              <a:rPr lang="en-US" altLang="zh-CN" sz="1599" b="1" dirty="0"/>
              <a:t>LOSCFG_BASE_CORE_TSK_MONITOR</a:t>
            </a:r>
            <a:r>
              <a:rPr lang="zh-CN" altLang="en-US" sz="1599" b="1" dirty="0"/>
              <a:t>宏定义，表示启用任务监视器功能，需要对任务监视器进行相关初始化操作。</a:t>
            </a:r>
            <a:endParaRPr lang="en-US" altLang="zh-CN" sz="1599" b="1" dirty="0"/>
          </a:p>
          <a:p>
            <a:pPr>
              <a:buClr>
                <a:srgbClr val="69A12B"/>
              </a:buClr>
              <a:buFont typeface="Wingdings" panose="05000000000000000000" pitchFamily="2" charset="2"/>
              <a:buChar char="Ø"/>
            </a:pPr>
            <a:r>
              <a:rPr lang="zh-CN" altLang="en-US" sz="1599" b="1" dirty="0"/>
              <a:t>代码清单</a:t>
            </a:r>
            <a:r>
              <a:rPr lang="en-US" altLang="zh-CN" sz="1599" b="1" dirty="0"/>
              <a:t>3~13</a:t>
            </a:r>
            <a:r>
              <a:rPr lang="zh-CN" altLang="en-US" sz="1599" b="1" dirty="0"/>
              <a:t>（</a:t>
            </a:r>
            <a:r>
              <a:rPr lang="en-US" altLang="zh-CN" sz="1599" b="1" dirty="0"/>
              <a:t>6</a:t>
            </a:r>
            <a:r>
              <a:rPr lang="zh-CN" altLang="en-US" sz="1599" b="1" dirty="0"/>
              <a:t>）：本书例程未使能</a:t>
            </a:r>
            <a:r>
              <a:rPr lang="en-US" altLang="zh-CN" sz="1599" b="1" dirty="0"/>
              <a:t>LOSCFG_BASE_CORE_CPUP</a:t>
            </a:r>
            <a:r>
              <a:rPr lang="zh-CN" altLang="en-US" sz="1599" b="1" dirty="0"/>
              <a:t>宏定义，暂时不需要进行相关初始化</a:t>
            </a:r>
            <a:r>
              <a:rPr lang="zh-CN" altLang="en-US" sz="1599" b="1" dirty="0" smtClean="0"/>
              <a:t>操作</a:t>
            </a:r>
            <a:r>
              <a:rPr lang="en-US" altLang="zh-CN" sz="1599" b="1" dirty="0" smtClean="0"/>
              <a:t>(CPU</a:t>
            </a:r>
            <a:r>
              <a:rPr lang="zh-CN" altLang="en-US" sz="1599" b="1" dirty="0" smtClean="0"/>
              <a:t>占用率</a:t>
            </a:r>
            <a:r>
              <a:rPr lang="en-US" altLang="zh-CN" sz="1599" b="1" dirty="0" smtClean="0"/>
              <a:t>)</a:t>
            </a:r>
            <a:r>
              <a:rPr lang="zh-CN" altLang="en-US" sz="1599" b="1" dirty="0" smtClean="0"/>
              <a:t>。</a:t>
            </a:r>
            <a:endParaRPr lang="zh-CN" altLang="en-US" sz="1599" b="1" dirty="0"/>
          </a:p>
          <a:p>
            <a:pPr>
              <a:buClr>
                <a:srgbClr val="69A12B"/>
              </a:buClr>
              <a:buFont typeface="Wingdings" panose="05000000000000000000" pitchFamily="2" charset="2"/>
              <a:buChar char="Ø"/>
            </a:pPr>
            <a:r>
              <a:rPr lang="zh-CN" altLang="en-US" sz="1599" b="1" dirty="0"/>
              <a:t>代码清单</a:t>
            </a:r>
            <a:r>
              <a:rPr lang="en-US" altLang="zh-CN" sz="1599" b="1" dirty="0"/>
              <a:t>3~13</a:t>
            </a:r>
            <a:r>
              <a:rPr lang="zh-CN" altLang="en-US" sz="1599" b="1" dirty="0"/>
              <a:t>（</a:t>
            </a:r>
            <a:r>
              <a:rPr lang="en-US" altLang="zh-CN" sz="1599" b="1" dirty="0"/>
              <a:t>7</a:t>
            </a:r>
            <a:r>
              <a:rPr lang="zh-CN" altLang="en-US" sz="1599" b="1" dirty="0"/>
              <a:t>）：在</a:t>
            </a:r>
            <a:r>
              <a:rPr lang="en-US" altLang="zh-CN" sz="1599" b="1" dirty="0" err="1"/>
              <a:t>target_config.h</a:t>
            </a:r>
            <a:r>
              <a:rPr lang="zh-CN" altLang="en-US" sz="1599" b="1" dirty="0"/>
              <a:t>中使能</a:t>
            </a:r>
            <a:r>
              <a:rPr lang="en-US" altLang="zh-CN" sz="1599" b="1" dirty="0"/>
              <a:t>LOSCFG_BASE_IPC_SEM</a:t>
            </a:r>
            <a:r>
              <a:rPr lang="zh-CN" altLang="en-US" sz="1599" b="1" dirty="0"/>
              <a:t>宏定义，表示系统使用信号量功能，需要初始化信号量相关内容，如分配内存、初始化信号量链表等。</a:t>
            </a:r>
          </a:p>
          <a:p>
            <a:pPr>
              <a:buClr>
                <a:srgbClr val="69A12B"/>
              </a:buClr>
              <a:buFont typeface="Wingdings" panose="05000000000000000000" pitchFamily="2" charset="2"/>
              <a:buChar char="Ø"/>
            </a:pPr>
            <a:r>
              <a:rPr lang="zh-CN" altLang="en-US" sz="1599" b="1" dirty="0"/>
              <a:t>代码清单</a:t>
            </a:r>
            <a:r>
              <a:rPr lang="en-US" altLang="zh-CN" sz="1599" b="1" dirty="0"/>
              <a:t>3~13</a:t>
            </a:r>
            <a:r>
              <a:rPr lang="zh-CN" altLang="en-US" sz="1599" b="1" dirty="0"/>
              <a:t>（</a:t>
            </a:r>
            <a:r>
              <a:rPr lang="en-US" altLang="zh-CN" sz="1599" b="1" dirty="0"/>
              <a:t>8</a:t>
            </a:r>
            <a:r>
              <a:rPr lang="zh-CN" altLang="en-US" sz="1599" b="1" dirty="0"/>
              <a:t>）：在</a:t>
            </a:r>
            <a:r>
              <a:rPr lang="en-US" altLang="zh-CN" sz="1599" b="1" dirty="0" err="1"/>
              <a:t>target_config.h</a:t>
            </a:r>
            <a:r>
              <a:rPr lang="zh-CN" altLang="en-US" sz="1599" b="1" dirty="0"/>
              <a:t>中使能</a:t>
            </a:r>
            <a:r>
              <a:rPr lang="en-US" altLang="zh-CN" sz="1599" b="1" dirty="0"/>
              <a:t>LOSCFG_BASE_IPC_MUX</a:t>
            </a:r>
            <a:r>
              <a:rPr lang="zh-CN" altLang="en-US" sz="1599" b="1" dirty="0"/>
              <a:t>宏定义，表示系统使用互斥锁功能，需要对互斥锁进行相关初始化操作，如分配内存、初始化链表等。</a:t>
            </a:r>
          </a:p>
          <a:p>
            <a:pPr>
              <a:buClr>
                <a:srgbClr val="69A12B"/>
              </a:buClr>
              <a:buFont typeface="Wingdings" panose="05000000000000000000" pitchFamily="2" charset="2"/>
              <a:buChar char="Ø"/>
            </a:pPr>
            <a:r>
              <a:rPr lang="zh-CN" altLang="en-US" sz="1599" b="1" dirty="0"/>
              <a:t>代码清单</a:t>
            </a:r>
            <a:r>
              <a:rPr lang="en-US" altLang="zh-CN" sz="1599" b="1" dirty="0"/>
              <a:t>3~13</a:t>
            </a:r>
            <a:r>
              <a:rPr lang="zh-CN" altLang="en-US" sz="1599" b="1" dirty="0"/>
              <a:t>（</a:t>
            </a:r>
            <a:r>
              <a:rPr lang="en-US" altLang="zh-CN" sz="1599" b="1" dirty="0"/>
              <a:t>9</a:t>
            </a:r>
            <a:r>
              <a:rPr lang="zh-CN" altLang="en-US" sz="1599" b="1" dirty="0"/>
              <a:t>）：在</a:t>
            </a:r>
            <a:r>
              <a:rPr lang="en-US" altLang="zh-CN" sz="1599" b="1" dirty="0" err="1"/>
              <a:t>target_config.h</a:t>
            </a:r>
            <a:r>
              <a:rPr lang="zh-CN" altLang="en-US" sz="1599" b="1" dirty="0"/>
              <a:t>中使能</a:t>
            </a:r>
            <a:r>
              <a:rPr lang="en-US" altLang="zh-CN" sz="1599" b="1" dirty="0"/>
              <a:t>LOSCFG_BASE_IPC_QUEUE</a:t>
            </a:r>
            <a:r>
              <a:rPr lang="zh-CN" altLang="en-US" sz="1599" b="1" dirty="0"/>
              <a:t>宏定义，表示系统使用消息队列功能，需要对消息队列进行相关初始化操作，如分配内存、初始化链表等。</a:t>
            </a:r>
          </a:p>
          <a:p>
            <a:pPr>
              <a:buClr>
                <a:srgbClr val="69A12B"/>
              </a:buClr>
              <a:buFont typeface="Wingdings" panose="05000000000000000000" pitchFamily="2" charset="2"/>
              <a:buChar char="Ø"/>
            </a:pPr>
            <a:endParaRPr lang="zh-CN" altLang="en-US" sz="1599" b="1" dirty="0"/>
          </a:p>
        </p:txBody>
      </p:sp>
      <p:sp>
        <p:nvSpPr>
          <p:cNvPr id="3" name="椭圆 2"/>
          <p:cNvSpPr/>
          <p:nvPr/>
        </p:nvSpPr>
        <p:spPr>
          <a:xfrm>
            <a:off x="8761612" y="6181077"/>
            <a:ext cx="228481" cy="152321"/>
          </a:xfrm>
          <a:prstGeom prst="ellipse">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rgbClr val="69A1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9" name="椭圆 8"/>
          <p:cNvSpPr/>
          <p:nvPr/>
        </p:nvSpPr>
        <p:spPr>
          <a:xfrm>
            <a:off x="9136627" y="6170772"/>
            <a:ext cx="228481" cy="152321"/>
          </a:xfrm>
          <a:prstGeom prst="ellipse">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rgbClr val="69A1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0" name="椭圆 9"/>
          <p:cNvSpPr/>
          <p:nvPr/>
        </p:nvSpPr>
        <p:spPr>
          <a:xfrm>
            <a:off x="9511643" y="6170772"/>
            <a:ext cx="228481" cy="152321"/>
          </a:xfrm>
          <a:prstGeom prst="ellipse">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rgbClr val="69A1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1" name="椭圆 10"/>
          <p:cNvSpPr/>
          <p:nvPr/>
        </p:nvSpPr>
        <p:spPr>
          <a:xfrm>
            <a:off x="9886659" y="6170772"/>
            <a:ext cx="228481" cy="152321"/>
          </a:xfrm>
          <a:prstGeom prst="ellipse">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rgbClr val="69A1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2" name="椭圆 11"/>
          <p:cNvSpPr/>
          <p:nvPr/>
        </p:nvSpPr>
        <p:spPr>
          <a:xfrm>
            <a:off x="10267019" y="6181077"/>
            <a:ext cx="228481" cy="152321"/>
          </a:xfrm>
          <a:prstGeom prst="ellipse">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rgbClr val="69A1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3" name="椭圆 12"/>
          <p:cNvSpPr/>
          <p:nvPr/>
        </p:nvSpPr>
        <p:spPr>
          <a:xfrm>
            <a:off x="10642034" y="6170772"/>
            <a:ext cx="228481" cy="152321"/>
          </a:xfrm>
          <a:prstGeom prst="ellipse">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rgbClr val="69A1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4" name="椭圆 13"/>
          <p:cNvSpPr/>
          <p:nvPr/>
        </p:nvSpPr>
        <p:spPr>
          <a:xfrm>
            <a:off x="11017050" y="6170772"/>
            <a:ext cx="228481" cy="152321"/>
          </a:xfrm>
          <a:prstGeom prst="ellipse">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rgbClr val="69A1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5" name="椭圆 14"/>
          <p:cNvSpPr/>
          <p:nvPr/>
        </p:nvSpPr>
        <p:spPr>
          <a:xfrm>
            <a:off x="11392066" y="6170772"/>
            <a:ext cx="228481" cy="152321"/>
          </a:xfrm>
          <a:prstGeom prst="ellipse">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rgbClr val="69A1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6" name="矩形 15">
            <a:extLst>
              <a:ext uri="{FF2B5EF4-FFF2-40B4-BE49-F238E27FC236}">
                <a16:creationId xmlns:a16="http://schemas.microsoft.com/office/drawing/2014/main" id="{ADFA951A-978E-4E8D-A85A-85B6177AC588}"/>
              </a:ext>
            </a:extLst>
          </p:cNvPr>
          <p:cNvSpPr/>
          <p:nvPr/>
        </p:nvSpPr>
        <p:spPr>
          <a:xfrm>
            <a:off x="0" y="-21316"/>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smtClean="0">
                <a:cs typeface="+mn-ea"/>
                <a:sym typeface="+mn-lt"/>
              </a:rPr>
              <a:t>3.5LiteOS</a:t>
            </a:r>
            <a:r>
              <a:rPr lang="zh-CN" altLang="en-US" sz="2800" b="1" dirty="0" smtClean="0">
                <a:cs typeface="+mn-ea"/>
                <a:sym typeface="+mn-lt"/>
              </a:rPr>
              <a:t>启动流程</a:t>
            </a:r>
            <a:endParaRPr lang="zh-CN" altLang="en-US" sz="2800" b="1" dirty="0">
              <a:solidFill>
                <a:schemeClr val="bg1"/>
              </a:solidFill>
              <a:cs typeface="+mn-ea"/>
              <a:sym typeface="+mn-lt"/>
            </a:endParaRPr>
          </a:p>
        </p:txBody>
      </p:sp>
      <p:sp>
        <p:nvSpPr>
          <p:cNvPr id="17"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Tree>
    <p:extLst>
      <p:ext uri="{BB962C8B-B14F-4D97-AF65-F5344CB8AC3E}">
        <p14:creationId xmlns:p14="http://schemas.microsoft.com/office/powerpoint/2010/main" val="6706450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矩形 98"/>
          <p:cNvSpPr/>
          <p:nvPr/>
        </p:nvSpPr>
        <p:spPr>
          <a:xfrm>
            <a:off x="0" y="1144190"/>
            <a:ext cx="12192000" cy="151993"/>
          </a:xfrm>
          <a:prstGeom prst="rect">
            <a:avLst/>
          </a:prstGeom>
          <a:solidFill>
            <a:srgbClr val="3A41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00" name="矩形 99"/>
          <p:cNvSpPr/>
          <p:nvPr/>
        </p:nvSpPr>
        <p:spPr>
          <a:xfrm>
            <a:off x="0" y="6475741"/>
            <a:ext cx="12192000" cy="151993"/>
          </a:xfrm>
          <a:prstGeom prst="rect">
            <a:avLst/>
          </a:prstGeom>
          <a:solidFill>
            <a:srgbClr val="3A41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15" name="内容占位符 2"/>
          <p:cNvSpPr txBox="1">
            <a:spLocks/>
          </p:cNvSpPr>
          <p:nvPr/>
        </p:nvSpPr>
        <p:spPr>
          <a:xfrm>
            <a:off x="231655" y="1341623"/>
            <a:ext cx="6607396" cy="3321089"/>
          </a:xfrm>
          <a:prstGeom prst="rect">
            <a:avLst/>
          </a:prstGeom>
        </p:spPr>
        <p:txBody>
          <a:bodyPr vert="horz" lIns="121854" tIns="60926" rIns="121854" bIns="60926" rtlCol="0">
            <a:noAutofit/>
          </a:bodyPr>
          <a:lstStyle>
            <a:lvl1pPr marL="457360" indent="-457360" algn="l" defTabSz="1219627" rtl="0" eaLnBrk="1" latinLnBrk="0" hangingPunct="1">
              <a:lnSpc>
                <a:spcPct val="120000"/>
              </a:lnSpc>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buClr>
                <a:schemeClr val="tx2">
                  <a:lumMod val="75000"/>
                </a:schemeClr>
              </a:buClr>
              <a:buNone/>
            </a:pPr>
            <a:endParaRPr lang="en-US" altLang="zh-CN" sz="1599" dirty="0"/>
          </a:p>
        </p:txBody>
      </p:sp>
      <p:sp>
        <p:nvSpPr>
          <p:cNvPr id="7" name="内容占位符 2"/>
          <p:cNvSpPr txBox="1">
            <a:spLocks/>
          </p:cNvSpPr>
          <p:nvPr/>
        </p:nvSpPr>
        <p:spPr>
          <a:xfrm>
            <a:off x="357735" y="1416793"/>
            <a:ext cx="7126951" cy="4798101"/>
          </a:xfrm>
          <a:prstGeom prst="rect">
            <a:avLst/>
          </a:prstGeom>
        </p:spPr>
        <p:txBody>
          <a:bodyPr vert="horz" lIns="121854" tIns="60926" rIns="121854" bIns="60926" rtlCol="0">
            <a:noAutofit/>
          </a:bodyPr>
          <a:lstStyle>
            <a:lvl1pPr marL="457360" indent="-457360" algn="l" defTabSz="1219627" rtl="0" eaLnBrk="1" latinLnBrk="0" hangingPunct="1">
              <a:lnSpc>
                <a:spcPct val="120000"/>
              </a:lnSpc>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a:lnSpc>
                <a:spcPct val="130000"/>
              </a:lnSpc>
              <a:buClr>
                <a:srgbClr val="69A12B"/>
              </a:buClr>
              <a:buFont typeface="Wingdings" panose="05000000000000000000" pitchFamily="2" charset="2"/>
              <a:buChar char="Ø"/>
            </a:pPr>
            <a:r>
              <a:rPr lang="zh-CN" altLang="en-US" sz="1799" b="1" dirty="0"/>
              <a:t>代码清单</a:t>
            </a:r>
            <a:r>
              <a:rPr lang="en-US" altLang="zh-CN" sz="1799" b="1" dirty="0"/>
              <a:t>3~13</a:t>
            </a:r>
            <a:r>
              <a:rPr lang="zh-CN" altLang="en-US" sz="1799" b="1" dirty="0"/>
              <a:t>（</a:t>
            </a:r>
            <a:r>
              <a:rPr lang="en-US" altLang="zh-CN" sz="1799" b="1" dirty="0"/>
              <a:t>10</a:t>
            </a:r>
            <a:r>
              <a:rPr lang="zh-CN" altLang="en-US" sz="1799" b="1" dirty="0"/>
              <a:t>）：在</a:t>
            </a:r>
            <a:r>
              <a:rPr lang="en-US" altLang="zh-CN" sz="1799" b="1" dirty="0" err="1"/>
              <a:t>target_config.h</a:t>
            </a:r>
            <a:r>
              <a:rPr lang="zh-CN" altLang="en-US" sz="1799" b="1" dirty="0"/>
              <a:t>中使能</a:t>
            </a:r>
            <a:r>
              <a:rPr lang="en-US" altLang="zh-CN" sz="1799" b="1" dirty="0"/>
              <a:t>LOSCFG_BASE_CORE_SWTMR</a:t>
            </a:r>
            <a:r>
              <a:rPr lang="zh-CN" altLang="en-US" sz="1799" b="1" dirty="0"/>
              <a:t>宏定义，表示系统使用软件定时器功能，在使用软件定时器的时候，必须使用消息队列功能，因为</a:t>
            </a:r>
            <a:r>
              <a:rPr lang="en-US" altLang="zh-CN" sz="1799" b="1" dirty="0" err="1"/>
              <a:t>LiteOS</a:t>
            </a:r>
            <a:r>
              <a:rPr lang="zh-CN" altLang="en-US" sz="1799" b="1" dirty="0"/>
              <a:t>的软件定时器是依赖消息队列实现的，系统会对软件定时器进行相关初始化操作，如分配内存、初始化链表等。除此之外，系统会创建一个软件定时器任务</a:t>
            </a:r>
            <a:r>
              <a:rPr lang="en-US" altLang="zh-CN" sz="1799" b="1" dirty="0" err="1"/>
              <a:t>osSwTmrTask</a:t>
            </a:r>
            <a:r>
              <a:rPr lang="zh-CN" altLang="en-US" sz="1799" b="1" dirty="0"/>
              <a:t>与一个软件定时器命令队列</a:t>
            </a:r>
            <a:r>
              <a:rPr lang="en-US" altLang="zh-CN" sz="1799" b="1" dirty="0" err="1"/>
              <a:t>m_uwSwTmrHandlerQueue</a:t>
            </a:r>
            <a:r>
              <a:rPr lang="zh-CN" altLang="en-US" sz="1799" b="1" dirty="0"/>
              <a:t>。</a:t>
            </a:r>
          </a:p>
          <a:p>
            <a:pPr>
              <a:lnSpc>
                <a:spcPct val="130000"/>
              </a:lnSpc>
              <a:buClr>
                <a:srgbClr val="69A12B"/>
              </a:buClr>
              <a:buFont typeface="Wingdings" panose="05000000000000000000" pitchFamily="2" charset="2"/>
              <a:buChar char="Ø"/>
            </a:pPr>
            <a:r>
              <a:rPr lang="zh-CN" altLang="en-US" sz="1799" b="1" dirty="0"/>
              <a:t>代码清单</a:t>
            </a:r>
            <a:r>
              <a:rPr lang="en-US" altLang="zh-CN" sz="1799" b="1" dirty="0"/>
              <a:t>3~13</a:t>
            </a:r>
            <a:r>
              <a:rPr lang="zh-CN" altLang="en-US" sz="1799" b="1" dirty="0"/>
              <a:t>（</a:t>
            </a:r>
            <a:r>
              <a:rPr lang="en-US" altLang="zh-CN" sz="1799" b="1" dirty="0"/>
              <a:t>11</a:t>
            </a:r>
            <a:r>
              <a:rPr lang="zh-CN" altLang="en-US" sz="1799" b="1" dirty="0"/>
              <a:t>）：本书例程未使能</a:t>
            </a:r>
            <a:r>
              <a:rPr lang="en-US" altLang="zh-CN" sz="1799" b="1" dirty="0"/>
              <a:t>LOSCFG_BASE_CORE_TIMESLICE</a:t>
            </a:r>
            <a:r>
              <a:rPr lang="zh-CN" altLang="en-US" sz="1799" b="1" dirty="0"/>
              <a:t>宏定义，暂时不需要进行相关初始化操作。</a:t>
            </a:r>
          </a:p>
          <a:p>
            <a:pPr>
              <a:lnSpc>
                <a:spcPct val="130000"/>
              </a:lnSpc>
              <a:buClr>
                <a:srgbClr val="69A12B"/>
              </a:buClr>
              <a:buFont typeface="Wingdings" panose="05000000000000000000" pitchFamily="2" charset="2"/>
              <a:buChar char="Ø"/>
            </a:pPr>
            <a:r>
              <a:rPr lang="zh-CN" altLang="en-US" sz="1799" b="1" dirty="0"/>
              <a:t>代码清单</a:t>
            </a:r>
            <a:r>
              <a:rPr lang="en-US" altLang="zh-CN" sz="1799" b="1" dirty="0"/>
              <a:t>3~13</a:t>
            </a:r>
            <a:r>
              <a:rPr lang="zh-CN" altLang="en-US" sz="1799" b="1" dirty="0"/>
              <a:t>（</a:t>
            </a:r>
            <a:r>
              <a:rPr lang="en-US" altLang="zh-CN" sz="1799" b="1" dirty="0"/>
              <a:t>12</a:t>
            </a:r>
            <a:r>
              <a:rPr lang="zh-CN" altLang="en-US" sz="1799" b="1" dirty="0"/>
              <a:t>）：本书例程未使能 </a:t>
            </a:r>
            <a:r>
              <a:rPr lang="en-US" altLang="zh-CN" sz="1799" b="1" dirty="0"/>
              <a:t>LOSCFG_TEST</a:t>
            </a:r>
            <a:r>
              <a:rPr lang="zh-CN" altLang="en-US" sz="1799" b="1" dirty="0"/>
              <a:t>宏定义，暂时不需要进行相关初始化操作。</a:t>
            </a:r>
          </a:p>
        </p:txBody>
      </p:sp>
      <p:sp>
        <p:nvSpPr>
          <p:cNvPr id="3" name="椭圆 2"/>
          <p:cNvSpPr/>
          <p:nvPr/>
        </p:nvSpPr>
        <p:spPr>
          <a:xfrm>
            <a:off x="8761612" y="6181077"/>
            <a:ext cx="228481" cy="152321"/>
          </a:xfrm>
          <a:prstGeom prst="ellipse">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rgbClr val="69A1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9" name="椭圆 8"/>
          <p:cNvSpPr/>
          <p:nvPr/>
        </p:nvSpPr>
        <p:spPr>
          <a:xfrm>
            <a:off x="9136627" y="6170772"/>
            <a:ext cx="228481" cy="152321"/>
          </a:xfrm>
          <a:prstGeom prst="ellipse">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rgbClr val="69A1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0" name="椭圆 9"/>
          <p:cNvSpPr/>
          <p:nvPr/>
        </p:nvSpPr>
        <p:spPr>
          <a:xfrm>
            <a:off x="9511643" y="6170772"/>
            <a:ext cx="228481" cy="152321"/>
          </a:xfrm>
          <a:prstGeom prst="ellipse">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rgbClr val="69A1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1" name="椭圆 10"/>
          <p:cNvSpPr/>
          <p:nvPr/>
        </p:nvSpPr>
        <p:spPr>
          <a:xfrm>
            <a:off x="9886659" y="6170772"/>
            <a:ext cx="228481" cy="152321"/>
          </a:xfrm>
          <a:prstGeom prst="ellipse">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rgbClr val="69A1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2" name="椭圆 11"/>
          <p:cNvSpPr/>
          <p:nvPr/>
        </p:nvSpPr>
        <p:spPr>
          <a:xfrm>
            <a:off x="10267019" y="6181077"/>
            <a:ext cx="228481" cy="152321"/>
          </a:xfrm>
          <a:prstGeom prst="ellipse">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rgbClr val="69A1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3" name="椭圆 12"/>
          <p:cNvSpPr/>
          <p:nvPr/>
        </p:nvSpPr>
        <p:spPr>
          <a:xfrm>
            <a:off x="10642034" y="6170772"/>
            <a:ext cx="228481" cy="152321"/>
          </a:xfrm>
          <a:prstGeom prst="ellipse">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rgbClr val="69A1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4" name="椭圆 13"/>
          <p:cNvSpPr/>
          <p:nvPr/>
        </p:nvSpPr>
        <p:spPr>
          <a:xfrm>
            <a:off x="11017050" y="6170772"/>
            <a:ext cx="228481" cy="152321"/>
          </a:xfrm>
          <a:prstGeom prst="ellipse">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rgbClr val="69A1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5" name="椭圆 14"/>
          <p:cNvSpPr/>
          <p:nvPr/>
        </p:nvSpPr>
        <p:spPr>
          <a:xfrm>
            <a:off x="11392066" y="6170772"/>
            <a:ext cx="228481" cy="152321"/>
          </a:xfrm>
          <a:prstGeom prst="ellipse">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rgbClr val="69A1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4" name="圆角矩形 3"/>
          <p:cNvSpPr/>
          <p:nvPr/>
        </p:nvSpPr>
        <p:spPr>
          <a:xfrm>
            <a:off x="8000009" y="2972038"/>
            <a:ext cx="3634668" cy="2920418"/>
          </a:xfrm>
          <a:prstGeom prst="roundRect">
            <a:avLst>
              <a:gd name="adj" fmla="val 5979"/>
            </a:avLst>
          </a:prstGeom>
          <a:solidFill>
            <a:srgbClr val="26598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solidFill>
                <a:schemeClr val="bg1"/>
              </a:solidFill>
            </a:endParaRPr>
          </a:p>
        </p:txBody>
      </p:sp>
      <p:sp>
        <p:nvSpPr>
          <p:cNvPr id="16" name="内容占位符 2"/>
          <p:cNvSpPr txBox="1">
            <a:spLocks/>
          </p:cNvSpPr>
          <p:nvPr/>
        </p:nvSpPr>
        <p:spPr>
          <a:xfrm>
            <a:off x="8228489" y="3232559"/>
            <a:ext cx="3345274" cy="2547740"/>
          </a:xfrm>
          <a:prstGeom prst="rect">
            <a:avLst/>
          </a:prstGeom>
        </p:spPr>
        <p:txBody>
          <a:bodyPr vert="horz" lIns="121854" tIns="60926" rIns="121854" bIns="60926" rtlCol="0">
            <a:noAutofit/>
          </a:bodyPr>
          <a:lstStyle>
            <a:lvl1pPr marL="457360" indent="-457360" algn="l" defTabSz="1219627" rtl="0" eaLnBrk="1" latinLnBrk="0" hangingPunct="1">
              <a:lnSpc>
                <a:spcPct val="120000"/>
              </a:lnSpc>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buClr>
                <a:srgbClr val="69A12B"/>
              </a:buClr>
              <a:buNone/>
            </a:pPr>
            <a:r>
              <a:rPr lang="zh-CN" altLang="en-US" sz="1799" b="1" dirty="0">
                <a:solidFill>
                  <a:schemeClr val="bg1"/>
                </a:solidFill>
              </a:rPr>
              <a:t>提示：系统支持的最大的信号量、互斥锁、消息队列个数由用户决定，并且在内核初始化的时候会分配对应控制块所需的内存空间，用户可以根据系统的需求进行裁剪，以减少系统的内存开销。</a:t>
            </a:r>
          </a:p>
        </p:txBody>
      </p:sp>
      <p:sp>
        <p:nvSpPr>
          <p:cNvPr id="18" name="矩形 17">
            <a:extLst>
              <a:ext uri="{FF2B5EF4-FFF2-40B4-BE49-F238E27FC236}">
                <a16:creationId xmlns:a16="http://schemas.microsoft.com/office/drawing/2014/main" id="{ADFA951A-978E-4E8D-A85A-85B6177AC588}"/>
              </a:ext>
            </a:extLst>
          </p:cNvPr>
          <p:cNvSpPr/>
          <p:nvPr/>
        </p:nvSpPr>
        <p:spPr>
          <a:xfrm>
            <a:off x="0" y="-21316"/>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smtClean="0">
                <a:cs typeface="+mn-ea"/>
                <a:sym typeface="+mn-lt"/>
              </a:rPr>
              <a:t>3.5LiteOS</a:t>
            </a:r>
            <a:r>
              <a:rPr lang="zh-CN" altLang="en-US" sz="2800" b="1" dirty="0" smtClean="0">
                <a:cs typeface="+mn-ea"/>
                <a:sym typeface="+mn-lt"/>
              </a:rPr>
              <a:t>启动流程</a:t>
            </a:r>
            <a:endParaRPr lang="zh-CN" altLang="en-US" sz="2800" b="1" dirty="0">
              <a:solidFill>
                <a:schemeClr val="bg1"/>
              </a:solidFill>
              <a:cs typeface="+mn-ea"/>
              <a:sym typeface="+mn-lt"/>
            </a:endParaRPr>
          </a:p>
        </p:txBody>
      </p:sp>
      <p:sp>
        <p:nvSpPr>
          <p:cNvPr id="19"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Tree>
    <p:extLst>
      <p:ext uri="{BB962C8B-B14F-4D97-AF65-F5344CB8AC3E}">
        <p14:creationId xmlns:p14="http://schemas.microsoft.com/office/powerpoint/2010/main" val="318584150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矩形 100"/>
          <p:cNvSpPr/>
          <p:nvPr/>
        </p:nvSpPr>
        <p:spPr>
          <a:xfrm>
            <a:off x="0" y="2240400"/>
            <a:ext cx="12192000" cy="421717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99" name="矩形 98"/>
          <p:cNvSpPr/>
          <p:nvPr/>
        </p:nvSpPr>
        <p:spPr>
          <a:xfrm>
            <a:off x="0" y="2058114"/>
            <a:ext cx="12192000" cy="151993"/>
          </a:xfrm>
          <a:prstGeom prst="rect">
            <a:avLst/>
          </a:prstGeom>
          <a:solidFill>
            <a:srgbClr val="3A41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00" name="矩形 99"/>
          <p:cNvSpPr/>
          <p:nvPr/>
        </p:nvSpPr>
        <p:spPr>
          <a:xfrm>
            <a:off x="0" y="6457574"/>
            <a:ext cx="12192000" cy="151993"/>
          </a:xfrm>
          <a:prstGeom prst="rect">
            <a:avLst/>
          </a:prstGeom>
          <a:solidFill>
            <a:srgbClr val="3A41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14" name="内容占位符 2"/>
          <p:cNvSpPr txBox="1">
            <a:spLocks/>
          </p:cNvSpPr>
          <p:nvPr/>
        </p:nvSpPr>
        <p:spPr>
          <a:xfrm>
            <a:off x="409342" y="915710"/>
            <a:ext cx="11373316" cy="518385"/>
          </a:xfrm>
          <a:prstGeom prst="rect">
            <a:avLst/>
          </a:prstGeom>
        </p:spPr>
        <p:txBody>
          <a:bodyPr vert="horz" lIns="121854" tIns="60926" rIns="121854" bIns="60926" rtlCol="0">
            <a:noAutofit/>
          </a:bodyPr>
          <a:lstStyle>
            <a:lvl1pPr marL="457360" indent="-457360" algn="l" defTabSz="1219627" rtl="0" eaLnBrk="1" latinLnBrk="0" hangingPunct="1">
              <a:lnSpc>
                <a:spcPct val="120000"/>
              </a:lnSpc>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456971">
              <a:buClr>
                <a:schemeClr val="tx2">
                  <a:lumMod val="75000"/>
                </a:schemeClr>
              </a:buClr>
              <a:buNone/>
            </a:pPr>
            <a:r>
              <a:rPr lang="zh-CN" altLang="en-US" sz="1799" b="1" dirty="0"/>
              <a:t>在系统完成一系列相关的初始化操作之后，</a:t>
            </a:r>
            <a:r>
              <a:rPr lang="en-US" altLang="zh-CN" sz="1799" b="1" dirty="0" err="1"/>
              <a:t>LiteOS</a:t>
            </a:r>
            <a:r>
              <a:rPr lang="zh-CN" altLang="en-US" sz="1799" b="1" dirty="0"/>
              <a:t>即可正常启动，读者可以使用系统提供的</a:t>
            </a:r>
            <a:r>
              <a:rPr lang="en-US" altLang="zh-CN" sz="1799" b="1" dirty="0"/>
              <a:t>API</a:t>
            </a:r>
            <a:r>
              <a:rPr lang="zh-CN" altLang="en-US" sz="1799" b="1" dirty="0"/>
              <a:t>来创建任务和内核对象等，并开启任务调度，还可以在任务中使用内核资源实现需要的功能，其伪代码如代码清单</a:t>
            </a:r>
            <a:r>
              <a:rPr lang="en-US" altLang="zh-CN" sz="1799" b="1" dirty="0"/>
              <a:t>3~14</a:t>
            </a:r>
            <a:r>
              <a:rPr lang="zh-CN" altLang="en-US" sz="1799" b="1" dirty="0"/>
              <a:t>加粗部分所示。</a:t>
            </a:r>
          </a:p>
        </p:txBody>
      </p:sp>
      <p:sp>
        <p:nvSpPr>
          <p:cNvPr id="115" name="内容占位符 2"/>
          <p:cNvSpPr txBox="1">
            <a:spLocks/>
          </p:cNvSpPr>
          <p:nvPr/>
        </p:nvSpPr>
        <p:spPr>
          <a:xfrm>
            <a:off x="536297" y="2275191"/>
            <a:ext cx="4264979" cy="3954229"/>
          </a:xfrm>
          <a:prstGeom prst="rect">
            <a:avLst/>
          </a:prstGeom>
        </p:spPr>
        <p:txBody>
          <a:bodyPr vert="horz" lIns="91440" tIns="45720" rIns="91440" bIns="45720" rtlCol="0">
            <a:noAutofit/>
          </a:bodyPr>
          <a:lstStyle>
            <a:lvl1pPr indent="456971" defTabSz="914354">
              <a:lnSpc>
                <a:spcPct val="125000"/>
              </a:lnSpc>
              <a:spcBef>
                <a:spcPts val="0"/>
              </a:spcBef>
              <a:buClr>
                <a:schemeClr val="tx2">
                  <a:lumMod val="75000"/>
                </a:schemeClr>
              </a:buClr>
              <a:buSzPct val="80000"/>
              <a:buFont typeface="Wingdings" pitchFamily="2" charset="2"/>
              <a:buNone/>
              <a:defRPr sz="1400" b="1"/>
            </a:lvl1pPr>
            <a:lvl2pPr marL="685766" indent="-228589" defTabSz="914354">
              <a:lnSpc>
                <a:spcPct val="90000"/>
              </a:lnSpc>
              <a:spcBef>
                <a:spcPts val="500"/>
              </a:spcBef>
              <a:buFont typeface="Arial" panose="020B0604020202020204" pitchFamily="34" charset="0"/>
              <a:buChar char="•"/>
              <a:defRPr sz="1600">
                <a:solidFill>
                  <a:schemeClr val="tx1">
                    <a:lumMod val="75000"/>
                    <a:lumOff val="25000"/>
                  </a:schemeClr>
                </a:solidFill>
              </a:defRPr>
            </a:lvl2pPr>
            <a:lvl3pPr marL="1142942" indent="-228589" defTabSz="914354">
              <a:lnSpc>
                <a:spcPct val="90000"/>
              </a:lnSpc>
              <a:spcBef>
                <a:spcPts val="500"/>
              </a:spcBef>
              <a:buFont typeface="Arial" panose="020B0604020202020204" pitchFamily="34" charset="0"/>
              <a:buChar char="•"/>
              <a:defRPr sz="1400"/>
            </a:lvl3pPr>
            <a:lvl4pPr marL="1600120" indent="-228589" defTabSz="914354">
              <a:lnSpc>
                <a:spcPct val="90000"/>
              </a:lnSpc>
              <a:spcBef>
                <a:spcPts val="500"/>
              </a:spcBef>
              <a:buFont typeface="Arial" panose="020B0604020202020204" pitchFamily="34" charset="0"/>
              <a:buChar char="•"/>
              <a:defRPr sz="1200"/>
            </a:lvl4pPr>
            <a:lvl5pPr marL="2057298" indent="-228589" defTabSz="914354">
              <a:lnSpc>
                <a:spcPct val="90000"/>
              </a:lnSpc>
              <a:spcBef>
                <a:spcPts val="500"/>
              </a:spcBef>
              <a:buFont typeface="Arial" panose="020B0604020202020204" pitchFamily="34" charset="0"/>
              <a:buChar char="•"/>
              <a:defRPr sz="1200"/>
            </a:lvl5pPr>
            <a:lvl6pPr marL="2514474" indent="-228589" defTabSz="914354">
              <a:lnSpc>
                <a:spcPct val="90000"/>
              </a:lnSpc>
              <a:spcBef>
                <a:spcPts val="500"/>
              </a:spcBef>
              <a:buFont typeface="Arial" panose="020B0604020202020204" pitchFamily="34" charset="0"/>
              <a:buChar char="•"/>
            </a:lvl6pPr>
            <a:lvl7pPr marL="2971652" indent="-228589" defTabSz="914354">
              <a:lnSpc>
                <a:spcPct val="90000"/>
              </a:lnSpc>
              <a:spcBef>
                <a:spcPts val="500"/>
              </a:spcBef>
              <a:buFont typeface="Arial" panose="020B0604020202020204" pitchFamily="34" charset="0"/>
              <a:buChar char="•"/>
            </a:lvl7pPr>
            <a:lvl8pPr marL="3428829" indent="-228589" defTabSz="914354">
              <a:lnSpc>
                <a:spcPct val="90000"/>
              </a:lnSpc>
              <a:spcBef>
                <a:spcPts val="500"/>
              </a:spcBef>
              <a:buFont typeface="Arial" panose="020B0604020202020204" pitchFamily="34" charset="0"/>
              <a:buChar char="•"/>
            </a:lvl8pPr>
            <a:lvl9pPr marL="3886006" indent="-228589" defTabSz="914354">
              <a:lnSpc>
                <a:spcPct val="90000"/>
              </a:lnSpc>
              <a:spcBef>
                <a:spcPts val="500"/>
              </a:spcBef>
              <a:buFont typeface="Arial" panose="020B0604020202020204" pitchFamily="34" charset="0"/>
              <a:buChar char="•"/>
            </a:lvl9pPr>
          </a:lstStyle>
          <a:p>
            <a:r>
              <a:rPr lang="en-US" altLang="zh-CN" dirty="0"/>
              <a:t>/* </a:t>
            </a:r>
            <a:r>
              <a:rPr lang="en-US" altLang="zh-CN" dirty="0" err="1"/>
              <a:t>LiteOS</a:t>
            </a:r>
            <a:r>
              <a:rPr lang="en-US" altLang="zh-CN" dirty="0"/>
              <a:t> </a:t>
            </a:r>
            <a:r>
              <a:rPr lang="zh-CN" altLang="en-US" dirty="0"/>
              <a:t>核心初始化 *</a:t>
            </a:r>
            <a:r>
              <a:rPr lang="en-US" altLang="zh-CN" dirty="0"/>
              <a:t>/</a:t>
            </a:r>
          </a:p>
          <a:p>
            <a:r>
              <a:rPr lang="en-US" altLang="zh-CN" dirty="0"/>
              <a:t> </a:t>
            </a:r>
            <a:r>
              <a:rPr lang="en-US" altLang="zh-CN" dirty="0" err="1"/>
              <a:t>uwRet</a:t>
            </a:r>
            <a:r>
              <a:rPr lang="en-US" altLang="zh-CN" dirty="0"/>
              <a:t> = </a:t>
            </a:r>
            <a:r>
              <a:rPr lang="en-US" altLang="zh-CN" dirty="0" err="1"/>
              <a:t>LOS_KernelInit</a:t>
            </a:r>
            <a:r>
              <a:rPr lang="en-US" altLang="zh-CN" dirty="0"/>
              <a:t>();</a:t>
            </a:r>
          </a:p>
          <a:p>
            <a:r>
              <a:rPr lang="en-US" altLang="zh-CN" dirty="0"/>
              <a:t> if (</a:t>
            </a:r>
            <a:r>
              <a:rPr lang="en-US" altLang="zh-CN" dirty="0" err="1"/>
              <a:t>uwRet</a:t>
            </a:r>
            <a:r>
              <a:rPr lang="en-US" altLang="zh-CN" dirty="0"/>
              <a:t> != LOS_OK)</a:t>
            </a:r>
          </a:p>
          <a:p>
            <a:r>
              <a:rPr lang="en-US" altLang="zh-CN" dirty="0"/>
              <a:t> {</a:t>
            </a:r>
          </a:p>
          <a:p>
            <a:r>
              <a:rPr lang="en-US" altLang="zh-CN" dirty="0"/>
              <a:t>      printf("</a:t>
            </a:r>
            <a:r>
              <a:rPr lang="en-US" altLang="zh-CN" dirty="0" err="1"/>
              <a:t>LiteOS</a:t>
            </a:r>
            <a:r>
              <a:rPr lang="en-US" altLang="zh-CN" dirty="0"/>
              <a:t> </a:t>
            </a:r>
            <a:r>
              <a:rPr lang="zh-CN" altLang="en-US" dirty="0"/>
              <a:t>核心初始化失败！</a:t>
            </a:r>
            <a:r>
              <a:rPr lang="en-US" altLang="zh-CN" dirty="0"/>
              <a:t>\n");</a:t>
            </a:r>
          </a:p>
          <a:p>
            <a:r>
              <a:rPr lang="en-US" altLang="zh-CN" dirty="0"/>
              <a:t>      return LOS_NOK;</a:t>
            </a:r>
          </a:p>
          <a:p>
            <a:r>
              <a:rPr lang="en-US" altLang="zh-CN" dirty="0"/>
              <a:t> }</a:t>
            </a:r>
          </a:p>
          <a:p>
            <a:r>
              <a:rPr lang="en-US" altLang="zh-CN" dirty="0"/>
              <a:t> /* Test1_Task</a:t>
            </a:r>
            <a:r>
              <a:rPr lang="zh-CN" altLang="en-US" dirty="0"/>
              <a:t>任务创建失败 *</a:t>
            </a:r>
            <a:r>
              <a:rPr lang="en-US" altLang="zh-CN" dirty="0"/>
              <a:t>/</a:t>
            </a:r>
          </a:p>
          <a:p>
            <a:r>
              <a:rPr lang="en-US" altLang="zh-CN" dirty="0"/>
              <a:t> </a:t>
            </a:r>
            <a:r>
              <a:rPr lang="en-US" altLang="zh-CN" dirty="0" err="1"/>
              <a:t>uwRet</a:t>
            </a:r>
            <a:r>
              <a:rPr lang="en-US" altLang="zh-CN" dirty="0"/>
              <a:t> = Creat_Test1_Task();</a:t>
            </a:r>
          </a:p>
          <a:p>
            <a:r>
              <a:rPr lang="en-US" altLang="zh-CN" dirty="0"/>
              <a:t> if (</a:t>
            </a:r>
            <a:r>
              <a:rPr lang="en-US" altLang="zh-CN" dirty="0" err="1"/>
              <a:t>uwRet</a:t>
            </a:r>
            <a:r>
              <a:rPr lang="en-US" altLang="zh-CN" dirty="0"/>
              <a:t> != LOS_OK)</a:t>
            </a:r>
          </a:p>
          <a:p>
            <a:r>
              <a:rPr lang="en-US" altLang="zh-CN" dirty="0"/>
              <a:t> {</a:t>
            </a:r>
          </a:p>
          <a:p>
            <a:r>
              <a:rPr lang="en-US" altLang="zh-CN" dirty="0"/>
              <a:t>      printf("Test1_Task</a:t>
            </a:r>
            <a:r>
              <a:rPr lang="zh-CN" altLang="en-US" dirty="0"/>
              <a:t>任务创建失败！</a:t>
            </a:r>
            <a:r>
              <a:rPr lang="en-US" altLang="zh-CN" dirty="0"/>
              <a:t>\n");</a:t>
            </a:r>
          </a:p>
          <a:p>
            <a:r>
              <a:rPr lang="en-US" altLang="zh-CN" dirty="0"/>
              <a:t>      return LOS_NOK;</a:t>
            </a:r>
          </a:p>
          <a:p>
            <a:r>
              <a:rPr lang="en-US" altLang="zh-CN" dirty="0"/>
              <a:t> }</a:t>
            </a:r>
          </a:p>
        </p:txBody>
      </p:sp>
      <p:sp>
        <p:nvSpPr>
          <p:cNvPr id="12" name="内容占位符 2"/>
          <p:cNvSpPr txBox="1">
            <a:spLocks/>
          </p:cNvSpPr>
          <p:nvPr/>
        </p:nvSpPr>
        <p:spPr>
          <a:xfrm>
            <a:off x="7009924" y="2275192"/>
            <a:ext cx="4264979" cy="3321089"/>
          </a:xfrm>
          <a:prstGeom prst="rect">
            <a:avLst/>
          </a:prstGeom>
        </p:spPr>
        <p:txBody>
          <a:bodyPr vert="horz" lIns="91440" tIns="45720" rIns="91440" bIns="45720" rtlCol="0">
            <a:noAutofit/>
          </a:bodyPr>
          <a:lstStyle>
            <a:lvl1pPr indent="456971" defTabSz="914354">
              <a:lnSpc>
                <a:spcPct val="125000"/>
              </a:lnSpc>
              <a:spcBef>
                <a:spcPts val="0"/>
              </a:spcBef>
              <a:buClr>
                <a:schemeClr val="tx2">
                  <a:lumMod val="75000"/>
                </a:schemeClr>
              </a:buClr>
              <a:buSzPct val="80000"/>
              <a:buFont typeface="Wingdings" pitchFamily="2" charset="2"/>
              <a:buNone/>
              <a:defRPr sz="1400" b="1"/>
            </a:lvl1pPr>
            <a:lvl2pPr marL="685766" indent="-228589" defTabSz="914354">
              <a:lnSpc>
                <a:spcPct val="90000"/>
              </a:lnSpc>
              <a:spcBef>
                <a:spcPts val="500"/>
              </a:spcBef>
              <a:buFont typeface="Arial" panose="020B0604020202020204" pitchFamily="34" charset="0"/>
              <a:buChar char="•"/>
              <a:defRPr sz="1600">
                <a:solidFill>
                  <a:schemeClr val="tx1">
                    <a:lumMod val="75000"/>
                    <a:lumOff val="25000"/>
                  </a:schemeClr>
                </a:solidFill>
              </a:defRPr>
            </a:lvl2pPr>
            <a:lvl3pPr marL="1142942" indent="-228589" defTabSz="914354">
              <a:lnSpc>
                <a:spcPct val="90000"/>
              </a:lnSpc>
              <a:spcBef>
                <a:spcPts val="500"/>
              </a:spcBef>
              <a:buFont typeface="Arial" panose="020B0604020202020204" pitchFamily="34" charset="0"/>
              <a:buChar char="•"/>
              <a:defRPr sz="1400"/>
            </a:lvl3pPr>
            <a:lvl4pPr marL="1600120" indent="-228589" defTabSz="914354">
              <a:lnSpc>
                <a:spcPct val="90000"/>
              </a:lnSpc>
              <a:spcBef>
                <a:spcPts val="500"/>
              </a:spcBef>
              <a:buFont typeface="Arial" panose="020B0604020202020204" pitchFamily="34" charset="0"/>
              <a:buChar char="•"/>
              <a:defRPr sz="1200"/>
            </a:lvl4pPr>
            <a:lvl5pPr marL="2057298" indent="-228589" defTabSz="914354">
              <a:lnSpc>
                <a:spcPct val="90000"/>
              </a:lnSpc>
              <a:spcBef>
                <a:spcPts val="500"/>
              </a:spcBef>
              <a:buFont typeface="Arial" panose="020B0604020202020204" pitchFamily="34" charset="0"/>
              <a:buChar char="•"/>
              <a:defRPr sz="1200"/>
            </a:lvl5pPr>
            <a:lvl6pPr marL="2514474" indent="-228589" defTabSz="914354">
              <a:lnSpc>
                <a:spcPct val="90000"/>
              </a:lnSpc>
              <a:spcBef>
                <a:spcPts val="500"/>
              </a:spcBef>
              <a:buFont typeface="Arial" panose="020B0604020202020204" pitchFamily="34" charset="0"/>
              <a:buChar char="•"/>
            </a:lvl6pPr>
            <a:lvl7pPr marL="2971652" indent="-228589" defTabSz="914354">
              <a:lnSpc>
                <a:spcPct val="90000"/>
              </a:lnSpc>
              <a:spcBef>
                <a:spcPts val="500"/>
              </a:spcBef>
              <a:buFont typeface="Arial" panose="020B0604020202020204" pitchFamily="34" charset="0"/>
              <a:buChar char="•"/>
            </a:lvl7pPr>
            <a:lvl8pPr marL="3428829" indent="-228589" defTabSz="914354">
              <a:lnSpc>
                <a:spcPct val="90000"/>
              </a:lnSpc>
              <a:spcBef>
                <a:spcPts val="500"/>
              </a:spcBef>
              <a:buFont typeface="Arial" panose="020B0604020202020204" pitchFamily="34" charset="0"/>
              <a:buChar char="•"/>
            </a:lvl8pPr>
            <a:lvl9pPr marL="3886006" indent="-228589" defTabSz="914354">
              <a:lnSpc>
                <a:spcPct val="90000"/>
              </a:lnSpc>
              <a:spcBef>
                <a:spcPts val="500"/>
              </a:spcBef>
              <a:buFont typeface="Arial" panose="020B0604020202020204" pitchFamily="34" charset="0"/>
              <a:buChar char="•"/>
            </a:lvl9pPr>
          </a:lstStyle>
          <a:p>
            <a:r>
              <a:rPr lang="en-US" altLang="zh-CN" dirty="0"/>
              <a:t> /* Test2_Task</a:t>
            </a:r>
            <a:r>
              <a:rPr lang="zh-CN" altLang="en-US" dirty="0"/>
              <a:t>任务创建失败 *</a:t>
            </a:r>
            <a:r>
              <a:rPr lang="en-US" altLang="zh-CN" dirty="0"/>
              <a:t>/</a:t>
            </a:r>
          </a:p>
          <a:p>
            <a:r>
              <a:rPr lang="en-US" altLang="zh-CN" dirty="0"/>
              <a:t> </a:t>
            </a:r>
            <a:r>
              <a:rPr lang="en-US" altLang="zh-CN" dirty="0" err="1"/>
              <a:t>uwRet</a:t>
            </a:r>
            <a:r>
              <a:rPr lang="en-US" altLang="zh-CN" dirty="0"/>
              <a:t> = Creat_Test2_Task();</a:t>
            </a:r>
          </a:p>
          <a:p>
            <a:r>
              <a:rPr lang="en-US" altLang="zh-CN" dirty="0"/>
              <a:t> if (</a:t>
            </a:r>
            <a:r>
              <a:rPr lang="en-US" altLang="zh-CN" dirty="0" err="1"/>
              <a:t>uwRet</a:t>
            </a:r>
            <a:r>
              <a:rPr lang="en-US" altLang="zh-CN" dirty="0"/>
              <a:t> != LOS_OK)</a:t>
            </a:r>
          </a:p>
          <a:p>
            <a:r>
              <a:rPr lang="en-US" altLang="zh-CN" dirty="0"/>
              <a:t> {</a:t>
            </a:r>
          </a:p>
          <a:p>
            <a:r>
              <a:rPr lang="en-US" altLang="zh-CN" dirty="0"/>
              <a:t>      printf("Test2_Task</a:t>
            </a:r>
            <a:r>
              <a:rPr lang="zh-CN" altLang="en-US" dirty="0"/>
              <a:t>任务创建失败！</a:t>
            </a:r>
            <a:r>
              <a:rPr lang="en-US" altLang="zh-CN" dirty="0"/>
              <a:t>\n");</a:t>
            </a:r>
          </a:p>
          <a:p>
            <a:r>
              <a:rPr lang="en-US" altLang="zh-CN" dirty="0"/>
              <a:t>      return LOS_NOK;</a:t>
            </a:r>
          </a:p>
          <a:p>
            <a:r>
              <a:rPr lang="en-US" altLang="zh-CN" dirty="0"/>
              <a:t> }</a:t>
            </a:r>
          </a:p>
          <a:p>
            <a:r>
              <a:rPr lang="en-US" altLang="zh-CN" dirty="0"/>
              <a:t> /* </a:t>
            </a:r>
            <a:r>
              <a:rPr lang="zh-CN" altLang="en-US" dirty="0"/>
              <a:t>开启</a:t>
            </a:r>
            <a:r>
              <a:rPr lang="en-US" altLang="zh-CN" dirty="0" err="1"/>
              <a:t>LiteOS</a:t>
            </a:r>
            <a:r>
              <a:rPr lang="zh-CN" altLang="en-US" dirty="0"/>
              <a:t>任务调度 *</a:t>
            </a:r>
            <a:r>
              <a:rPr lang="en-US" altLang="zh-CN" dirty="0"/>
              <a:t>/</a:t>
            </a:r>
          </a:p>
          <a:p>
            <a:r>
              <a:rPr lang="en-US" altLang="zh-CN" dirty="0"/>
              <a:t> </a:t>
            </a:r>
            <a:r>
              <a:rPr lang="en-US" altLang="zh-CN" dirty="0" err="1"/>
              <a:t>LOS_Start</a:t>
            </a:r>
            <a:r>
              <a:rPr lang="en-US" altLang="zh-CN" dirty="0"/>
              <a:t>();</a:t>
            </a:r>
          </a:p>
        </p:txBody>
      </p:sp>
      <p:sp>
        <p:nvSpPr>
          <p:cNvPr id="14" name="椭圆 13"/>
          <p:cNvSpPr/>
          <p:nvPr/>
        </p:nvSpPr>
        <p:spPr>
          <a:xfrm>
            <a:off x="8761612" y="6181077"/>
            <a:ext cx="228481" cy="152321"/>
          </a:xfrm>
          <a:prstGeom prst="ellipse">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rgbClr val="69A1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5" name="椭圆 14"/>
          <p:cNvSpPr/>
          <p:nvPr/>
        </p:nvSpPr>
        <p:spPr>
          <a:xfrm>
            <a:off x="9136627" y="6170772"/>
            <a:ext cx="228481" cy="152321"/>
          </a:xfrm>
          <a:prstGeom prst="ellipse">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rgbClr val="69A1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6" name="椭圆 15"/>
          <p:cNvSpPr/>
          <p:nvPr/>
        </p:nvSpPr>
        <p:spPr>
          <a:xfrm>
            <a:off x="9511643" y="6170772"/>
            <a:ext cx="228481" cy="152321"/>
          </a:xfrm>
          <a:prstGeom prst="ellipse">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rgbClr val="69A1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7" name="椭圆 16"/>
          <p:cNvSpPr/>
          <p:nvPr/>
        </p:nvSpPr>
        <p:spPr>
          <a:xfrm>
            <a:off x="9886659" y="6170772"/>
            <a:ext cx="228481" cy="152321"/>
          </a:xfrm>
          <a:prstGeom prst="ellipse">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rgbClr val="69A1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8" name="椭圆 17"/>
          <p:cNvSpPr/>
          <p:nvPr/>
        </p:nvSpPr>
        <p:spPr>
          <a:xfrm>
            <a:off x="10267019" y="6181077"/>
            <a:ext cx="228481" cy="152321"/>
          </a:xfrm>
          <a:prstGeom prst="ellipse">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rgbClr val="69A1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9" name="椭圆 18"/>
          <p:cNvSpPr/>
          <p:nvPr/>
        </p:nvSpPr>
        <p:spPr>
          <a:xfrm>
            <a:off x="10642034" y="6170772"/>
            <a:ext cx="228481" cy="152321"/>
          </a:xfrm>
          <a:prstGeom prst="ellipse">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rgbClr val="69A1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20" name="椭圆 19"/>
          <p:cNvSpPr/>
          <p:nvPr/>
        </p:nvSpPr>
        <p:spPr>
          <a:xfrm>
            <a:off x="11017050" y="6170772"/>
            <a:ext cx="228481" cy="152321"/>
          </a:xfrm>
          <a:prstGeom prst="ellipse">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rgbClr val="69A1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21" name="椭圆 20"/>
          <p:cNvSpPr/>
          <p:nvPr/>
        </p:nvSpPr>
        <p:spPr>
          <a:xfrm>
            <a:off x="11392066" y="6170772"/>
            <a:ext cx="228481" cy="152321"/>
          </a:xfrm>
          <a:prstGeom prst="ellipse">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rgbClr val="69A1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22" name="矩形 21">
            <a:extLst>
              <a:ext uri="{FF2B5EF4-FFF2-40B4-BE49-F238E27FC236}">
                <a16:creationId xmlns:a16="http://schemas.microsoft.com/office/drawing/2014/main" id="{ADFA951A-978E-4E8D-A85A-85B6177AC588}"/>
              </a:ext>
            </a:extLst>
          </p:cNvPr>
          <p:cNvSpPr/>
          <p:nvPr/>
        </p:nvSpPr>
        <p:spPr>
          <a:xfrm>
            <a:off x="0" y="-21316"/>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smtClean="0">
                <a:cs typeface="+mn-ea"/>
                <a:sym typeface="+mn-lt"/>
              </a:rPr>
              <a:t>3.5LiteOS</a:t>
            </a:r>
            <a:r>
              <a:rPr lang="zh-CN" altLang="en-US" sz="2800" b="1" dirty="0" smtClean="0">
                <a:cs typeface="+mn-ea"/>
                <a:sym typeface="+mn-lt"/>
              </a:rPr>
              <a:t>启动流程</a:t>
            </a:r>
            <a:endParaRPr lang="zh-CN" altLang="en-US" sz="2800" b="1" dirty="0">
              <a:solidFill>
                <a:schemeClr val="bg1"/>
              </a:solidFill>
              <a:cs typeface="+mn-ea"/>
              <a:sym typeface="+mn-lt"/>
            </a:endParaRPr>
          </a:p>
        </p:txBody>
      </p:sp>
      <p:sp>
        <p:nvSpPr>
          <p:cNvPr id="23"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Tree>
    <p:extLst>
      <p:ext uri="{BB962C8B-B14F-4D97-AF65-F5344CB8AC3E}">
        <p14:creationId xmlns:p14="http://schemas.microsoft.com/office/powerpoint/2010/main" val="17794750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09601" y="852232"/>
            <a:ext cx="6199777" cy="609284"/>
          </a:xfrm>
        </p:spPr>
        <p:txBody>
          <a:bodyPr>
            <a:normAutofit/>
          </a:bodyPr>
          <a:lstStyle/>
          <a:p>
            <a:pPr marL="0" indent="0">
              <a:buClr>
                <a:schemeClr val="tx2">
                  <a:lumMod val="75000"/>
                </a:schemeClr>
              </a:buClr>
              <a:buNone/>
            </a:pPr>
            <a:r>
              <a:rPr lang="en-US" altLang="zh-CN" b="1" dirty="0">
                <a:solidFill>
                  <a:srgbClr val="C00000"/>
                </a:solidFill>
              </a:rPr>
              <a:t>3</a:t>
            </a:r>
            <a:r>
              <a:rPr lang="zh-CN" altLang="en-US" b="1" dirty="0">
                <a:solidFill>
                  <a:srgbClr val="C00000"/>
                </a:solidFill>
              </a:rPr>
              <a:t>．开启任务调度</a:t>
            </a:r>
          </a:p>
        </p:txBody>
      </p:sp>
      <p:sp>
        <p:nvSpPr>
          <p:cNvPr id="99" name="矩形 98"/>
          <p:cNvSpPr/>
          <p:nvPr/>
        </p:nvSpPr>
        <p:spPr>
          <a:xfrm>
            <a:off x="0" y="1372671"/>
            <a:ext cx="12192000" cy="151993"/>
          </a:xfrm>
          <a:prstGeom prst="rect">
            <a:avLst/>
          </a:prstGeom>
          <a:solidFill>
            <a:srgbClr val="3A41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14" name="内容占位符 2"/>
          <p:cNvSpPr txBox="1">
            <a:spLocks/>
          </p:cNvSpPr>
          <p:nvPr/>
        </p:nvSpPr>
        <p:spPr>
          <a:xfrm>
            <a:off x="609601" y="1539331"/>
            <a:ext cx="5181758" cy="1874093"/>
          </a:xfrm>
          <a:prstGeom prst="rect">
            <a:avLst/>
          </a:prstGeom>
        </p:spPr>
        <p:txBody>
          <a:bodyPr vert="horz" lIns="121854" tIns="60926" rIns="121854" bIns="60926" rtlCol="0">
            <a:noAutofit/>
          </a:bodyPr>
          <a:lstStyle>
            <a:lvl1pPr marL="457360" indent="-457360" algn="l" defTabSz="1219627" rtl="0" eaLnBrk="1" latinLnBrk="0" hangingPunct="1">
              <a:lnSpc>
                <a:spcPct val="120000"/>
              </a:lnSpc>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456971">
              <a:buClr>
                <a:schemeClr val="tx2">
                  <a:lumMod val="75000"/>
                </a:schemeClr>
              </a:buClr>
              <a:buNone/>
            </a:pPr>
            <a:r>
              <a:rPr lang="zh-CN" altLang="en-US" sz="1599" b="1" dirty="0"/>
              <a:t>任务调度器的开启由</a:t>
            </a:r>
            <a:r>
              <a:rPr lang="en-US" altLang="zh-CN" sz="1599" b="1" dirty="0" err="1"/>
              <a:t>LOS_Start</a:t>
            </a:r>
            <a:r>
              <a:rPr lang="zh-CN" altLang="en-US" sz="1599" b="1" dirty="0"/>
              <a:t>函数来实现，如代码清单</a:t>
            </a:r>
            <a:r>
              <a:rPr lang="en-US" altLang="zh-CN" sz="1599" b="1" dirty="0"/>
              <a:t>3~15</a:t>
            </a:r>
            <a:r>
              <a:rPr lang="zh-CN" altLang="en-US" sz="1599" b="1" dirty="0"/>
              <a:t>所示。系统在开启任务调度器后，任务会进行切换，任务的切换动作包括获取就绪列表中最高优先级任务、切出任务上文保存、切入任务下文恢复等。</a:t>
            </a:r>
            <a:endParaRPr lang="en-US" altLang="zh-CN" sz="1599" b="1" dirty="0"/>
          </a:p>
          <a:p>
            <a:pPr marL="0" indent="456971">
              <a:buClr>
                <a:schemeClr val="tx2">
                  <a:lumMod val="75000"/>
                </a:schemeClr>
              </a:buClr>
              <a:buNone/>
            </a:pPr>
            <a:r>
              <a:rPr lang="en-US" altLang="zh-CN" sz="1599" b="1" dirty="0" err="1"/>
              <a:t>LOS_Start</a:t>
            </a:r>
            <a:r>
              <a:rPr lang="zh-CN" altLang="en-US" sz="1599" b="1" dirty="0"/>
              <a:t>函数的实现过程如代码清单</a:t>
            </a:r>
            <a:r>
              <a:rPr lang="en-US" altLang="zh-CN" sz="1599" b="1" dirty="0"/>
              <a:t>3~16</a:t>
            </a:r>
            <a:r>
              <a:rPr lang="zh-CN" altLang="en-US" sz="1599" b="1" dirty="0"/>
              <a:t>所示。</a:t>
            </a:r>
          </a:p>
        </p:txBody>
      </p:sp>
      <p:cxnSp>
        <p:nvCxnSpPr>
          <p:cNvPr id="18" name="直接连接符 17"/>
          <p:cNvCxnSpPr/>
          <p:nvPr/>
        </p:nvCxnSpPr>
        <p:spPr>
          <a:xfrm>
            <a:off x="-7553" y="6429683"/>
            <a:ext cx="5936126"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6248321" y="6448035"/>
            <a:ext cx="5936126"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20" name="圆角矩形标注 19"/>
          <p:cNvSpPr/>
          <p:nvPr/>
        </p:nvSpPr>
        <p:spPr>
          <a:xfrm>
            <a:off x="3696950" y="5719972"/>
            <a:ext cx="4188817" cy="742083"/>
          </a:xfrm>
          <a:prstGeom prst="wedgeRoundRectCallout">
            <a:avLst>
              <a:gd name="adj1" fmla="val -58831"/>
              <a:gd name="adj2" fmla="val -182382"/>
              <a:gd name="adj3" fmla="val 16667"/>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99" b="1" dirty="0">
                <a:solidFill>
                  <a:schemeClr val="tx1"/>
                </a:solidFill>
              </a:rPr>
              <a:t>打开系统必要的时钟以保证系统获得正常的时基，系统时钟节拍根据宏定义</a:t>
            </a:r>
            <a:r>
              <a:rPr lang="en-US" altLang="zh-CN" sz="1199" b="1" dirty="0">
                <a:solidFill>
                  <a:schemeClr val="tx1"/>
                </a:solidFill>
              </a:rPr>
              <a:t>OS_SYS_CLOCK</a:t>
            </a:r>
            <a:r>
              <a:rPr lang="zh-CN" altLang="en-US" sz="1199" b="1" dirty="0">
                <a:solidFill>
                  <a:schemeClr val="tx1"/>
                </a:solidFill>
              </a:rPr>
              <a:t>与</a:t>
            </a:r>
            <a:r>
              <a:rPr lang="en-US" altLang="zh-CN" sz="1199" b="1" dirty="0">
                <a:solidFill>
                  <a:schemeClr val="tx1"/>
                </a:solidFill>
              </a:rPr>
              <a:t>LOSCFG_BASE_CORE_TICK_PER_SECOND</a:t>
            </a:r>
            <a:r>
              <a:rPr lang="zh-CN" altLang="en-US" sz="1199" b="1" dirty="0">
                <a:solidFill>
                  <a:schemeClr val="tx1"/>
                </a:solidFill>
              </a:rPr>
              <a:t>进行设置。</a:t>
            </a:r>
          </a:p>
        </p:txBody>
      </p:sp>
      <p:sp>
        <p:nvSpPr>
          <p:cNvPr id="21" name="圆角矩形标注 20"/>
          <p:cNvSpPr/>
          <p:nvPr/>
        </p:nvSpPr>
        <p:spPr>
          <a:xfrm>
            <a:off x="8283152" y="5428482"/>
            <a:ext cx="3901295" cy="582980"/>
          </a:xfrm>
          <a:prstGeom prst="wedgeRoundRectCallout">
            <a:avLst>
              <a:gd name="adj1" fmla="val -49566"/>
              <a:gd name="adj2" fmla="val -248564"/>
              <a:gd name="adj3" fmla="val 16667"/>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99" b="1" dirty="0" err="1">
                <a:solidFill>
                  <a:schemeClr val="tx1"/>
                </a:solidFill>
              </a:rPr>
              <a:t>LOS_StartToRun</a:t>
            </a:r>
            <a:r>
              <a:rPr lang="zh-CN" altLang="en-US" sz="1199" b="1" dirty="0">
                <a:solidFill>
                  <a:schemeClr val="tx1"/>
                </a:solidFill>
              </a:rPr>
              <a:t>函数采用汇编语言实现，其源码在</a:t>
            </a:r>
            <a:r>
              <a:rPr lang="en-US" altLang="zh-CN" sz="1199" b="1" dirty="0" err="1">
                <a:solidFill>
                  <a:schemeClr val="tx1"/>
                </a:solidFill>
              </a:rPr>
              <a:t>los_dispatch_keil.s</a:t>
            </a:r>
            <a:r>
              <a:rPr lang="zh-CN" altLang="en-US" sz="1199" b="1" dirty="0">
                <a:solidFill>
                  <a:schemeClr val="tx1"/>
                </a:solidFill>
              </a:rPr>
              <a:t>文件中，如代码清单</a:t>
            </a:r>
            <a:r>
              <a:rPr lang="en-US" altLang="zh-CN" sz="1199" b="1" dirty="0">
                <a:solidFill>
                  <a:schemeClr val="tx1"/>
                </a:solidFill>
              </a:rPr>
              <a:t>3~17</a:t>
            </a:r>
            <a:r>
              <a:rPr lang="zh-CN" altLang="en-US" sz="1199" b="1" dirty="0">
                <a:solidFill>
                  <a:schemeClr val="tx1"/>
                </a:solidFill>
              </a:rPr>
              <a:t>所示。</a:t>
            </a:r>
          </a:p>
        </p:txBody>
      </p:sp>
      <p:sp>
        <p:nvSpPr>
          <p:cNvPr id="22" name="矩形 21">
            <a:extLst>
              <a:ext uri="{FF2B5EF4-FFF2-40B4-BE49-F238E27FC236}">
                <a16:creationId xmlns:a16="http://schemas.microsoft.com/office/drawing/2014/main" id="{ADFA951A-978E-4E8D-A85A-85B6177AC588}"/>
              </a:ext>
            </a:extLst>
          </p:cNvPr>
          <p:cNvSpPr/>
          <p:nvPr/>
        </p:nvSpPr>
        <p:spPr>
          <a:xfrm>
            <a:off x="0" y="-21316"/>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smtClean="0">
                <a:cs typeface="+mn-ea"/>
                <a:sym typeface="+mn-lt"/>
              </a:rPr>
              <a:t>3.5LiteOS</a:t>
            </a:r>
            <a:r>
              <a:rPr lang="zh-CN" altLang="en-US" sz="2800" b="1" dirty="0" smtClean="0">
                <a:cs typeface="+mn-ea"/>
                <a:sym typeface="+mn-lt"/>
              </a:rPr>
              <a:t>启动流程</a:t>
            </a:r>
            <a:endParaRPr lang="zh-CN" altLang="en-US" sz="2800" b="1" dirty="0">
              <a:solidFill>
                <a:schemeClr val="bg1"/>
              </a:solidFill>
              <a:cs typeface="+mn-ea"/>
              <a:sym typeface="+mn-lt"/>
            </a:endParaRPr>
          </a:p>
        </p:txBody>
      </p:sp>
      <p:sp>
        <p:nvSpPr>
          <p:cNvPr id="23"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
        <p:nvSpPr>
          <p:cNvPr id="2" name="矩形 1"/>
          <p:cNvSpPr/>
          <p:nvPr/>
        </p:nvSpPr>
        <p:spPr>
          <a:xfrm>
            <a:off x="609601" y="3412016"/>
            <a:ext cx="6096000" cy="3139321"/>
          </a:xfrm>
          <a:prstGeom prst="rect">
            <a:avLst/>
          </a:prstGeom>
        </p:spPr>
        <p:txBody>
          <a:bodyPr>
            <a:spAutoFit/>
          </a:bodyPr>
          <a:lstStyle/>
          <a:p>
            <a:r>
              <a:rPr lang="zh-CN" altLang="en-US" b="1" dirty="0" smtClean="0"/>
              <a:t>LITE</a:t>
            </a:r>
            <a:r>
              <a:rPr lang="zh-CN" altLang="en-US" b="1" dirty="0"/>
              <a:t>_OS_SEC_TEXT_INIT UINT32 LOS_Start(VOID)</a:t>
            </a:r>
          </a:p>
          <a:p>
            <a:r>
              <a:rPr lang="zh-CN" altLang="en-US" b="1" dirty="0" smtClean="0"/>
              <a:t>{</a:t>
            </a:r>
            <a:endParaRPr lang="zh-CN" altLang="en-US" b="1" dirty="0"/>
          </a:p>
          <a:p>
            <a:r>
              <a:rPr lang="zh-CN" altLang="en-US" b="1" dirty="0" smtClean="0"/>
              <a:t>UINT</a:t>
            </a:r>
            <a:r>
              <a:rPr lang="zh-CN" altLang="en-US" b="1" dirty="0"/>
              <a:t>32 uwRet;</a:t>
            </a:r>
          </a:p>
          <a:p>
            <a:r>
              <a:rPr lang="zh-CN" altLang="en-US" b="1" dirty="0" smtClean="0"/>
              <a:t>#</a:t>
            </a:r>
            <a:r>
              <a:rPr lang="zh-CN" altLang="en-US" b="1" dirty="0"/>
              <a:t>if (LOSCFG_BASE_CORE_TICK_HW_TIME == NO)</a:t>
            </a:r>
          </a:p>
          <a:p>
            <a:r>
              <a:rPr lang="zh-CN" altLang="en-US" b="1" dirty="0" smtClean="0"/>
              <a:t> </a:t>
            </a:r>
            <a:r>
              <a:rPr lang="zh-CN" altLang="en-US" b="1" dirty="0"/>
              <a:t>uwRet = osTickStart()</a:t>
            </a:r>
            <a:r>
              <a:rPr lang="zh-CN" altLang="en-US" b="1" dirty="0" smtClean="0"/>
              <a:t>;     (</a:t>
            </a:r>
            <a:r>
              <a:rPr lang="zh-CN" altLang="en-US" b="1" dirty="0"/>
              <a:t>1)</a:t>
            </a:r>
          </a:p>
          <a:p>
            <a:endParaRPr lang="zh-CN" altLang="en-US" b="1" dirty="0"/>
          </a:p>
          <a:p>
            <a:r>
              <a:rPr lang="zh-CN" altLang="en-US" b="1" dirty="0" smtClean="0"/>
              <a:t> </a:t>
            </a:r>
            <a:r>
              <a:rPr lang="zh-CN" altLang="en-US" b="1" dirty="0"/>
              <a:t>if (uwRet != LOS_OK) {</a:t>
            </a:r>
          </a:p>
          <a:p>
            <a:r>
              <a:rPr lang="zh-CN" altLang="en-US" b="1" dirty="0" smtClean="0"/>
              <a:t> </a:t>
            </a:r>
            <a:r>
              <a:rPr lang="zh-CN" altLang="en-US" b="1" dirty="0"/>
              <a:t>PRINT_ERR("osTickStart error\n");</a:t>
            </a:r>
          </a:p>
          <a:p>
            <a:r>
              <a:rPr lang="zh-CN" altLang="en-US" b="1" dirty="0" smtClean="0"/>
              <a:t> </a:t>
            </a:r>
            <a:r>
              <a:rPr lang="zh-CN" altLang="en-US" b="1" dirty="0"/>
              <a:t>return uwRet;</a:t>
            </a:r>
          </a:p>
          <a:p>
            <a:r>
              <a:rPr lang="zh-CN" altLang="en-US" b="1" dirty="0" smtClean="0"/>
              <a:t> </a:t>
            </a:r>
            <a:r>
              <a:rPr lang="zh-CN" altLang="en-US" b="1" dirty="0"/>
              <a:t>}</a:t>
            </a:r>
          </a:p>
          <a:p>
            <a:endParaRPr lang="zh-CN" altLang="en-US" b="1" dirty="0"/>
          </a:p>
        </p:txBody>
      </p:sp>
      <p:sp>
        <p:nvSpPr>
          <p:cNvPr id="4" name="矩形 3"/>
          <p:cNvSpPr/>
          <p:nvPr/>
        </p:nvSpPr>
        <p:spPr>
          <a:xfrm>
            <a:off x="6705601" y="1914158"/>
            <a:ext cx="4715255" cy="3416320"/>
          </a:xfrm>
          <a:prstGeom prst="rect">
            <a:avLst/>
          </a:prstGeom>
        </p:spPr>
        <p:txBody>
          <a:bodyPr wrap="square">
            <a:spAutoFit/>
          </a:bodyPr>
          <a:lstStyle/>
          <a:p>
            <a:r>
              <a:rPr lang="zh-CN" altLang="en-US" b="1" dirty="0" smtClean="0"/>
              <a:t> </a:t>
            </a:r>
            <a:r>
              <a:rPr lang="zh-CN" altLang="en-US" b="1" dirty="0"/>
              <a:t>#else</a:t>
            </a:r>
          </a:p>
          <a:p>
            <a:r>
              <a:rPr lang="zh-CN" altLang="en-US" b="1" dirty="0" smtClean="0"/>
              <a:t> </a:t>
            </a:r>
            <a:r>
              <a:rPr lang="zh-CN" altLang="en-US" b="1" dirty="0"/>
              <a:t>extern int os_timer_init(void);</a:t>
            </a:r>
          </a:p>
          <a:p>
            <a:r>
              <a:rPr lang="zh-CN" altLang="en-US" b="1" dirty="0" smtClean="0"/>
              <a:t> </a:t>
            </a:r>
            <a:r>
              <a:rPr lang="zh-CN" altLang="en-US" b="1" dirty="0"/>
              <a:t>uwRet = os_timer_init();</a:t>
            </a:r>
          </a:p>
          <a:p>
            <a:r>
              <a:rPr lang="zh-CN" altLang="en-US" b="1" dirty="0" smtClean="0"/>
              <a:t> </a:t>
            </a:r>
            <a:r>
              <a:rPr lang="zh-CN" altLang="en-US" b="1" dirty="0"/>
              <a:t>if (uwRet != LOS_OK) {</a:t>
            </a:r>
          </a:p>
          <a:p>
            <a:r>
              <a:rPr lang="zh-CN" altLang="en-US" b="1" dirty="0" smtClean="0"/>
              <a:t> </a:t>
            </a:r>
            <a:r>
              <a:rPr lang="zh-CN" altLang="en-US" b="1" dirty="0"/>
              <a:t>PRINT_ERR("os_timer_init error\n");</a:t>
            </a:r>
          </a:p>
          <a:p>
            <a:r>
              <a:rPr lang="zh-CN" altLang="en-US" b="1" dirty="0" smtClean="0"/>
              <a:t> </a:t>
            </a:r>
            <a:r>
              <a:rPr lang="zh-CN" altLang="en-US" b="1" dirty="0"/>
              <a:t>return uwRet;</a:t>
            </a:r>
          </a:p>
          <a:p>
            <a:r>
              <a:rPr lang="zh-CN" altLang="en-US" b="1" dirty="0" smtClean="0"/>
              <a:t> </a:t>
            </a:r>
            <a:r>
              <a:rPr lang="zh-CN" altLang="en-US" b="1" dirty="0"/>
              <a:t>}</a:t>
            </a:r>
          </a:p>
          <a:p>
            <a:r>
              <a:rPr lang="zh-CN" altLang="en-US" b="1" dirty="0" smtClean="0"/>
              <a:t> </a:t>
            </a:r>
            <a:r>
              <a:rPr lang="zh-CN" altLang="en-US" b="1" dirty="0"/>
              <a:t>#endif</a:t>
            </a:r>
          </a:p>
          <a:p>
            <a:r>
              <a:rPr lang="zh-CN" altLang="en-US" b="1" dirty="0" smtClean="0"/>
              <a:t> </a:t>
            </a:r>
            <a:r>
              <a:rPr lang="zh-CN" altLang="en-US" b="1" dirty="0"/>
              <a:t>LOS_StartToRun()</a:t>
            </a:r>
            <a:r>
              <a:rPr lang="zh-CN" altLang="en-US" b="1" dirty="0" smtClean="0"/>
              <a:t>;    (</a:t>
            </a:r>
            <a:r>
              <a:rPr lang="zh-CN" altLang="en-US" b="1" dirty="0"/>
              <a:t>2)</a:t>
            </a:r>
          </a:p>
          <a:p>
            <a:endParaRPr lang="zh-CN" altLang="en-US" b="1" dirty="0"/>
          </a:p>
          <a:p>
            <a:r>
              <a:rPr lang="zh-CN" altLang="en-US" b="1" dirty="0" smtClean="0"/>
              <a:t> </a:t>
            </a:r>
            <a:r>
              <a:rPr lang="zh-CN" altLang="en-US" b="1" dirty="0"/>
              <a:t>return uwRet;</a:t>
            </a:r>
          </a:p>
          <a:p>
            <a:r>
              <a:rPr lang="zh-CN" altLang="en-US" b="1" dirty="0" smtClean="0"/>
              <a:t> </a:t>
            </a:r>
            <a:r>
              <a:rPr lang="zh-CN" altLang="en-US" b="1" dirty="0"/>
              <a:t>}</a:t>
            </a:r>
          </a:p>
        </p:txBody>
      </p:sp>
    </p:spTree>
    <p:extLst>
      <p:ext uri="{BB962C8B-B14F-4D97-AF65-F5344CB8AC3E}">
        <p14:creationId xmlns:p14="http://schemas.microsoft.com/office/powerpoint/2010/main" val="41166891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barn(inVertical)">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barn(inVertical)">
                                      <p:cBhvr>
                                        <p:cTn id="1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p:cNvSpPr/>
          <p:nvPr/>
        </p:nvSpPr>
        <p:spPr>
          <a:xfrm>
            <a:off x="7484687" y="1528620"/>
            <a:ext cx="4707314" cy="501118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01" name="矩形 100"/>
          <p:cNvSpPr/>
          <p:nvPr/>
        </p:nvSpPr>
        <p:spPr>
          <a:xfrm>
            <a:off x="1" y="1540056"/>
            <a:ext cx="7352645" cy="501118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99" name="矩形 98"/>
          <p:cNvSpPr/>
          <p:nvPr/>
        </p:nvSpPr>
        <p:spPr>
          <a:xfrm>
            <a:off x="0" y="1372999"/>
            <a:ext cx="12192000" cy="151993"/>
          </a:xfrm>
          <a:prstGeom prst="rect">
            <a:avLst/>
          </a:prstGeom>
          <a:solidFill>
            <a:srgbClr val="3A41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00" name="矩形 99"/>
          <p:cNvSpPr/>
          <p:nvPr/>
        </p:nvSpPr>
        <p:spPr>
          <a:xfrm>
            <a:off x="0" y="6652158"/>
            <a:ext cx="12192000" cy="151993"/>
          </a:xfrm>
          <a:prstGeom prst="rect">
            <a:avLst/>
          </a:prstGeom>
          <a:solidFill>
            <a:srgbClr val="3A41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14" name="内容占位符 2"/>
          <p:cNvSpPr txBox="1">
            <a:spLocks/>
          </p:cNvSpPr>
          <p:nvPr/>
        </p:nvSpPr>
        <p:spPr>
          <a:xfrm>
            <a:off x="3658869" y="915710"/>
            <a:ext cx="8123789" cy="518385"/>
          </a:xfrm>
          <a:prstGeom prst="rect">
            <a:avLst/>
          </a:prstGeom>
        </p:spPr>
        <p:txBody>
          <a:bodyPr vert="horz" lIns="121854" tIns="60926" rIns="121854" bIns="60926" rtlCol="0">
            <a:noAutofit/>
          </a:bodyPr>
          <a:lstStyle>
            <a:lvl1pPr marL="457360" indent="-457360" algn="l" defTabSz="1219627" rtl="0" eaLnBrk="1" latinLnBrk="0" hangingPunct="1">
              <a:lnSpc>
                <a:spcPct val="120000"/>
              </a:lnSpc>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456971">
              <a:buClr>
                <a:schemeClr val="tx2">
                  <a:lumMod val="75000"/>
                </a:schemeClr>
              </a:buClr>
              <a:buNone/>
            </a:pPr>
            <a:r>
              <a:rPr lang="zh-CN" altLang="en-US" sz="1799" b="1" dirty="0"/>
              <a:t>代码清单</a:t>
            </a:r>
            <a:r>
              <a:rPr lang="en-US" altLang="zh-CN" sz="1799" b="1" dirty="0"/>
              <a:t>3~17  </a:t>
            </a:r>
            <a:r>
              <a:rPr lang="en-US" altLang="zh-CN" sz="1799" b="1" dirty="0" err="1"/>
              <a:t>LOS_StartToRun</a:t>
            </a:r>
            <a:r>
              <a:rPr lang="zh-CN" altLang="en-US" sz="1799" b="1" dirty="0"/>
              <a:t>函数源码</a:t>
            </a:r>
          </a:p>
        </p:txBody>
      </p:sp>
      <p:sp>
        <p:nvSpPr>
          <p:cNvPr id="115" name="内容占位符 2"/>
          <p:cNvSpPr txBox="1">
            <a:spLocks/>
          </p:cNvSpPr>
          <p:nvPr/>
        </p:nvSpPr>
        <p:spPr>
          <a:xfrm>
            <a:off x="536296" y="1548521"/>
            <a:ext cx="6948390" cy="5155373"/>
          </a:xfrm>
          <a:prstGeom prst="rect">
            <a:avLst/>
          </a:prstGeom>
        </p:spPr>
        <p:txBody>
          <a:bodyPr vert="horz" lIns="91440" tIns="45720" rIns="91440" bIns="45720" rtlCol="0">
            <a:noAutofit/>
          </a:bodyPr>
          <a:lstStyle>
            <a:lvl1pPr indent="456971" defTabSz="914354">
              <a:lnSpc>
                <a:spcPct val="125000"/>
              </a:lnSpc>
              <a:spcBef>
                <a:spcPts val="0"/>
              </a:spcBef>
              <a:buClr>
                <a:schemeClr val="tx2">
                  <a:lumMod val="75000"/>
                </a:schemeClr>
              </a:buClr>
              <a:buSzPct val="80000"/>
              <a:buFont typeface="Wingdings" pitchFamily="2" charset="2"/>
              <a:buNone/>
              <a:defRPr sz="1400" b="1"/>
            </a:lvl1pPr>
            <a:lvl2pPr marL="685766" indent="-228589" defTabSz="914354">
              <a:lnSpc>
                <a:spcPct val="90000"/>
              </a:lnSpc>
              <a:spcBef>
                <a:spcPts val="500"/>
              </a:spcBef>
              <a:buFont typeface="Arial" panose="020B0604020202020204" pitchFamily="34" charset="0"/>
              <a:buChar char="•"/>
              <a:defRPr sz="1600">
                <a:solidFill>
                  <a:schemeClr val="tx1">
                    <a:lumMod val="75000"/>
                    <a:lumOff val="25000"/>
                  </a:schemeClr>
                </a:solidFill>
              </a:defRPr>
            </a:lvl2pPr>
            <a:lvl3pPr marL="1142942" indent="-228589" defTabSz="914354">
              <a:lnSpc>
                <a:spcPct val="90000"/>
              </a:lnSpc>
              <a:spcBef>
                <a:spcPts val="500"/>
              </a:spcBef>
              <a:buFont typeface="Arial" panose="020B0604020202020204" pitchFamily="34" charset="0"/>
              <a:buChar char="•"/>
              <a:defRPr sz="1400"/>
            </a:lvl3pPr>
            <a:lvl4pPr marL="1600120" indent="-228589" defTabSz="914354">
              <a:lnSpc>
                <a:spcPct val="90000"/>
              </a:lnSpc>
              <a:spcBef>
                <a:spcPts val="500"/>
              </a:spcBef>
              <a:buFont typeface="Arial" panose="020B0604020202020204" pitchFamily="34" charset="0"/>
              <a:buChar char="•"/>
              <a:defRPr sz="1200"/>
            </a:lvl4pPr>
            <a:lvl5pPr marL="2057298" indent="-228589" defTabSz="914354">
              <a:lnSpc>
                <a:spcPct val="90000"/>
              </a:lnSpc>
              <a:spcBef>
                <a:spcPts val="500"/>
              </a:spcBef>
              <a:buFont typeface="Arial" panose="020B0604020202020204" pitchFamily="34" charset="0"/>
              <a:buChar char="•"/>
              <a:defRPr sz="1200"/>
            </a:lvl5pPr>
            <a:lvl6pPr marL="2514474" indent="-228589" defTabSz="914354">
              <a:lnSpc>
                <a:spcPct val="90000"/>
              </a:lnSpc>
              <a:spcBef>
                <a:spcPts val="500"/>
              </a:spcBef>
              <a:buFont typeface="Arial" panose="020B0604020202020204" pitchFamily="34" charset="0"/>
              <a:buChar char="•"/>
            </a:lvl6pPr>
            <a:lvl7pPr marL="2971652" indent="-228589" defTabSz="914354">
              <a:lnSpc>
                <a:spcPct val="90000"/>
              </a:lnSpc>
              <a:spcBef>
                <a:spcPts val="500"/>
              </a:spcBef>
              <a:buFont typeface="Arial" panose="020B0604020202020204" pitchFamily="34" charset="0"/>
              <a:buChar char="•"/>
            </a:lvl7pPr>
            <a:lvl8pPr marL="3428829" indent="-228589" defTabSz="914354">
              <a:lnSpc>
                <a:spcPct val="90000"/>
              </a:lnSpc>
              <a:spcBef>
                <a:spcPts val="500"/>
              </a:spcBef>
              <a:buFont typeface="Arial" panose="020B0604020202020204" pitchFamily="34" charset="0"/>
              <a:buChar char="•"/>
            </a:lvl8pPr>
            <a:lvl9pPr marL="3886006" indent="-228589" defTabSz="914354">
              <a:lnSpc>
                <a:spcPct val="90000"/>
              </a:lnSpc>
              <a:spcBef>
                <a:spcPts val="500"/>
              </a:spcBef>
              <a:buFont typeface="Arial" panose="020B0604020202020204" pitchFamily="34" charset="0"/>
              <a:buChar char="•"/>
            </a:lvl9pPr>
          </a:lstStyle>
          <a:p>
            <a:r>
              <a:rPr lang="en-US" altLang="zh-CN" dirty="0"/>
              <a:t>  OS_NVIC_INT_CTRL            		EQU     0xE000ED04</a:t>
            </a:r>
          </a:p>
          <a:p>
            <a:r>
              <a:rPr lang="en-US" altLang="zh-CN" dirty="0"/>
              <a:t>  OS_NVIC_SYSPRI2             		EQU     0xE000ED20	 (1)</a:t>
            </a:r>
          </a:p>
          <a:p>
            <a:r>
              <a:rPr lang="en-US" altLang="zh-CN" dirty="0"/>
              <a:t>  OS_NVIC_PENDSV_PRI          		EQU     0xF0F00000	 (2)</a:t>
            </a:r>
          </a:p>
          <a:p>
            <a:r>
              <a:rPr lang="en-US" altLang="zh-CN" dirty="0"/>
              <a:t>  OS_NVIC_PENDSVSET           		EQU     0x10000000</a:t>
            </a:r>
          </a:p>
          <a:p>
            <a:r>
              <a:rPr lang="en-US" altLang="zh-CN" dirty="0"/>
              <a:t>  OS_TASK_STATUS_RUNNING      	EQU     0x0010</a:t>
            </a:r>
          </a:p>
          <a:p>
            <a:r>
              <a:rPr lang="en-US" altLang="zh-CN" dirty="0"/>
              <a:t>       AREA    |.text|, CODE, READONLY</a:t>
            </a:r>
          </a:p>
          <a:p>
            <a:r>
              <a:rPr lang="en-US" altLang="zh-CN" dirty="0"/>
              <a:t>       THUMB</a:t>
            </a:r>
          </a:p>
          <a:p>
            <a:r>
              <a:rPr lang="en-US" altLang="zh-CN" dirty="0"/>
              <a:t>       REQUIRE8</a:t>
            </a:r>
          </a:p>
          <a:p>
            <a:r>
              <a:rPr lang="en-US" altLang="zh-CN" dirty="0"/>
              <a:t> </a:t>
            </a:r>
            <a:r>
              <a:rPr lang="en-US" altLang="zh-CN" dirty="0" err="1"/>
              <a:t>LOS_StartToRun</a:t>
            </a:r>
            <a:endParaRPr lang="en-US" altLang="zh-CN" dirty="0"/>
          </a:p>
          <a:p>
            <a:r>
              <a:rPr lang="en-US" altLang="zh-CN" dirty="0"/>
              <a:t>      LDR     R4, =OS_NVIC_SYSPRI2</a:t>
            </a:r>
          </a:p>
          <a:p>
            <a:r>
              <a:rPr lang="pt-BR" altLang="zh-CN" dirty="0"/>
              <a:t>      LDR     R5, =OS_NVIC_PENDSV_PRI			</a:t>
            </a:r>
          </a:p>
          <a:p>
            <a:r>
              <a:rPr lang="pt-BR" altLang="zh-CN" dirty="0"/>
              <a:t>      STR     R5, [R4]				 (3)</a:t>
            </a:r>
          </a:p>
          <a:p>
            <a:r>
              <a:rPr lang="pt-BR" altLang="zh-CN" dirty="0"/>
              <a:t>      LDR     R0, =g_bTaskScheduled</a:t>
            </a:r>
          </a:p>
          <a:p>
            <a:r>
              <a:rPr lang="pt-BR" altLang="zh-CN" dirty="0"/>
              <a:t>      MOV     R1, #1</a:t>
            </a:r>
          </a:p>
          <a:p>
            <a:r>
              <a:rPr lang="pt-BR" altLang="zh-CN" dirty="0"/>
              <a:t>      STR     R1, [R0]					</a:t>
            </a:r>
          </a:p>
          <a:p>
            <a:r>
              <a:rPr lang="pt-BR" altLang="zh-CN" dirty="0"/>
              <a:t>      MOV     R0, #2</a:t>
            </a:r>
          </a:p>
          <a:p>
            <a:r>
              <a:rPr lang="pt-BR" altLang="zh-CN" dirty="0"/>
              <a:t>      MSR     CONTROL, R0</a:t>
            </a:r>
          </a:p>
          <a:p>
            <a:r>
              <a:rPr lang="en-US" altLang="zh-CN" dirty="0"/>
              <a:t>		</a:t>
            </a:r>
          </a:p>
        </p:txBody>
      </p:sp>
      <p:sp>
        <p:nvSpPr>
          <p:cNvPr id="29" name="内容占位符 2"/>
          <p:cNvSpPr txBox="1">
            <a:spLocks/>
          </p:cNvSpPr>
          <p:nvPr/>
        </p:nvSpPr>
        <p:spPr>
          <a:xfrm>
            <a:off x="7917871" y="1548521"/>
            <a:ext cx="4274130" cy="4948464"/>
          </a:xfrm>
          <a:prstGeom prst="rect">
            <a:avLst/>
          </a:prstGeom>
        </p:spPr>
        <p:txBody>
          <a:bodyPr vert="horz" lIns="91440" tIns="45720" rIns="91440" bIns="45720" rtlCol="0">
            <a:noAutofit/>
          </a:bodyPr>
          <a:lstStyle>
            <a:lvl1pPr indent="456971" defTabSz="914354">
              <a:lnSpc>
                <a:spcPct val="125000"/>
              </a:lnSpc>
              <a:spcBef>
                <a:spcPts val="0"/>
              </a:spcBef>
              <a:buClr>
                <a:schemeClr val="tx2">
                  <a:lumMod val="75000"/>
                </a:schemeClr>
              </a:buClr>
              <a:buSzPct val="80000"/>
              <a:buFont typeface="Wingdings" pitchFamily="2" charset="2"/>
              <a:buNone/>
              <a:defRPr sz="1400" b="1"/>
            </a:lvl1pPr>
            <a:lvl2pPr marL="685766" indent="-228589" defTabSz="914354">
              <a:lnSpc>
                <a:spcPct val="90000"/>
              </a:lnSpc>
              <a:spcBef>
                <a:spcPts val="500"/>
              </a:spcBef>
              <a:buFont typeface="Arial" panose="020B0604020202020204" pitchFamily="34" charset="0"/>
              <a:buChar char="•"/>
              <a:defRPr sz="1600">
                <a:solidFill>
                  <a:schemeClr val="tx1">
                    <a:lumMod val="75000"/>
                    <a:lumOff val="25000"/>
                  </a:schemeClr>
                </a:solidFill>
              </a:defRPr>
            </a:lvl2pPr>
            <a:lvl3pPr marL="1142942" indent="-228589" defTabSz="914354">
              <a:lnSpc>
                <a:spcPct val="90000"/>
              </a:lnSpc>
              <a:spcBef>
                <a:spcPts val="500"/>
              </a:spcBef>
              <a:buFont typeface="Arial" panose="020B0604020202020204" pitchFamily="34" charset="0"/>
              <a:buChar char="•"/>
              <a:defRPr sz="1400"/>
            </a:lvl3pPr>
            <a:lvl4pPr marL="1600120" indent="-228589" defTabSz="914354">
              <a:lnSpc>
                <a:spcPct val="90000"/>
              </a:lnSpc>
              <a:spcBef>
                <a:spcPts val="500"/>
              </a:spcBef>
              <a:buFont typeface="Arial" panose="020B0604020202020204" pitchFamily="34" charset="0"/>
              <a:buChar char="•"/>
              <a:defRPr sz="1200"/>
            </a:lvl4pPr>
            <a:lvl5pPr marL="2057298" indent="-228589" defTabSz="914354">
              <a:lnSpc>
                <a:spcPct val="90000"/>
              </a:lnSpc>
              <a:spcBef>
                <a:spcPts val="500"/>
              </a:spcBef>
              <a:buFont typeface="Arial" panose="020B0604020202020204" pitchFamily="34" charset="0"/>
              <a:buChar char="•"/>
              <a:defRPr sz="1200"/>
            </a:lvl5pPr>
            <a:lvl6pPr marL="2514474" indent="-228589" defTabSz="914354">
              <a:lnSpc>
                <a:spcPct val="90000"/>
              </a:lnSpc>
              <a:spcBef>
                <a:spcPts val="500"/>
              </a:spcBef>
              <a:buFont typeface="Arial" panose="020B0604020202020204" pitchFamily="34" charset="0"/>
              <a:buChar char="•"/>
            </a:lvl6pPr>
            <a:lvl7pPr marL="2971652" indent="-228589" defTabSz="914354">
              <a:lnSpc>
                <a:spcPct val="90000"/>
              </a:lnSpc>
              <a:spcBef>
                <a:spcPts val="500"/>
              </a:spcBef>
              <a:buFont typeface="Arial" panose="020B0604020202020204" pitchFamily="34" charset="0"/>
              <a:buChar char="•"/>
            </a:lvl7pPr>
            <a:lvl8pPr marL="3428829" indent="-228589" defTabSz="914354">
              <a:lnSpc>
                <a:spcPct val="90000"/>
              </a:lnSpc>
              <a:spcBef>
                <a:spcPts val="500"/>
              </a:spcBef>
              <a:buFont typeface="Arial" panose="020B0604020202020204" pitchFamily="34" charset="0"/>
              <a:buChar char="•"/>
            </a:lvl8pPr>
            <a:lvl9pPr marL="3886006" indent="-228589" defTabSz="914354">
              <a:lnSpc>
                <a:spcPct val="90000"/>
              </a:lnSpc>
              <a:spcBef>
                <a:spcPts val="500"/>
              </a:spcBef>
              <a:buFont typeface="Arial" panose="020B0604020202020204" pitchFamily="34" charset="0"/>
              <a:buChar char="•"/>
            </a:lvl9pPr>
          </a:lstStyle>
          <a:p>
            <a:r>
              <a:rPr lang="pt-BR" altLang="zh-CN" dirty="0"/>
              <a:t>LDR     R0, =g_stLosTask</a:t>
            </a:r>
          </a:p>
          <a:p>
            <a:r>
              <a:rPr lang="pt-BR" altLang="zh-CN" dirty="0"/>
              <a:t>LDR     R2, [R0, #4]</a:t>
            </a:r>
          </a:p>
          <a:p>
            <a:r>
              <a:rPr lang="pt-BR" altLang="zh-CN" dirty="0"/>
              <a:t>LDR     R0, =g_stLosTask</a:t>
            </a:r>
          </a:p>
          <a:p>
            <a:r>
              <a:rPr lang="pt-BR" altLang="zh-CN" dirty="0"/>
              <a:t>STR     R2, [R0]</a:t>
            </a:r>
          </a:p>
          <a:p>
            <a:r>
              <a:rPr lang="pt-BR" altLang="zh-CN" dirty="0"/>
              <a:t>LDR     R3, =g_stLosTask</a:t>
            </a:r>
          </a:p>
          <a:p>
            <a:r>
              <a:rPr lang="pt-BR" altLang="zh-CN" dirty="0"/>
              <a:t>LDR     R0, [R3]</a:t>
            </a:r>
          </a:p>
          <a:p>
            <a:r>
              <a:rPr lang="pt-BR" altLang="zh-CN" dirty="0"/>
              <a:t>      LDRH    R7, [R0 , #4]</a:t>
            </a:r>
          </a:p>
          <a:p>
            <a:r>
              <a:rPr lang="pt-BR" altLang="zh-CN" dirty="0"/>
              <a:t>      MOV     R8,  #OS_TASK_STATUS_RUNNING</a:t>
            </a:r>
          </a:p>
          <a:p>
            <a:r>
              <a:rPr lang="pt-BR" altLang="zh-CN" dirty="0"/>
              <a:t>      ORR     R7,  R7,  R8</a:t>
            </a:r>
          </a:p>
          <a:p>
            <a:r>
              <a:rPr lang="pt-BR" altLang="zh-CN" dirty="0"/>
              <a:t>      STRH    R7,  [R0 , #4]</a:t>
            </a:r>
          </a:p>
          <a:p>
            <a:r>
              <a:rPr lang="pt-BR" altLang="zh-CN" dirty="0"/>
              <a:t>      LDR     R12, [R0]</a:t>
            </a:r>
          </a:p>
          <a:p>
            <a:r>
              <a:rPr lang="pt-BR" altLang="zh-CN" dirty="0"/>
              <a:t>      ADD     R12, R12, #36</a:t>
            </a:r>
          </a:p>
          <a:p>
            <a:r>
              <a:rPr lang="pt-BR" altLang="zh-CN" dirty="0"/>
              <a:t>      LDMFD   R12!, {R0-R7}</a:t>
            </a:r>
          </a:p>
          <a:p>
            <a:r>
              <a:rPr lang="pt-BR" altLang="zh-CN" dirty="0"/>
              <a:t>      MSR     PSP, R12</a:t>
            </a:r>
          </a:p>
          <a:p>
            <a:r>
              <a:rPr lang="pt-BR" altLang="zh-CN" dirty="0"/>
              <a:t>      MOV     LR, R5</a:t>
            </a:r>
          </a:p>
          <a:p>
            <a:r>
              <a:rPr lang="pt-BR" altLang="zh-CN" dirty="0"/>
              <a:t>     ;MSR     xPSR, R7</a:t>
            </a:r>
          </a:p>
          <a:p>
            <a:r>
              <a:rPr lang="pt-BR" altLang="zh-CN" dirty="0"/>
              <a:t>      CPSIE   I</a:t>
            </a:r>
          </a:p>
          <a:p>
            <a:r>
              <a:rPr lang="pt-BR" altLang="zh-CN" dirty="0"/>
              <a:t>      BX      R6</a:t>
            </a:r>
          </a:p>
        </p:txBody>
      </p:sp>
      <p:sp>
        <p:nvSpPr>
          <p:cNvPr id="6" name="右箭头 5"/>
          <p:cNvSpPr/>
          <p:nvPr/>
        </p:nvSpPr>
        <p:spPr>
          <a:xfrm>
            <a:off x="7009924" y="5866131"/>
            <a:ext cx="907947" cy="304641"/>
          </a:xfrm>
          <a:prstGeom prst="rightArrow">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2" name="矩形 11">
            <a:extLst>
              <a:ext uri="{FF2B5EF4-FFF2-40B4-BE49-F238E27FC236}">
                <a16:creationId xmlns:a16="http://schemas.microsoft.com/office/drawing/2014/main" id="{ADFA951A-978E-4E8D-A85A-85B6177AC588}"/>
              </a:ext>
            </a:extLst>
          </p:cNvPr>
          <p:cNvSpPr/>
          <p:nvPr/>
        </p:nvSpPr>
        <p:spPr>
          <a:xfrm>
            <a:off x="0" y="-21316"/>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smtClean="0">
                <a:cs typeface="+mn-ea"/>
                <a:sym typeface="+mn-lt"/>
              </a:rPr>
              <a:t>3.5LiteOS</a:t>
            </a:r>
            <a:r>
              <a:rPr lang="zh-CN" altLang="en-US" sz="2800" b="1" dirty="0" smtClean="0">
                <a:cs typeface="+mn-ea"/>
                <a:sym typeface="+mn-lt"/>
              </a:rPr>
              <a:t>启动流程</a:t>
            </a:r>
            <a:endParaRPr lang="zh-CN" altLang="en-US" sz="2800" b="1" dirty="0">
              <a:solidFill>
                <a:schemeClr val="bg1"/>
              </a:solidFill>
              <a:cs typeface="+mn-ea"/>
              <a:sym typeface="+mn-lt"/>
            </a:endParaRPr>
          </a:p>
        </p:txBody>
      </p:sp>
      <p:sp>
        <p:nvSpPr>
          <p:cNvPr id="13"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Tree>
    <p:extLst>
      <p:ext uri="{BB962C8B-B14F-4D97-AF65-F5344CB8AC3E}">
        <p14:creationId xmlns:p14="http://schemas.microsoft.com/office/powerpoint/2010/main" val="171216374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矩形 98"/>
          <p:cNvSpPr/>
          <p:nvPr/>
        </p:nvSpPr>
        <p:spPr>
          <a:xfrm>
            <a:off x="73152" y="1286258"/>
            <a:ext cx="12192000" cy="151993"/>
          </a:xfrm>
          <a:prstGeom prst="rect">
            <a:avLst/>
          </a:prstGeom>
          <a:solidFill>
            <a:srgbClr val="3A41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14" name="内容占位符 2"/>
          <p:cNvSpPr txBox="1">
            <a:spLocks/>
          </p:cNvSpPr>
          <p:nvPr/>
        </p:nvSpPr>
        <p:spPr>
          <a:xfrm>
            <a:off x="526477" y="1616075"/>
            <a:ext cx="4374707" cy="3250337"/>
          </a:xfrm>
          <a:prstGeom prst="rect">
            <a:avLst/>
          </a:prstGeom>
        </p:spPr>
        <p:txBody>
          <a:bodyPr vert="horz" lIns="121854" tIns="60926" rIns="121854" bIns="60926" rtlCol="0">
            <a:noAutofit/>
          </a:bodyPr>
          <a:lstStyle>
            <a:lvl1pPr marL="457360" indent="-457360" algn="l" defTabSz="1219627" rtl="0" eaLnBrk="1" latinLnBrk="0" hangingPunct="1">
              <a:lnSpc>
                <a:spcPct val="120000"/>
              </a:lnSpc>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456971">
              <a:lnSpc>
                <a:spcPct val="130000"/>
              </a:lnSpc>
              <a:buClr>
                <a:schemeClr val="tx2">
                  <a:lumMod val="75000"/>
                </a:schemeClr>
              </a:buClr>
              <a:buNone/>
            </a:pPr>
            <a:r>
              <a:rPr lang="zh-CN" altLang="en-US" sz="1599" b="1" dirty="0"/>
              <a:t>代码清单</a:t>
            </a:r>
            <a:r>
              <a:rPr lang="en-US" altLang="zh-CN" sz="1599" b="1" dirty="0" smtClean="0"/>
              <a:t>3-17</a:t>
            </a:r>
            <a:r>
              <a:rPr lang="zh-CN" altLang="en-US" sz="1599" b="1" dirty="0"/>
              <a:t>（</a:t>
            </a:r>
            <a:r>
              <a:rPr lang="en-US" altLang="zh-CN" sz="1599" b="1" dirty="0"/>
              <a:t>3</a:t>
            </a:r>
            <a:r>
              <a:rPr lang="zh-CN" altLang="en-US" sz="1599" b="1" dirty="0"/>
              <a:t>）：配置</a:t>
            </a:r>
            <a:r>
              <a:rPr lang="en-US" altLang="zh-CN" sz="1599" b="1" dirty="0" err="1"/>
              <a:t>SysTick</a:t>
            </a:r>
            <a:r>
              <a:rPr lang="zh-CN" altLang="en-US" sz="1599" b="1" dirty="0"/>
              <a:t>与</a:t>
            </a:r>
            <a:r>
              <a:rPr lang="en-US" altLang="zh-CN" sz="1599" b="1" dirty="0" err="1"/>
              <a:t>PendSV</a:t>
            </a:r>
            <a:r>
              <a:rPr lang="zh-CN" altLang="en-US" sz="1599" b="1" dirty="0"/>
              <a:t>的优先级，通过这一句代码将系统处理优先级寄存器</a:t>
            </a:r>
            <a:r>
              <a:rPr lang="en-US" altLang="zh-CN" sz="1599" b="1" dirty="0"/>
              <a:t>SCB_SHPR3[</a:t>
            </a:r>
            <a:r>
              <a:rPr lang="zh-CN" altLang="en-US" sz="1599" b="1" dirty="0"/>
              <a:t>地址为</a:t>
            </a:r>
            <a:r>
              <a:rPr lang="en-US" altLang="zh-CN" sz="1599" b="1" dirty="0"/>
              <a:t>0xE000ED20</a:t>
            </a:r>
            <a:r>
              <a:rPr lang="zh-CN" altLang="en-US" sz="1599" b="1" dirty="0"/>
              <a:t>，代码清单</a:t>
            </a:r>
            <a:r>
              <a:rPr lang="en-US" altLang="zh-CN" sz="1599" b="1" dirty="0" smtClean="0"/>
              <a:t>3-17</a:t>
            </a:r>
            <a:r>
              <a:rPr lang="zh-CN" altLang="en-US" sz="1599" b="1" dirty="0"/>
              <a:t>（</a:t>
            </a:r>
            <a:r>
              <a:rPr lang="en-US" altLang="zh-CN" sz="1599" b="1" dirty="0"/>
              <a:t>1</a:t>
            </a:r>
            <a:r>
              <a:rPr lang="zh-CN" altLang="en-US" sz="1599" b="1" dirty="0"/>
              <a:t>）</a:t>
            </a:r>
            <a:r>
              <a:rPr lang="en-US" altLang="zh-CN" sz="1599" b="1" dirty="0"/>
              <a:t>]</a:t>
            </a:r>
            <a:r>
              <a:rPr lang="zh-CN" altLang="en-US" sz="1599" b="1" dirty="0"/>
              <a:t>配置为</a:t>
            </a:r>
            <a:r>
              <a:rPr lang="en-US" altLang="zh-CN" sz="1599" b="1" dirty="0"/>
              <a:t>0xF0F00000[</a:t>
            </a:r>
            <a:r>
              <a:rPr lang="zh-CN" altLang="en-US" sz="1599" b="1" dirty="0"/>
              <a:t>代码清单</a:t>
            </a:r>
            <a:r>
              <a:rPr lang="en-US" altLang="zh-CN" sz="1599" b="1" smtClean="0"/>
              <a:t>3-17</a:t>
            </a:r>
            <a:r>
              <a:rPr lang="zh-CN" altLang="en-US" sz="1599" b="1" dirty="0"/>
              <a:t>（</a:t>
            </a:r>
            <a:r>
              <a:rPr lang="en-US" altLang="zh-CN" sz="1599" b="1" dirty="0"/>
              <a:t>2</a:t>
            </a:r>
            <a:r>
              <a:rPr lang="zh-CN" altLang="en-US" sz="1599" b="1" dirty="0"/>
              <a:t>）</a:t>
            </a:r>
            <a:r>
              <a:rPr lang="en-US" altLang="zh-CN" sz="1599" b="1" dirty="0"/>
              <a:t>]</a:t>
            </a:r>
            <a:r>
              <a:rPr lang="zh-CN" altLang="en-US" sz="1599" b="1" dirty="0"/>
              <a:t>，即最低的优先级，避免</a:t>
            </a:r>
            <a:r>
              <a:rPr lang="en-US" altLang="zh-CN" sz="1599" b="1" dirty="0" err="1"/>
              <a:t>SysTick</a:t>
            </a:r>
            <a:r>
              <a:rPr lang="zh-CN" altLang="en-US" sz="1599" b="1" dirty="0"/>
              <a:t>与</a:t>
            </a:r>
            <a:r>
              <a:rPr lang="en-US" altLang="zh-CN" sz="1599" b="1" dirty="0" err="1"/>
              <a:t>PendSV</a:t>
            </a:r>
            <a:r>
              <a:rPr lang="zh-CN" altLang="en-US" sz="1599" b="1" dirty="0"/>
              <a:t>中断抢占系统中的其他重要中断，寄存器说明如图</a:t>
            </a:r>
            <a:r>
              <a:rPr lang="en-US" altLang="zh-CN" sz="1599" b="1" dirty="0"/>
              <a:t>3~3</a:t>
            </a:r>
            <a:r>
              <a:rPr lang="zh-CN" altLang="en-US" sz="1599" b="1" dirty="0"/>
              <a:t>所示。</a:t>
            </a:r>
            <a:endParaRPr lang="en-US" altLang="zh-CN" sz="1599" b="1" dirty="0"/>
          </a:p>
          <a:p>
            <a:pPr marL="0" indent="456971">
              <a:lnSpc>
                <a:spcPct val="130000"/>
              </a:lnSpc>
              <a:buClr>
                <a:schemeClr val="tx2">
                  <a:lumMod val="75000"/>
                </a:schemeClr>
              </a:buClr>
              <a:buNone/>
            </a:pPr>
            <a:r>
              <a:rPr lang="zh-CN" altLang="en-US" sz="1599" b="1" dirty="0"/>
              <a:t>其他代码可根据表</a:t>
            </a:r>
            <a:r>
              <a:rPr lang="en-US" altLang="zh-CN" sz="1599" b="1" dirty="0"/>
              <a:t>3~1</a:t>
            </a:r>
            <a:r>
              <a:rPr lang="zh-CN" altLang="en-US" sz="1599" b="1" dirty="0"/>
              <a:t>、表</a:t>
            </a:r>
            <a:r>
              <a:rPr lang="en-US" altLang="zh-CN" sz="1599" b="1" dirty="0"/>
              <a:t>3~2</a:t>
            </a:r>
            <a:r>
              <a:rPr lang="zh-CN" altLang="en-US" sz="1599" b="1" dirty="0"/>
              <a:t>进行理解。</a:t>
            </a:r>
          </a:p>
        </p:txBody>
      </p:sp>
      <p:sp>
        <p:nvSpPr>
          <p:cNvPr id="22" name="矩形 21"/>
          <p:cNvSpPr/>
          <p:nvPr/>
        </p:nvSpPr>
        <p:spPr>
          <a:xfrm>
            <a:off x="0" y="5942291"/>
            <a:ext cx="12192000" cy="151993"/>
          </a:xfrm>
          <a:prstGeom prst="rect">
            <a:avLst/>
          </a:prstGeom>
          <a:solidFill>
            <a:srgbClr val="3A41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pic>
        <p:nvPicPr>
          <p:cNvPr id="4098" name="Picture 2" descr="3-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35333" y="1633893"/>
            <a:ext cx="6506801" cy="289191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a:extLst/>
        </p:spPr>
      </p:pic>
      <p:sp>
        <p:nvSpPr>
          <p:cNvPr id="8" name="矩形 7">
            <a:extLst>
              <a:ext uri="{FF2B5EF4-FFF2-40B4-BE49-F238E27FC236}">
                <a16:creationId xmlns:a16="http://schemas.microsoft.com/office/drawing/2014/main" id="{ADFA951A-978E-4E8D-A85A-85B6177AC588}"/>
              </a:ext>
            </a:extLst>
          </p:cNvPr>
          <p:cNvSpPr/>
          <p:nvPr/>
        </p:nvSpPr>
        <p:spPr>
          <a:xfrm>
            <a:off x="0" y="-21316"/>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smtClean="0">
                <a:cs typeface="+mn-ea"/>
                <a:sym typeface="+mn-lt"/>
              </a:rPr>
              <a:t>3.5LiteOS</a:t>
            </a:r>
            <a:r>
              <a:rPr lang="zh-CN" altLang="en-US" sz="2800" b="1" dirty="0" smtClean="0">
                <a:cs typeface="+mn-ea"/>
                <a:sym typeface="+mn-lt"/>
              </a:rPr>
              <a:t>启动流程</a:t>
            </a:r>
            <a:endParaRPr lang="zh-CN" altLang="en-US" sz="2800" b="1" dirty="0">
              <a:solidFill>
                <a:schemeClr val="bg1"/>
              </a:solidFill>
              <a:cs typeface="+mn-ea"/>
              <a:sym typeface="+mn-lt"/>
            </a:endParaRPr>
          </a:p>
        </p:txBody>
      </p:sp>
      <p:sp>
        <p:nvSpPr>
          <p:cNvPr id="9"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Tree>
    <p:extLst>
      <p:ext uri="{BB962C8B-B14F-4D97-AF65-F5344CB8AC3E}">
        <p14:creationId xmlns:p14="http://schemas.microsoft.com/office/powerpoint/2010/main" val="37709202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a:graphicFrameLocks noGrp="1"/>
          </p:cNvGraphicFramePr>
          <p:nvPr>
            <p:extLst>
              <p:ext uri="{D42A27DB-BD31-4B8C-83A1-F6EECF244321}">
                <p14:modId xmlns:p14="http://schemas.microsoft.com/office/powerpoint/2010/main" val="66685631"/>
              </p:ext>
            </p:extLst>
          </p:nvPr>
        </p:nvGraphicFramePr>
        <p:xfrm>
          <a:off x="313898" y="1039532"/>
          <a:ext cx="11620927" cy="5784744"/>
        </p:xfrm>
        <a:graphic>
          <a:graphicData uri="http://schemas.openxmlformats.org/drawingml/2006/table">
            <a:tbl>
              <a:tblPr firstRow="1" firstCol="1" bandRow="1" bandCol="1">
                <a:tableStyleId>{5C22544A-7EE6-4342-B048-85BDC9FD1C3A}</a:tableStyleId>
              </a:tblPr>
              <a:tblGrid>
                <a:gridCol w="2438827">
                  <a:extLst>
                    <a:ext uri="{9D8B030D-6E8A-4147-A177-3AD203B41FA5}">
                      <a16:colId xmlns:a16="http://schemas.microsoft.com/office/drawing/2014/main" val="20000"/>
                    </a:ext>
                  </a:extLst>
                </a:gridCol>
                <a:gridCol w="9182100">
                  <a:extLst>
                    <a:ext uri="{9D8B030D-6E8A-4147-A177-3AD203B41FA5}">
                      <a16:colId xmlns:a16="http://schemas.microsoft.com/office/drawing/2014/main" val="20001"/>
                    </a:ext>
                  </a:extLst>
                </a:gridCol>
              </a:tblGrid>
              <a:tr h="380462">
                <a:tc>
                  <a:txBody>
                    <a:bodyPr/>
                    <a:lstStyle/>
                    <a:p>
                      <a:pPr indent="254000" algn="ctr">
                        <a:spcBef>
                          <a:spcPts val="120"/>
                        </a:spcBef>
                        <a:spcAft>
                          <a:spcPts val="120"/>
                        </a:spcAft>
                      </a:pPr>
                      <a:r>
                        <a:rPr lang="zh-CN" sz="1600" b="1" kern="100" dirty="0">
                          <a:effectLst/>
                          <a:latin typeface="+mn-lt"/>
                        </a:rPr>
                        <a:t>指令名称</a:t>
                      </a:r>
                      <a:endParaRPr lang="zh-CN" sz="1600" b="1" kern="100" dirty="0">
                        <a:effectLst/>
                        <a:latin typeface="+mn-lt"/>
                        <a:ea typeface="黑体" panose="02010609060101010101" pitchFamily="49" charset="-122"/>
                      </a:endParaRPr>
                    </a:p>
                  </a:txBody>
                  <a:tcPr marL="68544" marR="68544" marT="0" marB="0" anchor="ctr"/>
                </a:tc>
                <a:tc>
                  <a:txBody>
                    <a:bodyPr/>
                    <a:lstStyle/>
                    <a:p>
                      <a:pPr algn="ctr">
                        <a:spcBef>
                          <a:spcPts val="120"/>
                        </a:spcBef>
                        <a:spcAft>
                          <a:spcPts val="120"/>
                        </a:spcAft>
                      </a:pPr>
                      <a:r>
                        <a:rPr lang="zh-CN" sz="1600" b="1" kern="100">
                          <a:effectLst/>
                          <a:latin typeface="+mn-lt"/>
                        </a:rPr>
                        <a:t>作用</a:t>
                      </a:r>
                      <a:endParaRPr lang="zh-CN" sz="1600" b="1" kern="100">
                        <a:effectLst/>
                        <a:latin typeface="+mn-lt"/>
                        <a:ea typeface="黑体" panose="02010609060101010101" pitchFamily="49" charset="-122"/>
                      </a:endParaRPr>
                    </a:p>
                  </a:txBody>
                  <a:tcPr marL="68544" marR="68544" marT="0" marB="0" anchor="ctr"/>
                </a:tc>
                <a:extLst>
                  <a:ext uri="{0D108BD9-81ED-4DB2-BD59-A6C34878D82A}">
                    <a16:rowId xmlns:a16="http://schemas.microsoft.com/office/drawing/2014/main" val="10000"/>
                  </a:ext>
                </a:extLst>
              </a:tr>
              <a:tr h="380462">
                <a:tc>
                  <a:txBody>
                    <a:bodyPr/>
                    <a:lstStyle/>
                    <a:p>
                      <a:pPr algn="ctr">
                        <a:spcBef>
                          <a:spcPts val="120"/>
                        </a:spcBef>
                        <a:spcAft>
                          <a:spcPts val="120"/>
                        </a:spcAft>
                      </a:pPr>
                      <a:r>
                        <a:rPr lang="en-US" sz="1600" b="1" kern="100">
                          <a:effectLst/>
                          <a:latin typeface="+mn-lt"/>
                        </a:rPr>
                        <a:t>EQU</a:t>
                      </a:r>
                      <a:endParaRPr lang="zh-CN" sz="1600" b="1" kern="100">
                        <a:effectLst/>
                        <a:latin typeface="+mn-lt"/>
                        <a:ea typeface="方正宋一简体" panose="03000509000000000000" pitchFamily="65" charset="-122"/>
                      </a:endParaRPr>
                    </a:p>
                  </a:txBody>
                  <a:tcPr marL="68544" marR="68544" marT="0" marB="0" anchor="ctr"/>
                </a:tc>
                <a:tc>
                  <a:txBody>
                    <a:bodyPr/>
                    <a:lstStyle/>
                    <a:p>
                      <a:pPr algn="l">
                        <a:spcBef>
                          <a:spcPts val="120"/>
                        </a:spcBef>
                        <a:spcAft>
                          <a:spcPts val="120"/>
                        </a:spcAft>
                      </a:pPr>
                      <a:r>
                        <a:rPr lang="zh-CN" sz="1600" b="1" kern="100" dirty="0">
                          <a:effectLst/>
                          <a:latin typeface="+mn-lt"/>
                        </a:rPr>
                        <a:t>给数字常量取一个符号名，相当于</a:t>
                      </a:r>
                      <a:r>
                        <a:rPr lang="en-US" sz="1600" b="1" kern="100" dirty="0">
                          <a:effectLst/>
                          <a:latin typeface="+mn-lt"/>
                        </a:rPr>
                        <a:t>C</a:t>
                      </a:r>
                      <a:r>
                        <a:rPr lang="zh-CN" sz="1600" b="1" kern="100" dirty="0">
                          <a:effectLst/>
                          <a:latin typeface="+mn-lt"/>
                        </a:rPr>
                        <a:t>语言中的</a:t>
                      </a:r>
                      <a:r>
                        <a:rPr lang="en-US" sz="1600" b="1" kern="100" dirty="0">
                          <a:effectLst/>
                          <a:latin typeface="+mn-lt"/>
                        </a:rPr>
                        <a:t>define</a:t>
                      </a:r>
                      <a:endParaRPr lang="zh-CN" sz="1600" b="1" kern="100" dirty="0">
                        <a:effectLst/>
                        <a:latin typeface="+mn-lt"/>
                        <a:ea typeface="方正宋一简体" panose="03000509000000000000" pitchFamily="65" charset="-122"/>
                      </a:endParaRPr>
                    </a:p>
                  </a:txBody>
                  <a:tcPr marL="68544" marR="68544" marT="0" marB="0" anchor="ctr"/>
                </a:tc>
                <a:extLst>
                  <a:ext uri="{0D108BD9-81ED-4DB2-BD59-A6C34878D82A}">
                    <a16:rowId xmlns:a16="http://schemas.microsoft.com/office/drawing/2014/main" val="10001"/>
                  </a:ext>
                </a:extLst>
              </a:tr>
              <a:tr h="380462">
                <a:tc>
                  <a:txBody>
                    <a:bodyPr/>
                    <a:lstStyle/>
                    <a:p>
                      <a:pPr algn="ctr">
                        <a:spcBef>
                          <a:spcPts val="120"/>
                        </a:spcBef>
                        <a:spcAft>
                          <a:spcPts val="120"/>
                        </a:spcAft>
                      </a:pPr>
                      <a:r>
                        <a:rPr lang="en-US" sz="1600" b="1" kern="100">
                          <a:effectLst/>
                          <a:latin typeface="+mn-lt"/>
                        </a:rPr>
                        <a:t>AREA</a:t>
                      </a:r>
                      <a:endParaRPr lang="zh-CN" sz="1600" b="1" kern="100">
                        <a:effectLst/>
                        <a:latin typeface="+mn-lt"/>
                        <a:ea typeface="方正宋一简体" panose="03000509000000000000" pitchFamily="65" charset="-122"/>
                      </a:endParaRPr>
                    </a:p>
                  </a:txBody>
                  <a:tcPr marL="68544" marR="68544" marT="0" marB="0" anchor="ctr"/>
                </a:tc>
                <a:tc>
                  <a:txBody>
                    <a:bodyPr/>
                    <a:lstStyle/>
                    <a:p>
                      <a:pPr algn="l">
                        <a:spcBef>
                          <a:spcPts val="120"/>
                        </a:spcBef>
                        <a:spcAft>
                          <a:spcPts val="120"/>
                        </a:spcAft>
                      </a:pPr>
                      <a:r>
                        <a:rPr lang="zh-CN" sz="1600" b="1" kern="100" dirty="0">
                          <a:effectLst/>
                          <a:latin typeface="+mn-lt"/>
                        </a:rPr>
                        <a:t>汇编一个新的代码段或者数据段</a:t>
                      </a:r>
                      <a:endParaRPr lang="zh-CN" sz="1600" b="1" kern="100" dirty="0">
                        <a:effectLst/>
                        <a:latin typeface="+mn-lt"/>
                        <a:ea typeface="方正宋一简体" panose="03000509000000000000" pitchFamily="65" charset="-122"/>
                      </a:endParaRPr>
                    </a:p>
                  </a:txBody>
                  <a:tcPr marL="68544" marR="68544" marT="0" marB="0" anchor="ctr"/>
                </a:tc>
                <a:extLst>
                  <a:ext uri="{0D108BD9-81ED-4DB2-BD59-A6C34878D82A}">
                    <a16:rowId xmlns:a16="http://schemas.microsoft.com/office/drawing/2014/main" val="10002"/>
                  </a:ext>
                </a:extLst>
              </a:tr>
              <a:tr h="380462">
                <a:tc>
                  <a:txBody>
                    <a:bodyPr/>
                    <a:lstStyle/>
                    <a:p>
                      <a:pPr algn="ctr">
                        <a:spcBef>
                          <a:spcPts val="120"/>
                        </a:spcBef>
                        <a:spcAft>
                          <a:spcPts val="120"/>
                        </a:spcAft>
                      </a:pPr>
                      <a:r>
                        <a:rPr lang="en-US" sz="1600" b="1" kern="100">
                          <a:effectLst/>
                          <a:latin typeface="+mn-lt"/>
                        </a:rPr>
                        <a:t>SPACE</a:t>
                      </a:r>
                      <a:endParaRPr lang="zh-CN" sz="1600" b="1" kern="100">
                        <a:effectLst/>
                        <a:latin typeface="+mn-lt"/>
                        <a:ea typeface="方正宋一简体" panose="03000509000000000000" pitchFamily="65" charset="-122"/>
                      </a:endParaRPr>
                    </a:p>
                  </a:txBody>
                  <a:tcPr marL="68544" marR="68544" marT="0" marB="0" anchor="ctr"/>
                </a:tc>
                <a:tc>
                  <a:txBody>
                    <a:bodyPr/>
                    <a:lstStyle/>
                    <a:p>
                      <a:pPr algn="l">
                        <a:spcBef>
                          <a:spcPts val="120"/>
                        </a:spcBef>
                        <a:spcAft>
                          <a:spcPts val="120"/>
                        </a:spcAft>
                      </a:pPr>
                      <a:r>
                        <a:rPr lang="zh-CN" sz="1600" b="1" kern="100" dirty="0">
                          <a:effectLst/>
                          <a:latin typeface="+mn-lt"/>
                        </a:rPr>
                        <a:t>分配内存空间</a:t>
                      </a:r>
                      <a:endParaRPr lang="zh-CN" sz="1600" b="1" kern="100" dirty="0">
                        <a:effectLst/>
                        <a:latin typeface="+mn-lt"/>
                        <a:ea typeface="方正宋一简体" panose="03000509000000000000" pitchFamily="65" charset="-122"/>
                      </a:endParaRPr>
                    </a:p>
                  </a:txBody>
                  <a:tcPr marL="68544" marR="68544" marT="0" marB="0" anchor="ctr"/>
                </a:tc>
                <a:extLst>
                  <a:ext uri="{0D108BD9-81ED-4DB2-BD59-A6C34878D82A}">
                    <a16:rowId xmlns:a16="http://schemas.microsoft.com/office/drawing/2014/main" val="10003"/>
                  </a:ext>
                </a:extLst>
              </a:tr>
              <a:tr h="380462">
                <a:tc>
                  <a:txBody>
                    <a:bodyPr/>
                    <a:lstStyle/>
                    <a:p>
                      <a:pPr algn="ctr">
                        <a:spcBef>
                          <a:spcPts val="120"/>
                        </a:spcBef>
                        <a:spcAft>
                          <a:spcPts val="120"/>
                        </a:spcAft>
                      </a:pPr>
                      <a:r>
                        <a:rPr lang="en-US" sz="1600" b="1" kern="100">
                          <a:effectLst/>
                          <a:latin typeface="+mn-lt"/>
                        </a:rPr>
                        <a:t>PRESERVE8</a:t>
                      </a:r>
                      <a:endParaRPr lang="zh-CN" sz="1600" b="1" kern="100">
                        <a:effectLst/>
                        <a:latin typeface="+mn-lt"/>
                        <a:ea typeface="方正宋一简体" panose="03000509000000000000" pitchFamily="65" charset="-122"/>
                      </a:endParaRPr>
                    </a:p>
                  </a:txBody>
                  <a:tcPr marL="68544" marR="68544" marT="0" marB="0" anchor="ctr"/>
                </a:tc>
                <a:tc>
                  <a:txBody>
                    <a:bodyPr/>
                    <a:lstStyle/>
                    <a:p>
                      <a:pPr algn="l">
                        <a:spcBef>
                          <a:spcPts val="120"/>
                        </a:spcBef>
                        <a:spcAft>
                          <a:spcPts val="120"/>
                        </a:spcAft>
                      </a:pPr>
                      <a:r>
                        <a:rPr lang="zh-CN" sz="1600" b="1" kern="100" dirty="0">
                          <a:effectLst/>
                          <a:latin typeface="+mn-lt"/>
                        </a:rPr>
                        <a:t>当前任务栈需按照</a:t>
                      </a:r>
                      <a:r>
                        <a:rPr lang="en-US" sz="1600" b="1" kern="100" dirty="0">
                          <a:effectLst/>
                          <a:latin typeface="+mn-lt"/>
                        </a:rPr>
                        <a:t>8</a:t>
                      </a:r>
                      <a:r>
                        <a:rPr lang="zh-CN" sz="1600" b="1" kern="100" dirty="0">
                          <a:effectLst/>
                          <a:latin typeface="+mn-lt"/>
                        </a:rPr>
                        <a:t>字节对齐</a:t>
                      </a:r>
                      <a:endParaRPr lang="zh-CN" sz="1600" b="1" kern="100" dirty="0">
                        <a:effectLst/>
                        <a:latin typeface="+mn-lt"/>
                        <a:ea typeface="方正宋一简体" panose="03000509000000000000" pitchFamily="65" charset="-122"/>
                      </a:endParaRPr>
                    </a:p>
                  </a:txBody>
                  <a:tcPr marL="68544" marR="68544" marT="0" marB="0" anchor="ctr"/>
                </a:tc>
                <a:extLst>
                  <a:ext uri="{0D108BD9-81ED-4DB2-BD59-A6C34878D82A}">
                    <a16:rowId xmlns:a16="http://schemas.microsoft.com/office/drawing/2014/main" val="10004"/>
                  </a:ext>
                </a:extLst>
              </a:tr>
              <a:tr h="380462">
                <a:tc>
                  <a:txBody>
                    <a:bodyPr/>
                    <a:lstStyle/>
                    <a:p>
                      <a:pPr algn="ctr">
                        <a:spcBef>
                          <a:spcPts val="120"/>
                        </a:spcBef>
                        <a:spcAft>
                          <a:spcPts val="120"/>
                        </a:spcAft>
                      </a:pPr>
                      <a:r>
                        <a:rPr lang="en-US" sz="1600" b="1" kern="100" dirty="0">
                          <a:effectLst/>
                          <a:latin typeface="+mn-lt"/>
                        </a:rPr>
                        <a:t>EXPORT</a:t>
                      </a:r>
                      <a:endParaRPr lang="zh-CN" sz="1600" b="1" kern="100" dirty="0">
                        <a:effectLst/>
                        <a:latin typeface="+mn-lt"/>
                        <a:ea typeface="方正宋一简体" panose="03000509000000000000" pitchFamily="65" charset="-122"/>
                      </a:endParaRPr>
                    </a:p>
                  </a:txBody>
                  <a:tcPr marL="68544" marR="68544" marT="0" marB="0" anchor="ctr"/>
                </a:tc>
                <a:tc>
                  <a:txBody>
                    <a:bodyPr/>
                    <a:lstStyle/>
                    <a:p>
                      <a:pPr algn="l">
                        <a:spcBef>
                          <a:spcPts val="120"/>
                        </a:spcBef>
                        <a:spcAft>
                          <a:spcPts val="120"/>
                        </a:spcAft>
                      </a:pPr>
                      <a:r>
                        <a:rPr lang="zh-CN" sz="1600" b="1" kern="100" dirty="0">
                          <a:effectLst/>
                          <a:latin typeface="+mn-lt"/>
                        </a:rPr>
                        <a:t>声明一个标号具有全局属性，可被外部的文件使用</a:t>
                      </a:r>
                      <a:endParaRPr lang="zh-CN" sz="1600" b="1" kern="100" dirty="0">
                        <a:effectLst/>
                        <a:latin typeface="+mn-lt"/>
                        <a:ea typeface="方正宋一简体" panose="03000509000000000000" pitchFamily="65" charset="-122"/>
                      </a:endParaRPr>
                    </a:p>
                  </a:txBody>
                  <a:tcPr marL="68544" marR="68544" marT="0" marB="0" anchor="ctr"/>
                </a:tc>
                <a:extLst>
                  <a:ext uri="{0D108BD9-81ED-4DB2-BD59-A6C34878D82A}">
                    <a16:rowId xmlns:a16="http://schemas.microsoft.com/office/drawing/2014/main" val="10005"/>
                  </a:ext>
                </a:extLst>
              </a:tr>
              <a:tr h="380462">
                <a:tc>
                  <a:txBody>
                    <a:bodyPr/>
                    <a:lstStyle/>
                    <a:p>
                      <a:pPr algn="ctr">
                        <a:spcBef>
                          <a:spcPts val="120"/>
                        </a:spcBef>
                        <a:spcAft>
                          <a:spcPts val="120"/>
                        </a:spcAft>
                      </a:pPr>
                      <a:r>
                        <a:rPr lang="en-US" sz="1600" b="1" kern="100">
                          <a:effectLst/>
                          <a:latin typeface="+mn-lt"/>
                        </a:rPr>
                        <a:t>DCD</a:t>
                      </a:r>
                      <a:endParaRPr lang="zh-CN" sz="1600" b="1" kern="100">
                        <a:effectLst/>
                        <a:latin typeface="+mn-lt"/>
                        <a:ea typeface="方正宋一简体" panose="03000509000000000000" pitchFamily="65" charset="-122"/>
                      </a:endParaRPr>
                    </a:p>
                  </a:txBody>
                  <a:tcPr marL="68544" marR="68544" marT="0" marB="0" anchor="ctr"/>
                </a:tc>
                <a:tc>
                  <a:txBody>
                    <a:bodyPr/>
                    <a:lstStyle/>
                    <a:p>
                      <a:pPr algn="l">
                        <a:spcBef>
                          <a:spcPts val="120"/>
                        </a:spcBef>
                        <a:spcAft>
                          <a:spcPts val="120"/>
                        </a:spcAft>
                      </a:pPr>
                      <a:r>
                        <a:rPr lang="zh-CN" sz="1600" b="1" kern="100" dirty="0">
                          <a:effectLst/>
                          <a:latin typeface="+mn-lt"/>
                        </a:rPr>
                        <a:t>以字为单位分配内存，要求</a:t>
                      </a:r>
                      <a:r>
                        <a:rPr lang="en-US" sz="1600" b="1" kern="100" dirty="0">
                          <a:effectLst/>
                          <a:latin typeface="+mn-lt"/>
                        </a:rPr>
                        <a:t>4</a:t>
                      </a:r>
                      <a:r>
                        <a:rPr lang="zh-CN" sz="1600" b="1" kern="100" dirty="0">
                          <a:effectLst/>
                          <a:latin typeface="+mn-lt"/>
                        </a:rPr>
                        <a:t>字节对齐，并要求初始化这些内存</a:t>
                      </a:r>
                      <a:endParaRPr lang="zh-CN" sz="1600" b="1" kern="100" dirty="0">
                        <a:effectLst/>
                        <a:latin typeface="+mn-lt"/>
                        <a:ea typeface="方正宋一简体" panose="03000509000000000000" pitchFamily="65" charset="-122"/>
                      </a:endParaRPr>
                    </a:p>
                  </a:txBody>
                  <a:tcPr marL="68544" marR="68544" marT="0" marB="0" anchor="ctr"/>
                </a:tc>
                <a:extLst>
                  <a:ext uri="{0D108BD9-81ED-4DB2-BD59-A6C34878D82A}">
                    <a16:rowId xmlns:a16="http://schemas.microsoft.com/office/drawing/2014/main" val="10006"/>
                  </a:ext>
                </a:extLst>
              </a:tr>
              <a:tr h="380462">
                <a:tc>
                  <a:txBody>
                    <a:bodyPr/>
                    <a:lstStyle/>
                    <a:p>
                      <a:pPr algn="ctr">
                        <a:spcBef>
                          <a:spcPts val="120"/>
                        </a:spcBef>
                        <a:spcAft>
                          <a:spcPts val="120"/>
                        </a:spcAft>
                      </a:pPr>
                      <a:r>
                        <a:rPr lang="en-US" sz="1600" b="1" kern="100">
                          <a:effectLst/>
                          <a:latin typeface="+mn-lt"/>
                        </a:rPr>
                        <a:t>PROC</a:t>
                      </a:r>
                      <a:endParaRPr lang="zh-CN" sz="1600" b="1" kern="100">
                        <a:effectLst/>
                        <a:latin typeface="+mn-lt"/>
                        <a:ea typeface="方正宋一简体" panose="03000509000000000000" pitchFamily="65" charset="-122"/>
                      </a:endParaRPr>
                    </a:p>
                  </a:txBody>
                  <a:tcPr marL="68544" marR="68544" marT="0" marB="0" anchor="ctr"/>
                </a:tc>
                <a:tc>
                  <a:txBody>
                    <a:bodyPr/>
                    <a:lstStyle/>
                    <a:p>
                      <a:pPr algn="l">
                        <a:spcBef>
                          <a:spcPts val="120"/>
                        </a:spcBef>
                        <a:spcAft>
                          <a:spcPts val="120"/>
                        </a:spcAft>
                      </a:pPr>
                      <a:r>
                        <a:rPr lang="zh-CN" sz="1600" b="1" kern="100" dirty="0">
                          <a:effectLst/>
                          <a:latin typeface="+mn-lt"/>
                        </a:rPr>
                        <a:t>定义子程序，与</a:t>
                      </a:r>
                      <a:r>
                        <a:rPr lang="en-US" sz="1600" b="1" kern="100" dirty="0">
                          <a:effectLst/>
                          <a:latin typeface="+mn-lt"/>
                        </a:rPr>
                        <a:t>ENDP</a:t>
                      </a:r>
                      <a:r>
                        <a:rPr lang="zh-CN" sz="1600" b="1" kern="100" dirty="0">
                          <a:effectLst/>
                          <a:latin typeface="+mn-lt"/>
                        </a:rPr>
                        <a:t>成对使用，表示子程序结束</a:t>
                      </a:r>
                      <a:endParaRPr lang="zh-CN" sz="1600" b="1" kern="100" dirty="0">
                        <a:effectLst/>
                        <a:latin typeface="+mn-lt"/>
                        <a:ea typeface="方正宋一简体" panose="03000509000000000000" pitchFamily="65" charset="-122"/>
                      </a:endParaRPr>
                    </a:p>
                  </a:txBody>
                  <a:tcPr marL="68544" marR="68544" marT="0" marB="0" anchor="ctr"/>
                </a:tc>
                <a:extLst>
                  <a:ext uri="{0D108BD9-81ED-4DB2-BD59-A6C34878D82A}">
                    <a16:rowId xmlns:a16="http://schemas.microsoft.com/office/drawing/2014/main" val="10007"/>
                  </a:ext>
                </a:extLst>
              </a:tr>
              <a:tr h="457346">
                <a:tc>
                  <a:txBody>
                    <a:bodyPr/>
                    <a:lstStyle/>
                    <a:p>
                      <a:pPr algn="ctr">
                        <a:spcBef>
                          <a:spcPts val="120"/>
                        </a:spcBef>
                        <a:spcAft>
                          <a:spcPts val="120"/>
                        </a:spcAft>
                      </a:pPr>
                      <a:r>
                        <a:rPr lang="en-US" sz="1600" b="1" kern="100" dirty="0">
                          <a:effectLst/>
                          <a:latin typeface="+mn-lt"/>
                        </a:rPr>
                        <a:t>WEAK</a:t>
                      </a:r>
                      <a:endParaRPr lang="zh-CN" sz="1600" b="1" kern="100" dirty="0">
                        <a:effectLst/>
                        <a:latin typeface="+mn-lt"/>
                        <a:ea typeface="方正宋一简体" panose="03000509000000000000" pitchFamily="65" charset="-122"/>
                      </a:endParaRPr>
                    </a:p>
                  </a:txBody>
                  <a:tcPr marL="68544" marR="68544" marT="0" marB="0" anchor="ctr"/>
                </a:tc>
                <a:tc>
                  <a:txBody>
                    <a:bodyPr/>
                    <a:lstStyle/>
                    <a:p>
                      <a:pPr algn="l">
                        <a:spcBef>
                          <a:spcPts val="120"/>
                        </a:spcBef>
                        <a:spcAft>
                          <a:spcPts val="120"/>
                        </a:spcAft>
                      </a:pPr>
                      <a:r>
                        <a:rPr lang="zh-CN" sz="1600" b="1" kern="100" dirty="0">
                          <a:effectLst/>
                          <a:latin typeface="+mn-lt"/>
                        </a:rPr>
                        <a:t>弱定义，如果外部文件声明了一个标号，则优先使用外部文件定义的标号；如果外部文件没有定义；则文件也不会报错。要注意的是，这不是</a:t>
                      </a:r>
                      <a:r>
                        <a:rPr lang="en-US" sz="1600" b="1" kern="100" dirty="0">
                          <a:effectLst/>
                          <a:latin typeface="+mn-lt"/>
                        </a:rPr>
                        <a:t>ARM</a:t>
                      </a:r>
                      <a:r>
                        <a:rPr lang="zh-CN" sz="1600" b="1" kern="100" dirty="0">
                          <a:effectLst/>
                          <a:latin typeface="+mn-lt"/>
                        </a:rPr>
                        <a:t>的指令，而是编译器的指令，将其放在一起只是为了方便学习</a:t>
                      </a:r>
                      <a:endParaRPr lang="zh-CN" sz="1600" b="1" kern="100" dirty="0">
                        <a:effectLst/>
                        <a:latin typeface="+mn-lt"/>
                        <a:ea typeface="方正宋一简体" panose="03000509000000000000" pitchFamily="65" charset="-122"/>
                      </a:endParaRPr>
                    </a:p>
                  </a:txBody>
                  <a:tcPr marL="68544" marR="68544" marT="0" marB="0" anchor="ctr"/>
                </a:tc>
                <a:extLst>
                  <a:ext uri="{0D108BD9-81ED-4DB2-BD59-A6C34878D82A}">
                    <a16:rowId xmlns:a16="http://schemas.microsoft.com/office/drawing/2014/main" val="10008"/>
                  </a:ext>
                </a:extLst>
              </a:tr>
              <a:tr h="380462">
                <a:tc>
                  <a:txBody>
                    <a:bodyPr/>
                    <a:lstStyle/>
                    <a:p>
                      <a:pPr algn="ctr">
                        <a:spcBef>
                          <a:spcPts val="120"/>
                        </a:spcBef>
                        <a:spcAft>
                          <a:spcPts val="120"/>
                        </a:spcAft>
                      </a:pPr>
                      <a:r>
                        <a:rPr lang="en-US" sz="1600" b="1" kern="100">
                          <a:effectLst/>
                          <a:latin typeface="+mn-lt"/>
                        </a:rPr>
                        <a:t>IMPORT</a:t>
                      </a:r>
                      <a:endParaRPr lang="zh-CN" sz="1600" b="1" kern="100">
                        <a:effectLst/>
                        <a:latin typeface="+mn-lt"/>
                        <a:ea typeface="方正宋一简体" panose="03000509000000000000" pitchFamily="65" charset="-122"/>
                      </a:endParaRPr>
                    </a:p>
                  </a:txBody>
                  <a:tcPr marL="68544" marR="68544" marT="0" marB="0" anchor="ctr"/>
                </a:tc>
                <a:tc>
                  <a:txBody>
                    <a:bodyPr/>
                    <a:lstStyle/>
                    <a:p>
                      <a:pPr algn="l">
                        <a:spcBef>
                          <a:spcPts val="120"/>
                        </a:spcBef>
                        <a:spcAft>
                          <a:spcPts val="120"/>
                        </a:spcAft>
                      </a:pPr>
                      <a:r>
                        <a:rPr lang="zh-CN" sz="1600" b="1" kern="100" dirty="0">
                          <a:effectLst/>
                          <a:latin typeface="+mn-lt"/>
                        </a:rPr>
                        <a:t>声明标号来自外部文件，和</a:t>
                      </a:r>
                      <a:r>
                        <a:rPr lang="en-US" sz="1600" b="1" kern="100" dirty="0">
                          <a:effectLst/>
                          <a:latin typeface="+mn-lt"/>
                        </a:rPr>
                        <a:t>C</a:t>
                      </a:r>
                      <a:r>
                        <a:rPr lang="zh-CN" sz="1600" b="1" kern="100" dirty="0">
                          <a:effectLst/>
                          <a:latin typeface="+mn-lt"/>
                        </a:rPr>
                        <a:t>语言中的</a:t>
                      </a:r>
                      <a:r>
                        <a:rPr lang="en-US" sz="1600" b="1" kern="100" dirty="0">
                          <a:effectLst/>
                          <a:latin typeface="+mn-lt"/>
                        </a:rPr>
                        <a:t>EXTERN</a:t>
                      </a:r>
                      <a:r>
                        <a:rPr lang="zh-CN" sz="1600" b="1" kern="100" dirty="0">
                          <a:effectLst/>
                          <a:latin typeface="+mn-lt"/>
                        </a:rPr>
                        <a:t>关键字类似</a:t>
                      </a:r>
                      <a:endParaRPr lang="zh-CN" sz="1600" b="1" kern="100" dirty="0">
                        <a:effectLst/>
                        <a:latin typeface="+mn-lt"/>
                        <a:ea typeface="方正宋一简体" panose="03000509000000000000" pitchFamily="65" charset="-122"/>
                      </a:endParaRPr>
                    </a:p>
                  </a:txBody>
                  <a:tcPr marL="68544" marR="68544" marT="0" marB="0" anchor="ctr"/>
                </a:tc>
                <a:extLst>
                  <a:ext uri="{0D108BD9-81ED-4DB2-BD59-A6C34878D82A}">
                    <a16:rowId xmlns:a16="http://schemas.microsoft.com/office/drawing/2014/main" val="10009"/>
                  </a:ext>
                </a:extLst>
              </a:tr>
              <a:tr h="380462">
                <a:tc>
                  <a:txBody>
                    <a:bodyPr/>
                    <a:lstStyle/>
                    <a:p>
                      <a:pPr algn="ctr">
                        <a:spcBef>
                          <a:spcPts val="120"/>
                        </a:spcBef>
                        <a:spcAft>
                          <a:spcPts val="120"/>
                        </a:spcAft>
                      </a:pPr>
                      <a:r>
                        <a:rPr lang="en-US" sz="1600" b="1" kern="100">
                          <a:effectLst/>
                          <a:latin typeface="+mn-lt"/>
                        </a:rPr>
                        <a:t>B</a:t>
                      </a:r>
                      <a:endParaRPr lang="zh-CN" sz="1600" b="1" kern="100">
                        <a:effectLst/>
                        <a:latin typeface="+mn-lt"/>
                        <a:ea typeface="方正宋一简体" panose="03000509000000000000" pitchFamily="65" charset="-122"/>
                      </a:endParaRPr>
                    </a:p>
                  </a:txBody>
                  <a:tcPr marL="68544" marR="68544" marT="0" marB="0" anchor="ctr"/>
                </a:tc>
                <a:tc>
                  <a:txBody>
                    <a:bodyPr/>
                    <a:lstStyle/>
                    <a:p>
                      <a:pPr algn="l">
                        <a:spcBef>
                          <a:spcPts val="120"/>
                        </a:spcBef>
                        <a:spcAft>
                          <a:spcPts val="120"/>
                        </a:spcAft>
                      </a:pPr>
                      <a:r>
                        <a:rPr lang="zh-CN" sz="1600" b="1" kern="100" dirty="0">
                          <a:effectLst/>
                          <a:latin typeface="+mn-lt"/>
                        </a:rPr>
                        <a:t>跳转到一个标号</a:t>
                      </a:r>
                      <a:endParaRPr lang="zh-CN" sz="1600" b="1" kern="100" dirty="0">
                        <a:effectLst/>
                        <a:latin typeface="+mn-lt"/>
                        <a:ea typeface="方正宋一简体" panose="03000509000000000000" pitchFamily="65" charset="-122"/>
                      </a:endParaRPr>
                    </a:p>
                  </a:txBody>
                  <a:tcPr marL="68544" marR="68544" marT="0" marB="0" anchor="ctr"/>
                </a:tc>
                <a:extLst>
                  <a:ext uri="{0D108BD9-81ED-4DB2-BD59-A6C34878D82A}">
                    <a16:rowId xmlns:a16="http://schemas.microsoft.com/office/drawing/2014/main" val="10010"/>
                  </a:ext>
                </a:extLst>
              </a:tr>
              <a:tr h="380462">
                <a:tc>
                  <a:txBody>
                    <a:bodyPr/>
                    <a:lstStyle/>
                    <a:p>
                      <a:pPr algn="ctr">
                        <a:spcBef>
                          <a:spcPts val="120"/>
                        </a:spcBef>
                        <a:spcAft>
                          <a:spcPts val="120"/>
                        </a:spcAft>
                      </a:pPr>
                      <a:r>
                        <a:rPr lang="en-US" sz="1600" b="1" kern="100">
                          <a:effectLst/>
                          <a:latin typeface="+mn-lt"/>
                        </a:rPr>
                        <a:t>ALIGN</a:t>
                      </a:r>
                      <a:endParaRPr lang="zh-CN" sz="1600" b="1" kern="100">
                        <a:effectLst/>
                        <a:latin typeface="+mn-lt"/>
                        <a:ea typeface="方正宋一简体" panose="03000509000000000000" pitchFamily="65" charset="-122"/>
                      </a:endParaRPr>
                    </a:p>
                  </a:txBody>
                  <a:tcPr marL="68544" marR="68544" marT="0" marB="0" anchor="ctr"/>
                </a:tc>
                <a:tc>
                  <a:txBody>
                    <a:bodyPr/>
                    <a:lstStyle/>
                    <a:p>
                      <a:pPr algn="l">
                        <a:spcBef>
                          <a:spcPts val="120"/>
                        </a:spcBef>
                        <a:spcAft>
                          <a:spcPts val="120"/>
                        </a:spcAft>
                      </a:pPr>
                      <a:r>
                        <a:rPr lang="zh-CN" sz="1600" b="1" kern="100" dirty="0">
                          <a:effectLst/>
                          <a:latin typeface="+mn-lt"/>
                        </a:rPr>
                        <a:t>编译器对指令或者数据的存放地址进行对齐操作，一般需要加一个立即数，省略立即数时，表示</a:t>
                      </a:r>
                      <a:r>
                        <a:rPr lang="en-US" sz="1600" b="1" kern="100" dirty="0">
                          <a:effectLst/>
                          <a:latin typeface="+mn-lt"/>
                        </a:rPr>
                        <a:t>4</a:t>
                      </a:r>
                      <a:r>
                        <a:rPr lang="zh-CN" sz="1600" b="1" kern="100" dirty="0">
                          <a:effectLst/>
                          <a:latin typeface="+mn-lt"/>
                        </a:rPr>
                        <a:t>字节对齐。要注意的是，这不是</a:t>
                      </a:r>
                      <a:r>
                        <a:rPr lang="en-US" sz="1600" b="1" kern="100" dirty="0">
                          <a:effectLst/>
                          <a:latin typeface="+mn-lt"/>
                        </a:rPr>
                        <a:t>ARM</a:t>
                      </a:r>
                      <a:r>
                        <a:rPr lang="zh-CN" sz="1600" b="1" kern="100" dirty="0">
                          <a:effectLst/>
                          <a:latin typeface="+mn-lt"/>
                        </a:rPr>
                        <a:t>的指令，而是编译器的指令，将其放在一起只是为了方便学习</a:t>
                      </a:r>
                      <a:endParaRPr lang="zh-CN" sz="1600" b="1" kern="100" dirty="0">
                        <a:effectLst/>
                        <a:latin typeface="+mn-lt"/>
                        <a:ea typeface="方正宋一简体" panose="03000509000000000000" pitchFamily="65" charset="-122"/>
                      </a:endParaRPr>
                    </a:p>
                  </a:txBody>
                  <a:tcPr marL="68544" marR="68544" marT="0" marB="0" anchor="ctr"/>
                </a:tc>
                <a:extLst>
                  <a:ext uri="{0D108BD9-81ED-4DB2-BD59-A6C34878D82A}">
                    <a16:rowId xmlns:a16="http://schemas.microsoft.com/office/drawing/2014/main" val="10011"/>
                  </a:ext>
                </a:extLst>
              </a:tr>
              <a:tr h="380462">
                <a:tc>
                  <a:txBody>
                    <a:bodyPr/>
                    <a:lstStyle/>
                    <a:p>
                      <a:pPr algn="ctr">
                        <a:spcBef>
                          <a:spcPts val="120"/>
                        </a:spcBef>
                        <a:spcAft>
                          <a:spcPts val="120"/>
                        </a:spcAft>
                      </a:pPr>
                      <a:r>
                        <a:rPr lang="en-US" sz="1600" b="1" kern="100">
                          <a:effectLst/>
                          <a:latin typeface="+mn-lt"/>
                        </a:rPr>
                        <a:t>END</a:t>
                      </a:r>
                      <a:endParaRPr lang="zh-CN" sz="1600" b="1" kern="100">
                        <a:effectLst/>
                        <a:latin typeface="+mn-lt"/>
                        <a:ea typeface="方正宋一简体" panose="03000509000000000000" pitchFamily="65" charset="-122"/>
                      </a:endParaRPr>
                    </a:p>
                  </a:txBody>
                  <a:tcPr marL="68544" marR="68544" marT="0" marB="0" anchor="ctr"/>
                </a:tc>
                <a:tc>
                  <a:txBody>
                    <a:bodyPr/>
                    <a:lstStyle/>
                    <a:p>
                      <a:pPr algn="l">
                        <a:spcBef>
                          <a:spcPts val="120"/>
                        </a:spcBef>
                        <a:spcAft>
                          <a:spcPts val="120"/>
                        </a:spcAft>
                      </a:pPr>
                      <a:r>
                        <a:rPr lang="zh-CN" sz="1600" b="1" kern="100" dirty="0">
                          <a:effectLst/>
                          <a:latin typeface="+mn-lt"/>
                        </a:rPr>
                        <a:t>到达文件的末尾，文件结束</a:t>
                      </a:r>
                      <a:endParaRPr lang="zh-CN" sz="1600" b="1" kern="100" dirty="0">
                        <a:effectLst/>
                        <a:latin typeface="+mn-lt"/>
                        <a:ea typeface="方正宋一简体" panose="03000509000000000000" pitchFamily="65" charset="-122"/>
                      </a:endParaRPr>
                    </a:p>
                  </a:txBody>
                  <a:tcPr marL="68544" marR="68544" marT="0" marB="0" anchor="ctr"/>
                </a:tc>
                <a:extLst>
                  <a:ext uri="{0D108BD9-81ED-4DB2-BD59-A6C34878D82A}">
                    <a16:rowId xmlns:a16="http://schemas.microsoft.com/office/drawing/2014/main" val="10012"/>
                  </a:ext>
                </a:extLst>
              </a:tr>
              <a:tr h="380462">
                <a:tc>
                  <a:txBody>
                    <a:bodyPr/>
                    <a:lstStyle/>
                    <a:p>
                      <a:pPr indent="254000" algn="ctr">
                        <a:spcBef>
                          <a:spcPts val="120"/>
                        </a:spcBef>
                        <a:spcAft>
                          <a:spcPts val="120"/>
                        </a:spcAft>
                      </a:pPr>
                      <a:r>
                        <a:rPr lang="en-US" sz="1600" b="1" kern="100">
                          <a:effectLst/>
                          <a:latin typeface="+mn-lt"/>
                        </a:rPr>
                        <a:t>IF</a:t>
                      </a:r>
                      <a:r>
                        <a:rPr lang="zh-CN" sz="1600" b="1" kern="100">
                          <a:effectLst/>
                          <a:latin typeface="+mn-lt"/>
                        </a:rPr>
                        <a:t>、</a:t>
                      </a:r>
                      <a:r>
                        <a:rPr lang="en-US" sz="1600" b="1" kern="100">
                          <a:effectLst/>
                          <a:latin typeface="+mn-lt"/>
                        </a:rPr>
                        <a:t>ELSE</a:t>
                      </a:r>
                      <a:r>
                        <a:rPr lang="zh-CN" sz="1600" b="1" kern="100">
                          <a:effectLst/>
                          <a:latin typeface="+mn-lt"/>
                        </a:rPr>
                        <a:t>、</a:t>
                      </a:r>
                      <a:r>
                        <a:rPr lang="en-US" sz="1600" b="1" kern="100">
                          <a:effectLst/>
                          <a:latin typeface="+mn-lt"/>
                        </a:rPr>
                        <a:t>ENDIF</a:t>
                      </a:r>
                      <a:endParaRPr lang="zh-CN" sz="1600" b="1" kern="100">
                        <a:effectLst/>
                        <a:latin typeface="+mn-lt"/>
                        <a:ea typeface="方正宋一简体" panose="03000509000000000000" pitchFamily="65" charset="-122"/>
                      </a:endParaRPr>
                    </a:p>
                  </a:txBody>
                  <a:tcPr marL="68544" marR="68544" marT="0" marB="0" anchor="ctr"/>
                </a:tc>
                <a:tc>
                  <a:txBody>
                    <a:bodyPr/>
                    <a:lstStyle/>
                    <a:p>
                      <a:pPr algn="l">
                        <a:spcBef>
                          <a:spcPts val="120"/>
                        </a:spcBef>
                        <a:spcAft>
                          <a:spcPts val="120"/>
                        </a:spcAft>
                      </a:pPr>
                      <a:r>
                        <a:rPr lang="zh-CN" sz="1600" b="1" kern="100" dirty="0">
                          <a:effectLst/>
                          <a:latin typeface="+mn-lt"/>
                        </a:rPr>
                        <a:t>汇编条件分支语句，和</a:t>
                      </a:r>
                      <a:r>
                        <a:rPr lang="en-US" sz="1600" b="1" kern="100" dirty="0">
                          <a:effectLst/>
                          <a:latin typeface="+mn-lt"/>
                        </a:rPr>
                        <a:t>C</a:t>
                      </a:r>
                      <a:r>
                        <a:rPr lang="zh-CN" sz="1600" b="1" kern="100" dirty="0">
                          <a:effectLst/>
                          <a:latin typeface="+mn-lt"/>
                        </a:rPr>
                        <a:t>语言的</a:t>
                      </a:r>
                      <a:r>
                        <a:rPr lang="en-US" sz="1600" b="1" kern="100" dirty="0">
                          <a:effectLst/>
                          <a:latin typeface="+mn-lt"/>
                        </a:rPr>
                        <a:t>if</a:t>
                      </a:r>
                      <a:r>
                        <a:rPr lang="zh-CN" sz="1600" b="1" kern="100" dirty="0">
                          <a:effectLst/>
                          <a:latin typeface="+mn-lt"/>
                        </a:rPr>
                        <a:t>、</a:t>
                      </a:r>
                      <a:r>
                        <a:rPr lang="en-US" sz="1600" b="1" kern="100" dirty="0">
                          <a:effectLst/>
                          <a:latin typeface="+mn-lt"/>
                        </a:rPr>
                        <a:t>else</a:t>
                      </a:r>
                      <a:r>
                        <a:rPr lang="zh-CN" sz="1600" b="1" kern="100" dirty="0">
                          <a:effectLst/>
                          <a:latin typeface="+mn-lt"/>
                        </a:rPr>
                        <a:t>类似</a:t>
                      </a:r>
                      <a:endParaRPr lang="zh-CN" sz="1600" b="1" kern="100" dirty="0">
                        <a:effectLst/>
                        <a:latin typeface="+mn-lt"/>
                        <a:ea typeface="方正宋一简体" panose="03000509000000000000" pitchFamily="65" charset="-122"/>
                      </a:endParaRPr>
                    </a:p>
                  </a:txBody>
                  <a:tcPr marL="68544" marR="68544" marT="0" marB="0" anchor="ctr"/>
                </a:tc>
                <a:extLst>
                  <a:ext uri="{0D108BD9-81ED-4DB2-BD59-A6C34878D82A}">
                    <a16:rowId xmlns:a16="http://schemas.microsoft.com/office/drawing/2014/main" val="10013"/>
                  </a:ext>
                </a:extLst>
              </a:tr>
            </a:tbl>
          </a:graphicData>
        </a:graphic>
      </p:graphicFrame>
      <p:sp>
        <p:nvSpPr>
          <p:cNvPr id="8" name="内容占位符 2"/>
          <p:cNvSpPr txBox="1">
            <a:spLocks/>
          </p:cNvSpPr>
          <p:nvPr/>
        </p:nvSpPr>
        <p:spPr>
          <a:xfrm>
            <a:off x="313898" y="643746"/>
            <a:ext cx="3363882" cy="461722"/>
          </a:xfrm>
          <a:prstGeom prst="rect">
            <a:avLst/>
          </a:prstGeom>
        </p:spPr>
        <p:txBody>
          <a:bodyPr vert="horz" lIns="121854" tIns="60926" rIns="121854" bIns="60926" rtlCol="0">
            <a:noAutofit/>
          </a:bodyPr>
          <a:lstStyle>
            <a:lvl1pPr marL="457360" indent="-457360" algn="l" defTabSz="1219627" rtl="0" eaLnBrk="1" latinLnBrk="0" hangingPunct="1">
              <a:lnSpc>
                <a:spcPct val="120000"/>
              </a:lnSpc>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456971">
              <a:lnSpc>
                <a:spcPct val="130000"/>
              </a:lnSpc>
              <a:buClr>
                <a:schemeClr val="tx2">
                  <a:lumMod val="75000"/>
                </a:schemeClr>
              </a:buClr>
              <a:buNone/>
            </a:pPr>
            <a:r>
              <a:rPr lang="en-US" altLang="zh-CN" b="1" dirty="0" smtClean="0"/>
              <a:t>ARM</a:t>
            </a:r>
            <a:r>
              <a:rPr lang="zh-CN" altLang="en-US" b="1" dirty="0"/>
              <a:t>常用汇编指令</a:t>
            </a:r>
          </a:p>
        </p:txBody>
      </p:sp>
      <p:sp>
        <p:nvSpPr>
          <p:cNvPr id="6" name="矩形 5">
            <a:extLst>
              <a:ext uri="{FF2B5EF4-FFF2-40B4-BE49-F238E27FC236}">
                <a16:creationId xmlns:a16="http://schemas.microsoft.com/office/drawing/2014/main" id="{ADFA951A-978E-4E8D-A85A-85B6177AC588}"/>
              </a:ext>
            </a:extLst>
          </p:cNvPr>
          <p:cNvSpPr/>
          <p:nvPr/>
        </p:nvSpPr>
        <p:spPr>
          <a:xfrm>
            <a:off x="0" y="-21316"/>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smtClean="0">
                <a:cs typeface="+mn-ea"/>
                <a:sym typeface="+mn-lt"/>
              </a:rPr>
              <a:t>3.5LiteOS</a:t>
            </a:r>
            <a:r>
              <a:rPr lang="zh-CN" altLang="en-US" sz="2800" b="1" dirty="0" smtClean="0">
                <a:cs typeface="+mn-ea"/>
                <a:sym typeface="+mn-lt"/>
              </a:rPr>
              <a:t>启动流程</a:t>
            </a:r>
            <a:endParaRPr lang="zh-CN" altLang="en-US" sz="2800" b="1" dirty="0">
              <a:solidFill>
                <a:schemeClr val="bg1"/>
              </a:solidFill>
              <a:cs typeface="+mn-ea"/>
              <a:sym typeface="+mn-lt"/>
            </a:endParaRPr>
          </a:p>
        </p:txBody>
      </p:sp>
      <p:sp>
        <p:nvSpPr>
          <p:cNvPr id="7"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Tree>
    <p:extLst>
      <p:ext uri="{BB962C8B-B14F-4D97-AF65-F5344CB8AC3E}">
        <p14:creationId xmlns:p14="http://schemas.microsoft.com/office/powerpoint/2010/main" val="122621154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3287548047"/>
              </p:ext>
            </p:extLst>
          </p:nvPr>
        </p:nvGraphicFramePr>
        <p:xfrm>
          <a:off x="765637" y="1153351"/>
          <a:ext cx="10660726" cy="5590162"/>
        </p:xfrm>
        <a:graphic>
          <a:graphicData uri="http://schemas.openxmlformats.org/drawingml/2006/table">
            <a:tbl>
              <a:tblPr firstRow="1" firstCol="1" bandRow="1" bandCol="1">
                <a:tableStyleId>{5C22544A-7EE6-4342-B048-85BDC9FD1C3A}</a:tableStyleId>
              </a:tblPr>
              <a:tblGrid>
                <a:gridCol w="2349661">
                  <a:extLst>
                    <a:ext uri="{9D8B030D-6E8A-4147-A177-3AD203B41FA5}">
                      <a16:colId xmlns:a16="http://schemas.microsoft.com/office/drawing/2014/main" val="20000"/>
                    </a:ext>
                  </a:extLst>
                </a:gridCol>
                <a:gridCol w="8311065">
                  <a:extLst>
                    <a:ext uri="{9D8B030D-6E8A-4147-A177-3AD203B41FA5}">
                      <a16:colId xmlns:a16="http://schemas.microsoft.com/office/drawing/2014/main" val="20001"/>
                    </a:ext>
                  </a:extLst>
                </a:gridCol>
              </a:tblGrid>
              <a:tr h="300146">
                <a:tc>
                  <a:txBody>
                    <a:bodyPr/>
                    <a:lstStyle/>
                    <a:p>
                      <a:pPr indent="254000" algn="ctr">
                        <a:spcBef>
                          <a:spcPts val="120"/>
                        </a:spcBef>
                        <a:spcAft>
                          <a:spcPts val="120"/>
                        </a:spcAft>
                      </a:pPr>
                      <a:r>
                        <a:rPr lang="zh-CN" sz="1600" b="1" kern="100">
                          <a:effectLst/>
                          <a:latin typeface="+mn-ea"/>
                          <a:ea typeface="+mn-ea"/>
                        </a:rPr>
                        <a:t>指示符</a:t>
                      </a:r>
                    </a:p>
                  </a:txBody>
                  <a:tcPr marL="68544" marR="68544" marT="0" marB="0" anchor="ctr"/>
                </a:tc>
                <a:tc>
                  <a:txBody>
                    <a:bodyPr/>
                    <a:lstStyle/>
                    <a:p>
                      <a:pPr algn="ctr">
                        <a:spcBef>
                          <a:spcPts val="120"/>
                        </a:spcBef>
                        <a:spcAft>
                          <a:spcPts val="120"/>
                        </a:spcAft>
                      </a:pPr>
                      <a:r>
                        <a:rPr lang="zh-CN" sz="1600" b="1" kern="100">
                          <a:effectLst/>
                          <a:latin typeface="+mn-ea"/>
                          <a:ea typeface="+mn-ea"/>
                        </a:rPr>
                        <a:t>作用</a:t>
                      </a:r>
                    </a:p>
                  </a:txBody>
                  <a:tcPr marL="68544" marR="68544" marT="0" marB="0" anchor="ctr"/>
                </a:tc>
                <a:extLst>
                  <a:ext uri="{0D108BD9-81ED-4DB2-BD59-A6C34878D82A}">
                    <a16:rowId xmlns:a16="http://schemas.microsoft.com/office/drawing/2014/main" val="10000"/>
                  </a:ext>
                </a:extLst>
              </a:tr>
              <a:tr h="300146">
                <a:tc>
                  <a:txBody>
                    <a:bodyPr/>
                    <a:lstStyle/>
                    <a:p>
                      <a:pPr algn="ctr">
                        <a:spcBef>
                          <a:spcPts val="120"/>
                        </a:spcBef>
                        <a:spcAft>
                          <a:spcPts val="120"/>
                        </a:spcAft>
                      </a:pPr>
                      <a:r>
                        <a:rPr lang="en-US" sz="1600" b="1" kern="100">
                          <a:effectLst/>
                          <a:latin typeface="+mn-ea"/>
                          <a:ea typeface="+mn-ea"/>
                        </a:rPr>
                        <a:t>MRS</a:t>
                      </a:r>
                      <a:endParaRPr lang="zh-CN" sz="1600" b="1" kern="100">
                        <a:effectLst/>
                        <a:latin typeface="+mn-ea"/>
                        <a:ea typeface="+mn-ea"/>
                      </a:endParaRPr>
                    </a:p>
                  </a:txBody>
                  <a:tcPr marL="68544" marR="68544" marT="0" marB="0" anchor="ctr"/>
                </a:tc>
                <a:tc>
                  <a:txBody>
                    <a:bodyPr/>
                    <a:lstStyle/>
                    <a:p>
                      <a:pPr algn="l">
                        <a:spcBef>
                          <a:spcPts val="120"/>
                        </a:spcBef>
                        <a:spcAft>
                          <a:spcPts val="120"/>
                        </a:spcAft>
                      </a:pPr>
                      <a:r>
                        <a:rPr lang="zh-CN" sz="1600" b="1" kern="100" dirty="0">
                          <a:effectLst/>
                          <a:latin typeface="+mn-ea"/>
                          <a:ea typeface="+mn-ea"/>
                        </a:rPr>
                        <a:t>加载特殊功能寄存器的值到通用寄存器中</a:t>
                      </a:r>
                    </a:p>
                  </a:txBody>
                  <a:tcPr marL="68544" marR="68544" marT="0" marB="0" anchor="ctr"/>
                </a:tc>
                <a:extLst>
                  <a:ext uri="{0D108BD9-81ED-4DB2-BD59-A6C34878D82A}">
                    <a16:rowId xmlns:a16="http://schemas.microsoft.com/office/drawing/2014/main" val="10001"/>
                  </a:ext>
                </a:extLst>
              </a:tr>
              <a:tr h="300146">
                <a:tc>
                  <a:txBody>
                    <a:bodyPr/>
                    <a:lstStyle/>
                    <a:p>
                      <a:pPr algn="ctr">
                        <a:spcBef>
                          <a:spcPts val="120"/>
                        </a:spcBef>
                        <a:spcAft>
                          <a:spcPts val="120"/>
                        </a:spcAft>
                      </a:pPr>
                      <a:r>
                        <a:rPr lang="en-US" sz="1600" b="1" kern="100">
                          <a:effectLst/>
                          <a:latin typeface="+mn-ea"/>
                          <a:ea typeface="+mn-ea"/>
                        </a:rPr>
                        <a:t>MSR</a:t>
                      </a:r>
                      <a:endParaRPr lang="zh-CN" sz="1600" b="1" kern="100">
                        <a:effectLst/>
                        <a:latin typeface="+mn-ea"/>
                        <a:ea typeface="+mn-ea"/>
                      </a:endParaRPr>
                    </a:p>
                  </a:txBody>
                  <a:tcPr marL="68544" marR="68544" marT="0" marB="0" anchor="ctr"/>
                </a:tc>
                <a:tc>
                  <a:txBody>
                    <a:bodyPr/>
                    <a:lstStyle/>
                    <a:p>
                      <a:pPr algn="l">
                        <a:spcBef>
                          <a:spcPts val="120"/>
                        </a:spcBef>
                        <a:spcAft>
                          <a:spcPts val="120"/>
                        </a:spcAft>
                      </a:pPr>
                      <a:r>
                        <a:rPr lang="zh-CN" sz="1600" b="1" kern="100" dirty="0">
                          <a:effectLst/>
                          <a:latin typeface="+mn-ea"/>
                          <a:ea typeface="+mn-ea"/>
                        </a:rPr>
                        <a:t>存储通用寄存器的值到特殊功能寄存器中</a:t>
                      </a:r>
                    </a:p>
                  </a:txBody>
                  <a:tcPr marL="68544" marR="68544" marT="0" marB="0" anchor="ctr"/>
                </a:tc>
                <a:extLst>
                  <a:ext uri="{0D108BD9-81ED-4DB2-BD59-A6C34878D82A}">
                    <a16:rowId xmlns:a16="http://schemas.microsoft.com/office/drawing/2014/main" val="10002"/>
                  </a:ext>
                </a:extLst>
              </a:tr>
              <a:tr h="300146">
                <a:tc>
                  <a:txBody>
                    <a:bodyPr/>
                    <a:lstStyle/>
                    <a:p>
                      <a:pPr algn="ctr">
                        <a:spcBef>
                          <a:spcPts val="120"/>
                        </a:spcBef>
                        <a:spcAft>
                          <a:spcPts val="120"/>
                        </a:spcAft>
                      </a:pPr>
                      <a:r>
                        <a:rPr lang="en-US" sz="1600" b="1" kern="100">
                          <a:effectLst/>
                          <a:latin typeface="+mn-ea"/>
                          <a:ea typeface="+mn-ea"/>
                        </a:rPr>
                        <a:t>CBZ</a:t>
                      </a:r>
                      <a:endParaRPr lang="zh-CN" sz="1600" b="1" kern="100">
                        <a:effectLst/>
                        <a:latin typeface="+mn-ea"/>
                        <a:ea typeface="+mn-ea"/>
                      </a:endParaRPr>
                    </a:p>
                  </a:txBody>
                  <a:tcPr marL="68544" marR="68544" marT="0" marB="0" anchor="ctr"/>
                </a:tc>
                <a:tc>
                  <a:txBody>
                    <a:bodyPr/>
                    <a:lstStyle/>
                    <a:p>
                      <a:pPr algn="l">
                        <a:spcBef>
                          <a:spcPts val="120"/>
                        </a:spcBef>
                        <a:spcAft>
                          <a:spcPts val="120"/>
                        </a:spcAft>
                      </a:pPr>
                      <a:r>
                        <a:rPr lang="zh-CN" sz="1600" b="1" kern="100" dirty="0">
                          <a:effectLst/>
                          <a:latin typeface="+mn-ea"/>
                          <a:ea typeface="+mn-ea"/>
                        </a:rPr>
                        <a:t>比较，如果结果为</a:t>
                      </a:r>
                      <a:r>
                        <a:rPr lang="en-US" sz="1600" b="1" kern="100" dirty="0">
                          <a:effectLst/>
                          <a:latin typeface="+mn-ea"/>
                          <a:ea typeface="+mn-ea"/>
                        </a:rPr>
                        <a:t>0</a:t>
                      </a:r>
                      <a:r>
                        <a:rPr lang="zh-CN" sz="1600" b="1" kern="100" dirty="0">
                          <a:effectLst/>
                          <a:latin typeface="+mn-ea"/>
                          <a:ea typeface="+mn-ea"/>
                        </a:rPr>
                        <a:t>则转移</a:t>
                      </a:r>
                    </a:p>
                  </a:txBody>
                  <a:tcPr marL="68544" marR="68544" marT="0" marB="0" anchor="ctr"/>
                </a:tc>
                <a:extLst>
                  <a:ext uri="{0D108BD9-81ED-4DB2-BD59-A6C34878D82A}">
                    <a16:rowId xmlns:a16="http://schemas.microsoft.com/office/drawing/2014/main" val="10003"/>
                  </a:ext>
                </a:extLst>
              </a:tr>
              <a:tr h="300146">
                <a:tc>
                  <a:txBody>
                    <a:bodyPr/>
                    <a:lstStyle/>
                    <a:p>
                      <a:pPr algn="ctr">
                        <a:spcBef>
                          <a:spcPts val="120"/>
                        </a:spcBef>
                        <a:spcAft>
                          <a:spcPts val="120"/>
                        </a:spcAft>
                      </a:pPr>
                      <a:r>
                        <a:rPr lang="en-US" sz="1600" b="1" kern="100">
                          <a:effectLst/>
                          <a:latin typeface="+mn-ea"/>
                          <a:ea typeface="+mn-ea"/>
                        </a:rPr>
                        <a:t>CBNZ</a:t>
                      </a:r>
                      <a:endParaRPr lang="zh-CN" sz="1600" b="1" kern="100">
                        <a:effectLst/>
                        <a:latin typeface="+mn-ea"/>
                        <a:ea typeface="+mn-ea"/>
                      </a:endParaRPr>
                    </a:p>
                  </a:txBody>
                  <a:tcPr marL="68544" marR="68544" marT="0" marB="0" anchor="ctr"/>
                </a:tc>
                <a:tc>
                  <a:txBody>
                    <a:bodyPr/>
                    <a:lstStyle/>
                    <a:p>
                      <a:pPr algn="l">
                        <a:spcBef>
                          <a:spcPts val="120"/>
                        </a:spcBef>
                        <a:spcAft>
                          <a:spcPts val="120"/>
                        </a:spcAft>
                      </a:pPr>
                      <a:r>
                        <a:rPr lang="zh-CN" sz="1600" b="1" kern="100" dirty="0">
                          <a:effectLst/>
                          <a:latin typeface="+mn-ea"/>
                          <a:ea typeface="+mn-ea"/>
                        </a:rPr>
                        <a:t>比较，如果结果非</a:t>
                      </a:r>
                      <a:r>
                        <a:rPr lang="en-US" sz="1600" b="1" kern="100" dirty="0">
                          <a:effectLst/>
                          <a:latin typeface="+mn-ea"/>
                          <a:ea typeface="+mn-ea"/>
                        </a:rPr>
                        <a:t>0</a:t>
                      </a:r>
                      <a:r>
                        <a:rPr lang="zh-CN" sz="1600" b="1" kern="100" dirty="0">
                          <a:effectLst/>
                          <a:latin typeface="+mn-ea"/>
                          <a:ea typeface="+mn-ea"/>
                        </a:rPr>
                        <a:t>则转移</a:t>
                      </a:r>
                    </a:p>
                  </a:txBody>
                  <a:tcPr marL="68544" marR="68544" marT="0" marB="0" anchor="ctr"/>
                </a:tc>
                <a:extLst>
                  <a:ext uri="{0D108BD9-81ED-4DB2-BD59-A6C34878D82A}">
                    <a16:rowId xmlns:a16="http://schemas.microsoft.com/office/drawing/2014/main" val="10004"/>
                  </a:ext>
                </a:extLst>
              </a:tr>
              <a:tr h="300146">
                <a:tc>
                  <a:txBody>
                    <a:bodyPr/>
                    <a:lstStyle/>
                    <a:p>
                      <a:pPr algn="ctr">
                        <a:spcBef>
                          <a:spcPts val="120"/>
                        </a:spcBef>
                        <a:spcAft>
                          <a:spcPts val="120"/>
                        </a:spcAft>
                      </a:pPr>
                      <a:r>
                        <a:rPr lang="en-US" sz="1600" b="1" kern="100">
                          <a:effectLst/>
                          <a:latin typeface="+mn-ea"/>
                          <a:ea typeface="+mn-ea"/>
                        </a:rPr>
                        <a:t>LDR</a:t>
                      </a:r>
                      <a:endParaRPr lang="zh-CN" sz="1600" b="1" kern="100">
                        <a:effectLst/>
                        <a:latin typeface="+mn-ea"/>
                        <a:ea typeface="+mn-ea"/>
                      </a:endParaRPr>
                    </a:p>
                  </a:txBody>
                  <a:tcPr marL="68544" marR="68544" marT="0" marB="0" anchor="ctr"/>
                </a:tc>
                <a:tc>
                  <a:txBody>
                    <a:bodyPr/>
                    <a:lstStyle/>
                    <a:p>
                      <a:pPr algn="l">
                        <a:spcBef>
                          <a:spcPts val="120"/>
                        </a:spcBef>
                        <a:spcAft>
                          <a:spcPts val="120"/>
                        </a:spcAft>
                      </a:pPr>
                      <a:r>
                        <a:rPr lang="zh-CN" sz="1600" b="1" kern="100" dirty="0">
                          <a:effectLst/>
                          <a:latin typeface="+mn-ea"/>
                          <a:ea typeface="+mn-ea"/>
                        </a:rPr>
                        <a:t>从存储器中加载字到一个寄存器中</a:t>
                      </a:r>
                    </a:p>
                  </a:txBody>
                  <a:tcPr marL="68544" marR="68544" marT="0" marB="0" anchor="ctr"/>
                </a:tc>
                <a:extLst>
                  <a:ext uri="{0D108BD9-81ED-4DB2-BD59-A6C34878D82A}">
                    <a16:rowId xmlns:a16="http://schemas.microsoft.com/office/drawing/2014/main" val="10005"/>
                  </a:ext>
                </a:extLst>
              </a:tr>
              <a:tr h="300146">
                <a:tc>
                  <a:txBody>
                    <a:bodyPr/>
                    <a:lstStyle/>
                    <a:p>
                      <a:pPr algn="ctr">
                        <a:spcBef>
                          <a:spcPts val="120"/>
                        </a:spcBef>
                        <a:spcAft>
                          <a:spcPts val="120"/>
                        </a:spcAft>
                      </a:pPr>
                      <a:r>
                        <a:rPr lang="en-US" sz="1600" b="1" kern="100">
                          <a:effectLst/>
                          <a:latin typeface="+mn-ea"/>
                          <a:ea typeface="+mn-ea"/>
                        </a:rPr>
                        <a:t>LDR[</a:t>
                      </a:r>
                      <a:r>
                        <a:rPr lang="zh-CN" sz="1600" b="1" kern="100">
                          <a:effectLst/>
                          <a:latin typeface="+mn-ea"/>
                          <a:ea typeface="+mn-ea"/>
                        </a:rPr>
                        <a:t>伪指令</a:t>
                      </a:r>
                      <a:r>
                        <a:rPr lang="en-US" sz="1600" b="1" kern="100">
                          <a:effectLst/>
                          <a:latin typeface="+mn-ea"/>
                          <a:ea typeface="+mn-ea"/>
                        </a:rPr>
                        <a:t>]</a:t>
                      </a:r>
                      <a:endParaRPr lang="zh-CN" sz="1600" b="1" kern="100">
                        <a:effectLst/>
                        <a:latin typeface="+mn-ea"/>
                        <a:ea typeface="+mn-ea"/>
                      </a:endParaRPr>
                    </a:p>
                  </a:txBody>
                  <a:tcPr marL="68544" marR="68544" marT="0" marB="0" anchor="ctr"/>
                </a:tc>
                <a:tc>
                  <a:txBody>
                    <a:bodyPr/>
                    <a:lstStyle/>
                    <a:p>
                      <a:pPr algn="l">
                        <a:spcBef>
                          <a:spcPts val="120"/>
                        </a:spcBef>
                        <a:spcAft>
                          <a:spcPts val="120"/>
                        </a:spcAft>
                      </a:pPr>
                      <a:r>
                        <a:rPr lang="zh-CN" sz="1600" b="1" kern="100" dirty="0">
                          <a:effectLst/>
                          <a:latin typeface="+mn-ea"/>
                          <a:ea typeface="+mn-ea"/>
                        </a:rPr>
                        <a:t>加载一个立即数或者一个地址值到一个寄存器中</a:t>
                      </a:r>
                    </a:p>
                  </a:txBody>
                  <a:tcPr marL="68544" marR="68544" marT="0" marB="0" anchor="ctr"/>
                </a:tc>
                <a:extLst>
                  <a:ext uri="{0D108BD9-81ED-4DB2-BD59-A6C34878D82A}">
                    <a16:rowId xmlns:a16="http://schemas.microsoft.com/office/drawing/2014/main" val="10006"/>
                  </a:ext>
                </a:extLst>
              </a:tr>
              <a:tr h="300146">
                <a:tc>
                  <a:txBody>
                    <a:bodyPr/>
                    <a:lstStyle/>
                    <a:p>
                      <a:pPr algn="ctr">
                        <a:spcBef>
                          <a:spcPts val="120"/>
                        </a:spcBef>
                        <a:spcAft>
                          <a:spcPts val="120"/>
                        </a:spcAft>
                      </a:pPr>
                      <a:r>
                        <a:rPr lang="en-US" sz="1600" b="1" kern="100">
                          <a:effectLst/>
                          <a:latin typeface="+mn-ea"/>
                          <a:ea typeface="+mn-ea"/>
                        </a:rPr>
                        <a:t>LDRH</a:t>
                      </a:r>
                      <a:endParaRPr lang="zh-CN" sz="1600" b="1" kern="100">
                        <a:effectLst/>
                        <a:latin typeface="+mn-ea"/>
                        <a:ea typeface="+mn-ea"/>
                      </a:endParaRPr>
                    </a:p>
                  </a:txBody>
                  <a:tcPr marL="68544" marR="68544" marT="0" marB="0" anchor="ctr"/>
                </a:tc>
                <a:tc>
                  <a:txBody>
                    <a:bodyPr/>
                    <a:lstStyle/>
                    <a:p>
                      <a:pPr algn="l">
                        <a:spcBef>
                          <a:spcPts val="120"/>
                        </a:spcBef>
                        <a:spcAft>
                          <a:spcPts val="120"/>
                        </a:spcAft>
                      </a:pPr>
                      <a:r>
                        <a:rPr lang="zh-CN" sz="1600" b="1" kern="100" dirty="0">
                          <a:effectLst/>
                          <a:latin typeface="+mn-ea"/>
                          <a:ea typeface="+mn-ea"/>
                        </a:rPr>
                        <a:t>从存储器中加载半字到一个寄存器中</a:t>
                      </a:r>
                    </a:p>
                  </a:txBody>
                  <a:tcPr marL="68544" marR="68544" marT="0" marB="0" anchor="ctr"/>
                </a:tc>
                <a:extLst>
                  <a:ext uri="{0D108BD9-81ED-4DB2-BD59-A6C34878D82A}">
                    <a16:rowId xmlns:a16="http://schemas.microsoft.com/office/drawing/2014/main" val="10007"/>
                  </a:ext>
                </a:extLst>
              </a:tr>
              <a:tr h="300146">
                <a:tc>
                  <a:txBody>
                    <a:bodyPr/>
                    <a:lstStyle/>
                    <a:p>
                      <a:pPr algn="ctr">
                        <a:spcBef>
                          <a:spcPts val="120"/>
                        </a:spcBef>
                        <a:spcAft>
                          <a:spcPts val="120"/>
                        </a:spcAft>
                      </a:pPr>
                      <a:r>
                        <a:rPr lang="en-US" sz="1600" b="1" kern="100">
                          <a:effectLst/>
                          <a:latin typeface="+mn-ea"/>
                          <a:ea typeface="+mn-ea"/>
                        </a:rPr>
                        <a:t>LDRB</a:t>
                      </a:r>
                      <a:endParaRPr lang="zh-CN" sz="1600" b="1" kern="100">
                        <a:effectLst/>
                        <a:latin typeface="+mn-ea"/>
                        <a:ea typeface="+mn-ea"/>
                      </a:endParaRPr>
                    </a:p>
                  </a:txBody>
                  <a:tcPr marL="68544" marR="68544" marT="0" marB="0" anchor="ctr"/>
                </a:tc>
                <a:tc>
                  <a:txBody>
                    <a:bodyPr/>
                    <a:lstStyle/>
                    <a:p>
                      <a:pPr algn="l">
                        <a:spcBef>
                          <a:spcPts val="120"/>
                        </a:spcBef>
                        <a:spcAft>
                          <a:spcPts val="120"/>
                        </a:spcAft>
                      </a:pPr>
                      <a:r>
                        <a:rPr lang="zh-CN" sz="1600" b="1" kern="100" dirty="0">
                          <a:effectLst/>
                          <a:latin typeface="+mn-ea"/>
                          <a:ea typeface="+mn-ea"/>
                        </a:rPr>
                        <a:t>从存储器中加载字节到一个寄存器中</a:t>
                      </a:r>
                    </a:p>
                  </a:txBody>
                  <a:tcPr marL="68544" marR="68544" marT="0" marB="0" anchor="ctr"/>
                </a:tc>
                <a:extLst>
                  <a:ext uri="{0D108BD9-81ED-4DB2-BD59-A6C34878D82A}">
                    <a16:rowId xmlns:a16="http://schemas.microsoft.com/office/drawing/2014/main" val="10008"/>
                  </a:ext>
                </a:extLst>
              </a:tr>
              <a:tr h="300146">
                <a:tc>
                  <a:txBody>
                    <a:bodyPr/>
                    <a:lstStyle/>
                    <a:p>
                      <a:pPr algn="ctr">
                        <a:spcBef>
                          <a:spcPts val="120"/>
                        </a:spcBef>
                        <a:spcAft>
                          <a:spcPts val="120"/>
                        </a:spcAft>
                      </a:pPr>
                      <a:r>
                        <a:rPr lang="en-US" sz="1600" b="1" kern="100">
                          <a:effectLst/>
                          <a:latin typeface="+mn-ea"/>
                          <a:ea typeface="+mn-ea"/>
                        </a:rPr>
                        <a:t>STR</a:t>
                      </a:r>
                      <a:endParaRPr lang="zh-CN" sz="1600" b="1" kern="100">
                        <a:effectLst/>
                        <a:latin typeface="+mn-ea"/>
                        <a:ea typeface="+mn-ea"/>
                      </a:endParaRPr>
                    </a:p>
                  </a:txBody>
                  <a:tcPr marL="68544" marR="68544" marT="0" marB="0" anchor="ctr"/>
                </a:tc>
                <a:tc>
                  <a:txBody>
                    <a:bodyPr/>
                    <a:lstStyle/>
                    <a:p>
                      <a:pPr algn="l">
                        <a:spcBef>
                          <a:spcPts val="120"/>
                        </a:spcBef>
                        <a:spcAft>
                          <a:spcPts val="120"/>
                        </a:spcAft>
                      </a:pPr>
                      <a:r>
                        <a:rPr lang="zh-CN" sz="1600" b="1" kern="100" dirty="0">
                          <a:effectLst/>
                          <a:latin typeface="+mn-ea"/>
                          <a:ea typeface="+mn-ea"/>
                        </a:rPr>
                        <a:t>把一个寄存器按字存储到存储器中</a:t>
                      </a:r>
                    </a:p>
                  </a:txBody>
                  <a:tcPr marL="68544" marR="68544" marT="0" marB="0" anchor="ctr"/>
                </a:tc>
                <a:extLst>
                  <a:ext uri="{0D108BD9-81ED-4DB2-BD59-A6C34878D82A}">
                    <a16:rowId xmlns:a16="http://schemas.microsoft.com/office/drawing/2014/main" val="10009"/>
                  </a:ext>
                </a:extLst>
              </a:tr>
              <a:tr h="300146">
                <a:tc>
                  <a:txBody>
                    <a:bodyPr/>
                    <a:lstStyle/>
                    <a:p>
                      <a:pPr algn="ctr">
                        <a:spcBef>
                          <a:spcPts val="120"/>
                        </a:spcBef>
                        <a:spcAft>
                          <a:spcPts val="120"/>
                        </a:spcAft>
                      </a:pPr>
                      <a:r>
                        <a:rPr lang="en-US" sz="1600" b="1" kern="100">
                          <a:effectLst/>
                          <a:latin typeface="+mn-ea"/>
                          <a:ea typeface="+mn-ea"/>
                        </a:rPr>
                        <a:t>STRH</a:t>
                      </a:r>
                      <a:endParaRPr lang="zh-CN" sz="1600" b="1" kern="100">
                        <a:effectLst/>
                        <a:latin typeface="+mn-ea"/>
                        <a:ea typeface="+mn-ea"/>
                      </a:endParaRPr>
                    </a:p>
                  </a:txBody>
                  <a:tcPr marL="68544" marR="68544" marT="0" marB="0" anchor="ctr"/>
                </a:tc>
                <a:tc>
                  <a:txBody>
                    <a:bodyPr/>
                    <a:lstStyle/>
                    <a:p>
                      <a:pPr algn="l">
                        <a:spcBef>
                          <a:spcPts val="120"/>
                        </a:spcBef>
                        <a:spcAft>
                          <a:spcPts val="120"/>
                        </a:spcAft>
                      </a:pPr>
                      <a:r>
                        <a:rPr lang="zh-CN" sz="1600" b="1" kern="100" dirty="0">
                          <a:effectLst/>
                          <a:latin typeface="+mn-ea"/>
                          <a:ea typeface="+mn-ea"/>
                        </a:rPr>
                        <a:t>把一个寄存器的低半字存储到存储器中</a:t>
                      </a:r>
                    </a:p>
                  </a:txBody>
                  <a:tcPr marL="68544" marR="68544" marT="0" marB="0" anchor="ctr"/>
                </a:tc>
                <a:extLst>
                  <a:ext uri="{0D108BD9-81ED-4DB2-BD59-A6C34878D82A}">
                    <a16:rowId xmlns:a16="http://schemas.microsoft.com/office/drawing/2014/main" val="10010"/>
                  </a:ext>
                </a:extLst>
              </a:tr>
              <a:tr h="300146">
                <a:tc>
                  <a:txBody>
                    <a:bodyPr/>
                    <a:lstStyle/>
                    <a:p>
                      <a:pPr algn="ctr">
                        <a:spcBef>
                          <a:spcPts val="120"/>
                        </a:spcBef>
                        <a:spcAft>
                          <a:spcPts val="120"/>
                        </a:spcAft>
                      </a:pPr>
                      <a:r>
                        <a:rPr lang="en-US" sz="1600" b="1" kern="100">
                          <a:effectLst/>
                          <a:latin typeface="+mn-ea"/>
                          <a:ea typeface="+mn-ea"/>
                        </a:rPr>
                        <a:t>STRB</a:t>
                      </a:r>
                      <a:endParaRPr lang="zh-CN" sz="1600" b="1" kern="100">
                        <a:effectLst/>
                        <a:latin typeface="+mn-ea"/>
                        <a:ea typeface="+mn-ea"/>
                      </a:endParaRPr>
                    </a:p>
                  </a:txBody>
                  <a:tcPr marL="68544" marR="68544" marT="0" marB="0" anchor="ctr"/>
                </a:tc>
                <a:tc>
                  <a:txBody>
                    <a:bodyPr/>
                    <a:lstStyle/>
                    <a:p>
                      <a:pPr algn="l">
                        <a:spcBef>
                          <a:spcPts val="120"/>
                        </a:spcBef>
                        <a:spcAft>
                          <a:spcPts val="120"/>
                        </a:spcAft>
                      </a:pPr>
                      <a:r>
                        <a:rPr lang="zh-CN" sz="1600" b="1" kern="100" dirty="0">
                          <a:effectLst/>
                          <a:latin typeface="+mn-ea"/>
                          <a:ea typeface="+mn-ea"/>
                        </a:rPr>
                        <a:t>把一个寄存器的低字节存储到存储器中</a:t>
                      </a:r>
                    </a:p>
                  </a:txBody>
                  <a:tcPr marL="68544" marR="68544" marT="0" marB="0" anchor="ctr"/>
                </a:tc>
                <a:extLst>
                  <a:ext uri="{0D108BD9-81ED-4DB2-BD59-A6C34878D82A}">
                    <a16:rowId xmlns:a16="http://schemas.microsoft.com/office/drawing/2014/main" val="10011"/>
                  </a:ext>
                </a:extLst>
              </a:tr>
              <a:tr h="300146">
                <a:tc>
                  <a:txBody>
                    <a:bodyPr/>
                    <a:lstStyle/>
                    <a:p>
                      <a:pPr algn="ctr">
                        <a:spcBef>
                          <a:spcPts val="120"/>
                        </a:spcBef>
                        <a:spcAft>
                          <a:spcPts val="120"/>
                        </a:spcAft>
                      </a:pPr>
                      <a:r>
                        <a:rPr lang="en-US" sz="1600" b="1" kern="100">
                          <a:effectLst/>
                          <a:latin typeface="+mn-ea"/>
                          <a:ea typeface="+mn-ea"/>
                        </a:rPr>
                        <a:t>LDMIA</a:t>
                      </a:r>
                      <a:endParaRPr lang="zh-CN" sz="1600" b="1" kern="100">
                        <a:effectLst/>
                        <a:latin typeface="+mn-ea"/>
                        <a:ea typeface="+mn-ea"/>
                      </a:endParaRPr>
                    </a:p>
                  </a:txBody>
                  <a:tcPr marL="68544" marR="68544" marT="0" marB="0" anchor="ctr"/>
                </a:tc>
                <a:tc>
                  <a:txBody>
                    <a:bodyPr/>
                    <a:lstStyle/>
                    <a:p>
                      <a:pPr algn="l">
                        <a:spcBef>
                          <a:spcPts val="120"/>
                        </a:spcBef>
                        <a:spcAft>
                          <a:spcPts val="120"/>
                        </a:spcAft>
                      </a:pPr>
                      <a:r>
                        <a:rPr lang="zh-CN" sz="1600" b="1" kern="100" dirty="0">
                          <a:effectLst/>
                          <a:latin typeface="+mn-ea"/>
                          <a:ea typeface="+mn-ea"/>
                        </a:rPr>
                        <a:t>将多个字从存储器加载到</a:t>
                      </a:r>
                      <a:r>
                        <a:rPr lang="en-US" sz="1600" b="1" kern="100" dirty="0">
                          <a:effectLst/>
                          <a:latin typeface="+mn-ea"/>
                          <a:ea typeface="+mn-ea"/>
                        </a:rPr>
                        <a:t>CPU</a:t>
                      </a:r>
                      <a:r>
                        <a:rPr lang="zh-CN" sz="1600" b="1" kern="100" dirty="0">
                          <a:effectLst/>
                          <a:latin typeface="+mn-ea"/>
                          <a:ea typeface="+mn-ea"/>
                        </a:rPr>
                        <a:t>寄存器中，指针先操作，再递增</a:t>
                      </a:r>
                    </a:p>
                  </a:txBody>
                  <a:tcPr marL="68544" marR="68544" marT="0" marB="0" anchor="ctr"/>
                </a:tc>
                <a:extLst>
                  <a:ext uri="{0D108BD9-81ED-4DB2-BD59-A6C34878D82A}">
                    <a16:rowId xmlns:a16="http://schemas.microsoft.com/office/drawing/2014/main" val="10012"/>
                  </a:ext>
                </a:extLst>
              </a:tr>
              <a:tr h="300146">
                <a:tc>
                  <a:txBody>
                    <a:bodyPr/>
                    <a:lstStyle/>
                    <a:p>
                      <a:pPr algn="ctr">
                        <a:spcBef>
                          <a:spcPts val="120"/>
                        </a:spcBef>
                        <a:spcAft>
                          <a:spcPts val="120"/>
                        </a:spcAft>
                      </a:pPr>
                      <a:r>
                        <a:rPr lang="en-US" sz="1600" b="1" kern="100">
                          <a:effectLst/>
                          <a:latin typeface="+mn-ea"/>
                          <a:ea typeface="+mn-ea"/>
                        </a:rPr>
                        <a:t>STMDB</a:t>
                      </a:r>
                      <a:endParaRPr lang="zh-CN" sz="1600" b="1" kern="100">
                        <a:effectLst/>
                        <a:latin typeface="+mn-ea"/>
                        <a:ea typeface="+mn-ea"/>
                      </a:endParaRPr>
                    </a:p>
                  </a:txBody>
                  <a:tcPr marL="68544" marR="68544" marT="0" marB="0" anchor="ctr"/>
                </a:tc>
                <a:tc>
                  <a:txBody>
                    <a:bodyPr/>
                    <a:lstStyle/>
                    <a:p>
                      <a:pPr algn="l">
                        <a:spcBef>
                          <a:spcPts val="120"/>
                        </a:spcBef>
                        <a:spcAft>
                          <a:spcPts val="120"/>
                        </a:spcAft>
                      </a:pPr>
                      <a:r>
                        <a:rPr lang="zh-CN" sz="1600" b="1" kern="100" dirty="0">
                          <a:effectLst/>
                          <a:latin typeface="+mn-ea"/>
                          <a:ea typeface="+mn-ea"/>
                        </a:rPr>
                        <a:t>将多个字从</a:t>
                      </a:r>
                      <a:r>
                        <a:rPr lang="en-US" sz="1600" b="1" kern="100" dirty="0">
                          <a:effectLst/>
                          <a:latin typeface="+mn-ea"/>
                          <a:ea typeface="+mn-ea"/>
                        </a:rPr>
                        <a:t>CPU</a:t>
                      </a:r>
                      <a:r>
                        <a:rPr lang="zh-CN" sz="1600" b="1" kern="100" dirty="0">
                          <a:effectLst/>
                          <a:latin typeface="+mn-ea"/>
                          <a:ea typeface="+mn-ea"/>
                        </a:rPr>
                        <a:t>寄存器存储到存储器中，指针先递减，再操作</a:t>
                      </a:r>
                    </a:p>
                  </a:txBody>
                  <a:tcPr marL="68544" marR="68544" marT="0" marB="0" anchor="ctr"/>
                </a:tc>
                <a:extLst>
                  <a:ext uri="{0D108BD9-81ED-4DB2-BD59-A6C34878D82A}">
                    <a16:rowId xmlns:a16="http://schemas.microsoft.com/office/drawing/2014/main" val="10013"/>
                  </a:ext>
                </a:extLst>
              </a:tr>
              <a:tr h="300146">
                <a:tc>
                  <a:txBody>
                    <a:bodyPr/>
                    <a:lstStyle/>
                    <a:p>
                      <a:pPr algn="ctr">
                        <a:spcBef>
                          <a:spcPts val="120"/>
                        </a:spcBef>
                        <a:spcAft>
                          <a:spcPts val="120"/>
                        </a:spcAft>
                      </a:pPr>
                      <a:r>
                        <a:rPr lang="en-US" sz="1600" b="1" kern="100">
                          <a:effectLst/>
                          <a:latin typeface="+mn-ea"/>
                          <a:ea typeface="+mn-ea"/>
                        </a:rPr>
                        <a:t>ORR</a:t>
                      </a:r>
                      <a:endParaRPr lang="zh-CN" sz="1600" b="1" kern="100">
                        <a:effectLst/>
                        <a:latin typeface="+mn-ea"/>
                        <a:ea typeface="+mn-ea"/>
                      </a:endParaRPr>
                    </a:p>
                  </a:txBody>
                  <a:tcPr marL="68544" marR="68544" marT="0" marB="0" anchor="ctr"/>
                </a:tc>
                <a:tc>
                  <a:txBody>
                    <a:bodyPr/>
                    <a:lstStyle/>
                    <a:p>
                      <a:pPr algn="l">
                        <a:spcBef>
                          <a:spcPts val="120"/>
                        </a:spcBef>
                        <a:spcAft>
                          <a:spcPts val="120"/>
                        </a:spcAft>
                      </a:pPr>
                      <a:r>
                        <a:rPr lang="zh-CN" sz="1600" b="1" kern="100" dirty="0">
                          <a:effectLst/>
                          <a:latin typeface="+mn-ea"/>
                          <a:ea typeface="+mn-ea"/>
                        </a:rPr>
                        <a:t>按位或</a:t>
                      </a:r>
                    </a:p>
                  </a:txBody>
                  <a:tcPr marL="68544" marR="68544" marT="0" marB="0" anchor="ctr"/>
                </a:tc>
                <a:extLst>
                  <a:ext uri="{0D108BD9-81ED-4DB2-BD59-A6C34878D82A}">
                    <a16:rowId xmlns:a16="http://schemas.microsoft.com/office/drawing/2014/main" val="10014"/>
                  </a:ext>
                </a:extLst>
              </a:tr>
              <a:tr h="300146">
                <a:tc>
                  <a:txBody>
                    <a:bodyPr/>
                    <a:lstStyle/>
                    <a:p>
                      <a:pPr algn="ctr">
                        <a:spcBef>
                          <a:spcPts val="120"/>
                        </a:spcBef>
                        <a:spcAft>
                          <a:spcPts val="120"/>
                        </a:spcAft>
                      </a:pPr>
                      <a:r>
                        <a:rPr lang="en-US" sz="1600" b="1" kern="100">
                          <a:effectLst/>
                          <a:latin typeface="+mn-ea"/>
                          <a:ea typeface="+mn-ea"/>
                        </a:rPr>
                        <a:t>BX</a:t>
                      </a:r>
                      <a:endParaRPr lang="zh-CN" sz="1600" b="1" kern="100">
                        <a:effectLst/>
                        <a:latin typeface="+mn-ea"/>
                        <a:ea typeface="+mn-ea"/>
                      </a:endParaRPr>
                    </a:p>
                  </a:txBody>
                  <a:tcPr marL="68544" marR="68544" marT="0" marB="0" anchor="ctr"/>
                </a:tc>
                <a:tc>
                  <a:txBody>
                    <a:bodyPr/>
                    <a:lstStyle/>
                    <a:p>
                      <a:pPr algn="l">
                        <a:spcBef>
                          <a:spcPts val="120"/>
                        </a:spcBef>
                        <a:spcAft>
                          <a:spcPts val="120"/>
                        </a:spcAft>
                      </a:pPr>
                      <a:r>
                        <a:rPr lang="zh-CN" sz="1600" b="1" kern="100" dirty="0">
                          <a:effectLst/>
                          <a:latin typeface="+mn-ea"/>
                          <a:ea typeface="+mn-ea"/>
                        </a:rPr>
                        <a:t>直接跳转到由寄存器给定的地址上</a:t>
                      </a:r>
                    </a:p>
                  </a:txBody>
                  <a:tcPr marL="68544" marR="68544" marT="0" marB="0" anchor="ctr"/>
                </a:tc>
                <a:extLst>
                  <a:ext uri="{0D108BD9-81ED-4DB2-BD59-A6C34878D82A}">
                    <a16:rowId xmlns:a16="http://schemas.microsoft.com/office/drawing/2014/main" val="10015"/>
                  </a:ext>
                </a:extLst>
              </a:tr>
              <a:tr h="300146">
                <a:tc>
                  <a:txBody>
                    <a:bodyPr/>
                    <a:lstStyle/>
                    <a:p>
                      <a:pPr algn="ctr">
                        <a:spcBef>
                          <a:spcPts val="120"/>
                        </a:spcBef>
                        <a:spcAft>
                          <a:spcPts val="120"/>
                        </a:spcAft>
                      </a:pPr>
                      <a:r>
                        <a:rPr lang="en-US" sz="1600" b="1" kern="100">
                          <a:effectLst/>
                          <a:latin typeface="+mn-ea"/>
                          <a:ea typeface="+mn-ea"/>
                        </a:rPr>
                        <a:t>BL</a:t>
                      </a:r>
                      <a:endParaRPr lang="zh-CN" sz="1600" b="1" kern="100">
                        <a:effectLst/>
                        <a:latin typeface="+mn-ea"/>
                        <a:ea typeface="+mn-ea"/>
                      </a:endParaRPr>
                    </a:p>
                  </a:txBody>
                  <a:tcPr marL="68544" marR="68544" marT="0" marB="0" anchor="ctr"/>
                </a:tc>
                <a:tc>
                  <a:txBody>
                    <a:bodyPr/>
                    <a:lstStyle/>
                    <a:p>
                      <a:pPr algn="l">
                        <a:spcBef>
                          <a:spcPts val="120"/>
                        </a:spcBef>
                        <a:spcAft>
                          <a:spcPts val="120"/>
                        </a:spcAft>
                      </a:pPr>
                      <a:r>
                        <a:rPr lang="zh-CN" sz="1600" b="1" kern="100" dirty="0">
                          <a:effectLst/>
                          <a:latin typeface="+mn-ea"/>
                          <a:ea typeface="+mn-ea"/>
                        </a:rPr>
                        <a:t>跳转到标号对应的地址，并且把跳转前的下一条指令地址保存到</a:t>
                      </a:r>
                      <a:r>
                        <a:rPr lang="en-US" sz="1600" b="1" kern="100" dirty="0">
                          <a:effectLst/>
                          <a:latin typeface="+mn-ea"/>
                          <a:ea typeface="+mn-ea"/>
                        </a:rPr>
                        <a:t>LR</a:t>
                      </a:r>
                      <a:r>
                        <a:rPr lang="zh-CN" sz="1600" b="1" kern="100" dirty="0">
                          <a:effectLst/>
                          <a:latin typeface="+mn-ea"/>
                          <a:ea typeface="+mn-ea"/>
                        </a:rPr>
                        <a:t>中</a:t>
                      </a:r>
                    </a:p>
                  </a:txBody>
                  <a:tcPr marL="68544" marR="68544" marT="0" marB="0" anchor="ctr"/>
                </a:tc>
                <a:extLst>
                  <a:ext uri="{0D108BD9-81ED-4DB2-BD59-A6C34878D82A}">
                    <a16:rowId xmlns:a16="http://schemas.microsoft.com/office/drawing/2014/main" val="10016"/>
                  </a:ext>
                </a:extLst>
              </a:tr>
              <a:tr h="300146">
                <a:tc>
                  <a:txBody>
                    <a:bodyPr/>
                    <a:lstStyle/>
                    <a:p>
                      <a:pPr indent="254000" algn="ctr">
                        <a:spcBef>
                          <a:spcPts val="120"/>
                        </a:spcBef>
                        <a:spcAft>
                          <a:spcPts val="120"/>
                        </a:spcAft>
                      </a:pPr>
                      <a:r>
                        <a:rPr lang="en-US" sz="1600" b="1" kern="100">
                          <a:effectLst/>
                          <a:latin typeface="+mn-ea"/>
                          <a:ea typeface="+mn-ea"/>
                        </a:rPr>
                        <a:t>BLX</a:t>
                      </a:r>
                      <a:endParaRPr lang="zh-CN" sz="1600" b="1" kern="100">
                        <a:effectLst/>
                        <a:latin typeface="+mn-ea"/>
                        <a:ea typeface="+mn-ea"/>
                      </a:endParaRPr>
                    </a:p>
                  </a:txBody>
                  <a:tcPr marL="68544" marR="68544" marT="0" marB="0" anchor="ctr"/>
                </a:tc>
                <a:tc>
                  <a:txBody>
                    <a:bodyPr/>
                    <a:lstStyle/>
                    <a:p>
                      <a:pPr algn="l">
                        <a:spcBef>
                          <a:spcPts val="120"/>
                        </a:spcBef>
                        <a:spcAft>
                          <a:spcPts val="120"/>
                        </a:spcAft>
                      </a:pPr>
                      <a:r>
                        <a:rPr lang="zh-CN" sz="1600" b="1" kern="100" dirty="0">
                          <a:effectLst/>
                          <a:latin typeface="+mn-ea"/>
                          <a:ea typeface="+mn-ea"/>
                        </a:rPr>
                        <a:t>跳转到由寄存器</a:t>
                      </a:r>
                      <a:r>
                        <a:rPr lang="en-US" sz="1600" b="1" kern="100" dirty="0">
                          <a:effectLst/>
                          <a:latin typeface="+mn-ea"/>
                          <a:ea typeface="+mn-ea"/>
                        </a:rPr>
                        <a:t>REG</a:t>
                      </a:r>
                      <a:r>
                        <a:rPr lang="zh-CN" sz="1600" b="1" kern="100" dirty="0">
                          <a:effectLst/>
                          <a:latin typeface="+mn-ea"/>
                          <a:ea typeface="+mn-ea"/>
                        </a:rPr>
                        <a:t>指定的地址，根据</a:t>
                      </a:r>
                      <a:r>
                        <a:rPr lang="en-US" sz="1600" b="1" kern="100" dirty="0">
                          <a:effectLst/>
                          <a:latin typeface="+mn-ea"/>
                          <a:ea typeface="+mn-ea"/>
                        </a:rPr>
                        <a:t>REG</a:t>
                      </a:r>
                      <a:r>
                        <a:rPr lang="zh-CN" sz="1600" b="1" kern="100" dirty="0">
                          <a:effectLst/>
                          <a:latin typeface="+mn-ea"/>
                          <a:ea typeface="+mn-ea"/>
                        </a:rPr>
                        <a:t>的</a:t>
                      </a:r>
                      <a:r>
                        <a:rPr lang="en-US" sz="1600" b="1" kern="100" dirty="0">
                          <a:effectLst/>
                          <a:latin typeface="+mn-ea"/>
                          <a:ea typeface="+mn-ea"/>
                        </a:rPr>
                        <a:t>LSB</a:t>
                      </a:r>
                      <a:r>
                        <a:rPr lang="zh-CN" sz="1600" b="1" kern="100" dirty="0">
                          <a:effectLst/>
                          <a:latin typeface="+mn-ea"/>
                          <a:ea typeface="+mn-ea"/>
                        </a:rPr>
                        <a:t>切换处理器状态，并把转移前的下一条指令地址保存到</a:t>
                      </a:r>
                      <a:r>
                        <a:rPr lang="en-US" sz="1600" b="1" kern="100" dirty="0">
                          <a:effectLst/>
                          <a:latin typeface="+mn-ea"/>
                          <a:ea typeface="+mn-ea"/>
                        </a:rPr>
                        <a:t>LR</a:t>
                      </a:r>
                      <a:r>
                        <a:rPr lang="zh-CN" sz="1600" b="1" kern="100" dirty="0">
                          <a:effectLst/>
                          <a:latin typeface="+mn-ea"/>
                          <a:ea typeface="+mn-ea"/>
                        </a:rPr>
                        <a:t>中</a:t>
                      </a:r>
                    </a:p>
                  </a:txBody>
                  <a:tcPr marL="68544" marR="68544" marT="0" marB="0" anchor="ctr"/>
                </a:tc>
                <a:extLst>
                  <a:ext uri="{0D108BD9-81ED-4DB2-BD59-A6C34878D82A}">
                    <a16:rowId xmlns:a16="http://schemas.microsoft.com/office/drawing/2014/main" val="10017"/>
                  </a:ext>
                </a:extLst>
              </a:tr>
            </a:tbl>
          </a:graphicData>
        </a:graphic>
      </p:graphicFrame>
      <p:sp>
        <p:nvSpPr>
          <p:cNvPr id="5" name="内容占位符 2"/>
          <p:cNvSpPr txBox="1">
            <a:spLocks/>
          </p:cNvSpPr>
          <p:nvPr/>
        </p:nvSpPr>
        <p:spPr>
          <a:xfrm>
            <a:off x="231575" y="691629"/>
            <a:ext cx="3363882" cy="461722"/>
          </a:xfrm>
          <a:prstGeom prst="rect">
            <a:avLst/>
          </a:prstGeom>
        </p:spPr>
        <p:txBody>
          <a:bodyPr vert="horz" lIns="121854" tIns="60926" rIns="121854" bIns="60926" rtlCol="0">
            <a:noAutofit/>
          </a:bodyPr>
          <a:lstStyle>
            <a:lvl1pPr marL="457360" indent="-457360" algn="l" defTabSz="1219627" rtl="0" eaLnBrk="1" latinLnBrk="0" hangingPunct="1">
              <a:lnSpc>
                <a:spcPct val="120000"/>
              </a:lnSpc>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456971">
              <a:lnSpc>
                <a:spcPct val="130000"/>
              </a:lnSpc>
              <a:buClr>
                <a:schemeClr val="tx2">
                  <a:lumMod val="75000"/>
                </a:schemeClr>
              </a:buClr>
              <a:buNone/>
            </a:pPr>
            <a:r>
              <a:rPr lang="en-US" altLang="zh-CN" b="1" dirty="0" smtClean="0"/>
              <a:t>ARM</a:t>
            </a:r>
            <a:r>
              <a:rPr lang="zh-CN" altLang="en-US" b="1" dirty="0"/>
              <a:t>常用指示符</a:t>
            </a:r>
          </a:p>
        </p:txBody>
      </p:sp>
      <p:sp>
        <p:nvSpPr>
          <p:cNvPr id="6" name="矩形 5">
            <a:extLst>
              <a:ext uri="{FF2B5EF4-FFF2-40B4-BE49-F238E27FC236}">
                <a16:creationId xmlns:a16="http://schemas.microsoft.com/office/drawing/2014/main" id="{ADFA951A-978E-4E8D-A85A-85B6177AC588}"/>
              </a:ext>
            </a:extLst>
          </p:cNvPr>
          <p:cNvSpPr/>
          <p:nvPr/>
        </p:nvSpPr>
        <p:spPr>
          <a:xfrm>
            <a:off x="0" y="-21316"/>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a:t>
            </a:r>
            <a:r>
              <a:rPr lang="en-US" altLang="zh-CN" sz="2800" b="1" dirty="0" smtClean="0">
                <a:cs typeface="+mn-ea"/>
                <a:sym typeface="+mn-lt"/>
              </a:rPr>
              <a:t>3.5LiteOS</a:t>
            </a:r>
            <a:r>
              <a:rPr lang="zh-CN" altLang="en-US" sz="2800" b="1" dirty="0" smtClean="0">
                <a:cs typeface="+mn-ea"/>
                <a:sym typeface="+mn-lt"/>
              </a:rPr>
              <a:t>启动流程</a:t>
            </a:r>
            <a:endParaRPr lang="zh-CN" altLang="en-US" sz="2800" b="1" dirty="0">
              <a:solidFill>
                <a:schemeClr val="bg1"/>
              </a:solidFill>
              <a:cs typeface="+mn-ea"/>
              <a:sym typeface="+mn-lt"/>
            </a:endParaRPr>
          </a:p>
        </p:txBody>
      </p:sp>
      <p:sp>
        <p:nvSpPr>
          <p:cNvPr id="7"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Tree>
    <p:extLst>
      <p:ext uri="{BB962C8B-B14F-4D97-AF65-F5344CB8AC3E}">
        <p14:creationId xmlns:p14="http://schemas.microsoft.com/office/powerpoint/2010/main" val="55220219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hidden="1">
            <a:extLst>
              <a:ext uri="{FF2B5EF4-FFF2-40B4-BE49-F238E27FC236}">
                <a16:creationId xmlns:a16="http://schemas.microsoft.com/office/drawing/2014/main" id="{A6A819F1-33AF-45D7-8BF6-2B0A9769CAD4}"/>
              </a:ext>
            </a:extLst>
          </p:cNvPr>
          <p:cNvGraphicFramePr>
            <a:graphicFrameLocks noChangeAspect="1"/>
          </p:cNvGraphicFramePr>
          <p:nvPr>
            <p:custDataLst>
              <p:tags r:id="rId2"/>
            </p:custDataLs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6708" name="think-cell Slide" r:id="rId5" imgW="360" imgH="360" progId="">
                  <p:embed/>
                </p:oleObj>
              </mc:Choice>
              <mc:Fallback>
                <p:oleObj name="think-cell Slide" r:id="rId5" imgW="360" imgH="360" progId="">
                  <p:embed/>
                  <p:pic>
                    <p:nvPicPr>
                      <p:cNvPr id="3" name="对象 2" hidden="1">
                        <a:extLst>
                          <a:ext uri="{FF2B5EF4-FFF2-40B4-BE49-F238E27FC236}">
                            <a16:creationId xmlns:a16="http://schemas.microsoft.com/office/drawing/2014/main" id="{A6A819F1-33AF-45D7-8BF6-2B0A9769CAD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1588"/>
                        <a:ext cx="1588" cy="15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矩形 1" hidden="1">
            <a:extLst>
              <a:ext uri="{FF2B5EF4-FFF2-40B4-BE49-F238E27FC236}">
                <a16:creationId xmlns:a16="http://schemas.microsoft.com/office/drawing/2014/main" id="{FF51F16D-1BAD-46EE-A6F4-B8B94C9DF628}"/>
              </a:ext>
            </a:extLst>
          </p:cNvPr>
          <p:cNvSpPr/>
          <p:nvPr>
            <p:custDataLst>
              <p:tags r:id="rId3"/>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lnSpc>
                <a:spcPct val="90000"/>
              </a:lnSpc>
              <a:spcBef>
                <a:spcPct val="0"/>
              </a:spcBef>
              <a:spcAft>
                <a:spcPct val="0"/>
              </a:spcAft>
            </a:pPr>
            <a:endParaRPr lang="en-US" altLang="zh-CN" sz="2400" dirty="0">
              <a:cs typeface="+mn-ea"/>
              <a:sym typeface="+mn-lt"/>
            </a:endParaRPr>
          </a:p>
        </p:txBody>
      </p:sp>
      <p:sp>
        <p:nvSpPr>
          <p:cNvPr id="5" name="标题 4"/>
          <p:cNvSpPr>
            <a:spLocks noGrp="1"/>
          </p:cNvSpPr>
          <p:nvPr>
            <p:ph type="ctrTitle"/>
          </p:nvPr>
        </p:nvSpPr>
        <p:spPr>
          <a:xfrm>
            <a:off x="6558083" y="2341767"/>
            <a:ext cx="5079462" cy="1621509"/>
          </a:xfrm>
        </p:spPr>
        <p:txBody>
          <a:bodyPr/>
          <a:lstStyle/>
          <a:p>
            <a:r>
              <a:rPr lang="en-US" altLang="zh-CN" sz="4000" dirty="0">
                <a:latin typeface="+mn-lt"/>
                <a:ea typeface="+mn-ea"/>
                <a:cs typeface="+mn-ea"/>
                <a:sym typeface="+mn-lt"/>
              </a:rPr>
              <a:t>Thanks</a:t>
            </a:r>
            <a:r>
              <a:rPr lang="en-US" altLang="zh-CN" dirty="0">
                <a:latin typeface="+mn-lt"/>
                <a:ea typeface="+mn-ea"/>
                <a:cs typeface="+mn-ea"/>
                <a:sym typeface="+mn-lt"/>
              </a:rPr>
              <a:t/>
            </a:r>
            <a:br>
              <a:rPr lang="en-US" altLang="zh-CN" dirty="0">
                <a:latin typeface="+mn-lt"/>
                <a:ea typeface="+mn-ea"/>
                <a:cs typeface="+mn-ea"/>
                <a:sym typeface="+mn-lt"/>
              </a:rPr>
            </a:br>
            <a:endParaRPr lang="zh-CN" altLang="en-US" dirty="0">
              <a:latin typeface="+mn-lt"/>
              <a:ea typeface="+mn-ea"/>
              <a:cs typeface="+mn-ea"/>
              <a:sym typeface="+mn-lt"/>
            </a:endParaRPr>
          </a:p>
        </p:txBody>
      </p:sp>
    </p:spTree>
    <p:extLst>
      <p:ext uri="{BB962C8B-B14F-4D97-AF65-F5344CB8AC3E}">
        <p14:creationId xmlns:p14="http://schemas.microsoft.com/office/powerpoint/2010/main" val="2560984464"/>
      </p:ext>
    </p:extLst>
  </p:cSld>
  <p:clrMapOvr>
    <a:masterClrMapping/>
  </p:clrMapOvr>
  <mc:AlternateContent xmlns:mc="http://schemas.openxmlformats.org/markup-compatibility/2006" xmlns:p14="http://schemas.microsoft.com/office/powerpoint/2010/main">
    <mc:Choice Requires="p14">
      <p:transition p14:dur="250">
        <p:pull/>
      </p:transition>
    </mc:Choice>
    <mc:Fallback xmlns="">
      <p:transition>
        <p:pull/>
      </p:transition>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ISLIDE TOOLS.GUIDESSETTING" val="{&quot;Id&quot;:&quot;2d4375ee-8516-45e0-8956-45702a61a9b6&quot;,&quot;Name&quot;:&quot;iSlide&quot;,&quot;HeaderHeight&quot;:15.0,&quot;FooterHeight&quot;:9.0000000000000036,&quot;SideMargin&quot;:5.4999999999999982,&quot;TopMargin&quot;:0.0,&quot;BottomMargin&quot;:0.0,&quot;IntervalMargin&quot;:1.3999999999999997}"/>
  <p:tag name="ISLIDE.GUIDESSETTING" val="{&quot;Id&quot;:&quot;GuidesStyle_Normal&quot;,&quot;Name&quot;:&quot;正常&quot;,&quot;HeaderHeight&quot;:15.0,&quot;FooterHeight&quot;:9.0,&quot;SideMargin&quot;:5.5,&quot;TopMargin&quot;:0.0,&quot;BottomMargin&quot;:0.0,&quot;IntervalMargin&quot;:1.5}"/>
  <p:tag name="THINKCELLUNDODONOTDELETE" val="0"/>
  <p:tag name="ISLIDE.THEME" val="3d09a1d7-7c63-43a4-b3ee-df21fa2c8d66"/>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A6S0wzOvQ8a50SA42PUNRg"/>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1Smkff3fSzGMOuItfjj3Fw"/>
</p:tagLst>
</file>

<file path=ppt/theme/theme1.xml><?xml version="1.0" encoding="utf-8"?>
<a:theme xmlns:a="http://schemas.openxmlformats.org/drawingml/2006/main" name="主题5">
  <a:themeElements>
    <a:clrScheme name="房利美">
      <a:dk1>
        <a:srgbClr val="000000"/>
      </a:dk1>
      <a:lt1>
        <a:srgbClr val="FFFFFF"/>
      </a:lt1>
      <a:dk2>
        <a:srgbClr val="768394"/>
      </a:dk2>
      <a:lt2>
        <a:srgbClr val="F0F0F0"/>
      </a:lt2>
      <a:accent1>
        <a:srgbClr val="170C5A"/>
      </a:accent1>
      <a:accent2>
        <a:srgbClr val="4F5DCB"/>
      </a:accent2>
      <a:accent3>
        <a:srgbClr val="265989"/>
      </a:accent3>
      <a:accent4>
        <a:srgbClr val="41E7DF"/>
      </a:accent4>
      <a:accent5>
        <a:srgbClr val="757579"/>
      </a:accent5>
      <a:accent6>
        <a:srgbClr val="5C5E60"/>
      </a:accent6>
      <a:hlink>
        <a:srgbClr val="4276AA"/>
      </a:hlink>
      <a:folHlink>
        <a:srgbClr val="BFBFBF"/>
      </a:folHlink>
    </a:clrScheme>
    <a:fontScheme name="1lxsh3ei">
      <a:majorFont>
        <a:latin typeface="Microsoft YaHei"/>
        <a:ea typeface="Microsoft YaHei"/>
        <a:cs typeface=""/>
      </a:majorFont>
      <a:minorFont>
        <a:latin typeface="Microsoft YaHei"/>
        <a:ea typeface="Microsoft Ya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主题5" id="{B8EDB911-D765-4A7B-BBC7-40DBB672FBA6}" vid="{AECAB1C0-5DF6-436C-85E8-20094DBE11C0}"/>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iSlide</Template>
  <TotalTime>1886</TotalTime>
  <Words>8399</Words>
  <Application>Microsoft Office PowerPoint</Application>
  <PresentationFormat>宽屏</PresentationFormat>
  <Paragraphs>883</Paragraphs>
  <Slides>47</Slides>
  <Notes>0</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1</vt:i4>
      </vt:variant>
      <vt:variant>
        <vt:lpstr>幻灯片标题</vt:lpstr>
      </vt:variant>
      <vt:variant>
        <vt:i4>47</vt:i4>
      </vt:variant>
    </vt:vector>
  </HeadingPairs>
  <TitlesOfParts>
    <vt:vector size="59" baseType="lpstr">
      <vt:lpstr>Microsoft YaHei UI</vt:lpstr>
      <vt:lpstr>方正宋一简体</vt:lpstr>
      <vt:lpstr>黑体</vt:lpstr>
      <vt:lpstr>宋体</vt:lpstr>
      <vt:lpstr>Microsoft YaHei</vt:lpstr>
      <vt:lpstr>Microsoft YaHei</vt:lpstr>
      <vt:lpstr>Arial</vt:lpstr>
      <vt:lpstr>Calibri</vt:lpstr>
      <vt:lpstr>Times New Roman</vt:lpstr>
      <vt:lpstr>Wingdings</vt:lpstr>
      <vt:lpstr>主题5</vt:lpstr>
      <vt:lpstr>think-cell Slide</vt:lpstr>
      <vt:lpstr>LiteOS内核开发与实践</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Thanks </vt:lpstr>
    </vt:vector>
  </TitlesOfParts>
  <Manager>iSlide</Manager>
  <Company>iSlide</Company>
  <LinksUpToDate>false</LinksUpToDate>
  <SharedDoc>false</SharedDoc>
  <HyperlinkBase>https://www.islide.cc</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iSlide</dc:creator>
  <cp:lastModifiedBy>MaoYX</cp:lastModifiedBy>
  <cp:revision>193</cp:revision>
  <cp:lastPrinted>2018-09-20T16:00:00Z</cp:lastPrinted>
  <dcterms:created xsi:type="dcterms:W3CDTF">2018-09-20T16:00:00Z</dcterms:created>
  <dcterms:modified xsi:type="dcterms:W3CDTF">2026-01-03T14:31:36Z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48706f29-9ca0-418e-876d-de7b156ca083</vt:lpwstr>
  </property>
</Properties>
</file>